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56" r:id="rId2"/>
    <p:sldId id="257" r:id="rId3"/>
    <p:sldId id="304" r:id="rId4"/>
    <p:sldId id="305" r:id="rId5"/>
    <p:sldId id="258" r:id="rId6"/>
    <p:sldId id="259" r:id="rId7"/>
    <p:sldId id="260" r:id="rId8"/>
    <p:sldId id="262" r:id="rId9"/>
    <p:sldId id="263" r:id="rId10"/>
    <p:sldId id="264" r:id="rId11"/>
    <p:sldId id="265" r:id="rId12"/>
    <p:sldId id="266" r:id="rId13"/>
    <p:sldId id="267" r:id="rId14"/>
    <p:sldId id="268" r:id="rId15"/>
    <p:sldId id="269" r:id="rId16"/>
    <p:sldId id="270" r:id="rId17"/>
    <p:sldId id="293" r:id="rId18"/>
    <p:sldId id="272" r:id="rId19"/>
    <p:sldId id="297" r:id="rId20"/>
    <p:sldId id="273" r:id="rId21"/>
    <p:sldId id="290" r:id="rId22"/>
    <p:sldId id="274" r:id="rId23"/>
    <p:sldId id="275" r:id="rId24"/>
    <p:sldId id="278" r:id="rId25"/>
    <p:sldId id="279" r:id="rId26"/>
    <p:sldId id="281" r:id="rId27"/>
    <p:sldId id="282" r:id="rId28"/>
    <p:sldId id="283" r:id="rId29"/>
    <p:sldId id="284" r:id="rId30"/>
    <p:sldId id="294" r:id="rId31"/>
    <p:sldId id="302" r:id="rId32"/>
    <p:sldId id="285" r:id="rId33"/>
    <p:sldId id="286" r:id="rId34"/>
    <p:sldId id="295" r:id="rId35"/>
    <p:sldId id="287" r:id="rId36"/>
    <p:sldId id="300" r:id="rId37"/>
    <p:sldId id="301" r:id="rId38"/>
    <p:sldId id="288" r:id="rId39"/>
    <p:sldId id="303" r:id="rId40"/>
    <p:sldId id="296" r:id="rId41"/>
    <p:sldId id="291" r:id="rId42"/>
    <p:sldId id="298" r:id="rId43"/>
    <p:sldId id="299" r:id="rId44"/>
    <p:sldId id="292" r:id="rId4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0E3B9613-C67B-4D82-9404-68044CA1E453}">
          <p14:sldIdLst>
            <p14:sldId id="256"/>
            <p14:sldId id="257"/>
            <p14:sldId id="304"/>
            <p14:sldId id="305"/>
            <p14:sldId id="258"/>
            <p14:sldId id="259"/>
            <p14:sldId id="260"/>
            <p14:sldId id="262"/>
            <p14:sldId id="263"/>
            <p14:sldId id="264"/>
            <p14:sldId id="265"/>
            <p14:sldId id="266"/>
            <p14:sldId id="267"/>
            <p14:sldId id="268"/>
            <p14:sldId id="269"/>
            <p14:sldId id="270"/>
            <p14:sldId id="293"/>
            <p14:sldId id="272"/>
            <p14:sldId id="297"/>
            <p14:sldId id="273"/>
            <p14:sldId id="290"/>
            <p14:sldId id="274"/>
            <p14:sldId id="275"/>
            <p14:sldId id="278"/>
            <p14:sldId id="279"/>
            <p14:sldId id="281"/>
            <p14:sldId id="282"/>
            <p14:sldId id="283"/>
            <p14:sldId id="284"/>
            <p14:sldId id="294"/>
            <p14:sldId id="302"/>
            <p14:sldId id="285"/>
            <p14:sldId id="286"/>
            <p14:sldId id="295"/>
            <p14:sldId id="287"/>
            <p14:sldId id="300"/>
            <p14:sldId id="301"/>
            <p14:sldId id="288"/>
            <p14:sldId id="303"/>
            <p14:sldId id="296"/>
            <p14:sldId id="291"/>
            <p14:sldId id="298"/>
            <p14:sldId id="299"/>
            <p14:sldId id="2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9ED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F3B03B-8C1D-476F-A31F-50A791A009CB}" v="168" dt="2025-03-04T13:42:22.917"/>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4" d="100"/>
          <a:sy n="94" d="100"/>
        </p:scale>
        <p:origin x="-990"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éo BORTOLOTTO" userId="6c10db7e5b5c4e86" providerId="LiveId" clId="{1DF3B03B-8C1D-476F-A31F-50A791A009CB}"/>
    <pc:docChg chg="undo custSel addSld delSld modSld sldOrd modSection">
      <pc:chgData name="Théo BORTOLOTTO" userId="6c10db7e5b5c4e86" providerId="LiveId" clId="{1DF3B03B-8C1D-476F-A31F-50A791A009CB}" dt="2025-03-04T13:42:26.680" v="1282" actId="1076"/>
      <pc:docMkLst>
        <pc:docMk/>
      </pc:docMkLst>
      <pc:sldChg chg="delSp modSp mod">
        <pc:chgData name="Théo BORTOLOTTO" userId="6c10db7e5b5c4e86" providerId="LiveId" clId="{1DF3B03B-8C1D-476F-A31F-50A791A009CB}" dt="2025-03-04T13:18:03.055" v="915" actId="1076"/>
        <pc:sldMkLst>
          <pc:docMk/>
          <pc:sldMk cId="2837119697" sldId="258"/>
        </pc:sldMkLst>
        <pc:spChg chg="mod">
          <ac:chgData name="Théo BORTOLOTTO" userId="6c10db7e5b5c4e86" providerId="LiveId" clId="{1DF3B03B-8C1D-476F-A31F-50A791A009CB}" dt="2025-03-04T13:18:03.055" v="915" actId="1076"/>
          <ac:spMkLst>
            <pc:docMk/>
            <pc:sldMk cId="2837119697" sldId="258"/>
            <ac:spMk id="2" creationId="{7B611821-EBE1-9D0F-A580-72B08C58D459}"/>
          </ac:spMkLst>
        </pc:spChg>
        <pc:spChg chg="mod">
          <ac:chgData name="Théo BORTOLOTTO" userId="6c10db7e5b5c4e86" providerId="LiveId" clId="{1DF3B03B-8C1D-476F-A31F-50A791A009CB}" dt="2025-03-04T13:18:03.055" v="915" actId="1076"/>
          <ac:spMkLst>
            <pc:docMk/>
            <pc:sldMk cId="2837119697" sldId="258"/>
            <ac:spMk id="8" creationId="{E7574302-95B8-B831-9B5A-55146C7E8916}"/>
          </ac:spMkLst>
        </pc:spChg>
        <pc:spChg chg="mod">
          <ac:chgData name="Théo BORTOLOTTO" userId="6c10db7e5b5c4e86" providerId="LiveId" clId="{1DF3B03B-8C1D-476F-A31F-50A791A009CB}" dt="2025-03-04T13:18:03.055" v="915" actId="1076"/>
          <ac:spMkLst>
            <pc:docMk/>
            <pc:sldMk cId="2837119697" sldId="258"/>
            <ac:spMk id="10" creationId="{92CBBEE7-7D21-3259-7FCC-C3379D38017A}"/>
          </ac:spMkLst>
        </pc:spChg>
        <pc:spChg chg="mod">
          <ac:chgData name="Théo BORTOLOTTO" userId="6c10db7e5b5c4e86" providerId="LiveId" clId="{1DF3B03B-8C1D-476F-A31F-50A791A009CB}" dt="2025-03-04T13:18:03.055" v="915" actId="1076"/>
          <ac:spMkLst>
            <pc:docMk/>
            <pc:sldMk cId="2837119697" sldId="258"/>
            <ac:spMk id="11" creationId="{6DADE135-1FD8-9B85-4FFF-6DC28DA00199}"/>
          </ac:spMkLst>
        </pc:spChg>
        <pc:spChg chg="mod">
          <ac:chgData name="Théo BORTOLOTTO" userId="6c10db7e5b5c4e86" providerId="LiveId" clId="{1DF3B03B-8C1D-476F-A31F-50A791A009CB}" dt="2025-03-04T13:18:03.055" v="915" actId="1076"/>
          <ac:spMkLst>
            <pc:docMk/>
            <pc:sldMk cId="2837119697" sldId="258"/>
            <ac:spMk id="12" creationId="{0208EAE8-27BB-1F68-7B6D-42B1B641541A}"/>
          </ac:spMkLst>
        </pc:spChg>
        <pc:spChg chg="del">
          <ac:chgData name="Théo BORTOLOTTO" userId="6c10db7e5b5c4e86" providerId="LiveId" clId="{1DF3B03B-8C1D-476F-A31F-50A791A009CB}" dt="2025-03-04T13:17:32.106" v="910" actId="478"/>
          <ac:spMkLst>
            <pc:docMk/>
            <pc:sldMk cId="2837119697" sldId="258"/>
            <ac:spMk id="14" creationId="{4FA15AE6-A8E0-7B32-0961-75A58964AA39}"/>
          </ac:spMkLst>
        </pc:spChg>
        <pc:spChg chg="del topLvl">
          <ac:chgData name="Théo BORTOLOTTO" userId="6c10db7e5b5c4e86" providerId="LiveId" clId="{1DF3B03B-8C1D-476F-A31F-50A791A009CB}" dt="2025-03-04T12:39:41.594" v="851" actId="478"/>
          <ac:spMkLst>
            <pc:docMk/>
            <pc:sldMk cId="2837119697" sldId="258"/>
            <ac:spMk id="16" creationId="{0A505010-F5C3-CAFB-BBAB-9D3CB171C2B6}"/>
          </ac:spMkLst>
        </pc:spChg>
        <pc:spChg chg="del">
          <ac:chgData name="Théo BORTOLOTTO" userId="6c10db7e5b5c4e86" providerId="LiveId" clId="{1DF3B03B-8C1D-476F-A31F-50A791A009CB}" dt="2025-03-04T13:17:31.229" v="909" actId="478"/>
          <ac:spMkLst>
            <pc:docMk/>
            <pc:sldMk cId="2837119697" sldId="258"/>
            <ac:spMk id="20" creationId="{7A26A836-CCBB-24AE-CE5F-83C001E886CD}"/>
          </ac:spMkLst>
        </pc:spChg>
        <pc:spChg chg="del">
          <ac:chgData name="Théo BORTOLOTTO" userId="6c10db7e5b5c4e86" providerId="LiveId" clId="{1DF3B03B-8C1D-476F-A31F-50A791A009CB}" dt="2025-03-04T13:17:30.556" v="908" actId="478"/>
          <ac:spMkLst>
            <pc:docMk/>
            <pc:sldMk cId="2837119697" sldId="258"/>
            <ac:spMk id="28" creationId="{2D49DFF0-F999-88B2-5B8A-3AC522150953}"/>
          </ac:spMkLst>
        </pc:spChg>
        <pc:spChg chg="del">
          <ac:chgData name="Théo BORTOLOTTO" userId="6c10db7e5b5c4e86" providerId="LiveId" clId="{1DF3B03B-8C1D-476F-A31F-50A791A009CB}" dt="2025-03-04T13:17:29.610" v="907" actId="478"/>
          <ac:spMkLst>
            <pc:docMk/>
            <pc:sldMk cId="2837119697" sldId="258"/>
            <ac:spMk id="30" creationId="{471B3227-EE7A-0082-9253-85260E049021}"/>
          </ac:spMkLst>
        </pc:spChg>
        <pc:spChg chg="del mod">
          <ac:chgData name="Théo BORTOLOTTO" userId="6c10db7e5b5c4e86" providerId="LiveId" clId="{1DF3B03B-8C1D-476F-A31F-50A791A009CB}" dt="2025-03-04T13:17:28.354" v="906" actId="478"/>
          <ac:spMkLst>
            <pc:docMk/>
            <pc:sldMk cId="2837119697" sldId="258"/>
            <ac:spMk id="31" creationId="{812CA8BF-CFF8-9AEB-05F9-FB09458E80CC}"/>
          </ac:spMkLst>
        </pc:spChg>
        <pc:spChg chg="del">
          <ac:chgData name="Théo BORTOLOTTO" userId="6c10db7e5b5c4e86" providerId="LiveId" clId="{1DF3B03B-8C1D-476F-A31F-50A791A009CB}" dt="2025-03-04T13:17:26.820" v="904" actId="478"/>
          <ac:spMkLst>
            <pc:docMk/>
            <pc:sldMk cId="2837119697" sldId="258"/>
            <ac:spMk id="32" creationId="{288CBBB6-641A-077C-4E51-3BE7F0D221E8}"/>
          </ac:spMkLst>
        </pc:spChg>
        <pc:spChg chg="del">
          <ac:chgData name="Théo BORTOLOTTO" userId="6c10db7e5b5c4e86" providerId="LiveId" clId="{1DF3B03B-8C1D-476F-A31F-50A791A009CB}" dt="2025-03-04T13:17:26.169" v="903" actId="478"/>
          <ac:spMkLst>
            <pc:docMk/>
            <pc:sldMk cId="2837119697" sldId="258"/>
            <ac:spMk id="33" creationId="{8DBF9C6B-F693-578D-AA8D-96E3CB65D8FF}"/>
          </ac:spMkLst>
        </pc:spChg>
        <pc:spChg chg="del">
          <ac:chgData name="Théo BORTOLOTTO" userId="6c10db7e5b5c4e86" providerId="LiveId" clId="{1DF3B03B-8C1D-476F-A31F-50A791A009CB}" dt="2025-03-04T13:17:25.130" v="902" actId="478"/>
          <ac:spMkLst>
            <pc:docMk/>
            <pc:sldMk cId="2837119697" sldId="258"/>
            <ac:spMk id="34" creationId="{3BA718E4-F038-297D-84D8-2737DC365B25}"/>
          </ac:spMkLst>
        </pc:spChg>
        <pc:spChg chg="mod">
          <ac:chgData name="Théo BORTOLOTTO" userId="6c10db7e5b5c4e86" providerId="LiveId" clId="{1DF3B03B-8C1D-476F-A31F-50A791A009CB}" dt="2025-03-04T13:18:03.055" v="915" actId="1076"/>
          <ac:spMkLst>
            <pc:docMk/>
            <pc:sldMk cId="2837119697" sldId="258"/>
            <ac:spMk id="35" creationId="{7179A057-BC22-197E-8EAD-E1F0EAF0C0C9}"/>
          </ac:spMkLst>
        </pc:spChg>
        <pc:spChg chg="mod">
          <ac:chgData name="Théo BORTOLOTTO" userId="6c10db7e5b5c4e86" providerId="LiveId" clId="{1DF3B03B-8C1D-476F-A31F-50A791A009CB}" dt="2025-03-04T13:18:03.055" v="915" actId="1076"/>
          <ac:spMkLst>
            <pc:docMk/>
            <pc:sldMk cId="2837119697" sldId="258"/>
            <ac:spMk id="36" creationId="{1A7E6BB9-2655-D6E6-87C8-4E08325BC32B}"/>
          </ac:spMkLst>
        </pc:spChg>
        <pc:grpChg chg="del">
          <ac:chgData name="Théo BORTOLOTTO" userId="6c10db7e5b5c4e86" providerId="LiveId" clId="{1DF3B03B-8C1D-476F-A31F-50A791A009CB}" dt="2025-03-04T12:39:40.071" v="850" actId="478"/>
          <ac:grpSpMkLst>
            <pc:docMk/>
            <pc:sldMk cId="2837119697" sldId="258"/>
            <ac:grpSpMk id="17" creationId="{D469BC75-9414-A2BA-AC38-24ED77BFD677}"/>
          </ac:grpSpMkLst>
        </pc:grpChg>
        <pc:grpChg chg="mod topLvl">
          <ac:chgData name="Théo BORTOLOTTO" userId="6c10db7e5b5c4e86" providerId="LiveId" clId="{1DF3B03B-8C1D-476F-A31F-50A791A009CB}" dt="2025-03-04T12:39:48.724" v="852" actId="1076"/>
          <ac:grpSpMkLst>
            <pc:docMk/>
            <pc:sldMk cId="2837119697" sldId="258"/>
            <ac:grpSpMk id="22" creationId="{5E024EB4-15EA-D948-E8E9-05638E2C4F7C}"/>
          </ac:grpSpMkLst>
        </pc:grpChg>
        <pc:grpChg chg="del">
          <ac:chgData name="Théo BORTOLOTTO" userId="6c10db7e5b5c4e86" providerId="LiveId" clId="{1DF3B03B-8C1D-476F-A31F-50A791A009CB}" dt="2025-03-04T12:39:41.594" v="851" actId="478"/>
          <ac:grpSpMkLst>
            <pc:docMk/>
            <pc:sldMk cId="2837119697" sldId="258"/>
            <ac:grpSpMk id="23" creationId="{886799D2-FE93-BD63-0FDD-0CAEF5D86361}"/>
          </ac:grpSpMkLst>
        </pc:grpChg>
        <pc:picChg chg="del">
          <ac:chgData name="Théo BORTOLOTTO" userId="6c10db7e5b5c4e86" providerId="LiveId" clId="{1DF3B03B-8C1D-476F-A31F-50A791A009CB}" dt="2025-03-04T12:39:40.071" v="850" actId="478"/>
          <ac:picMkLst>
            <pc:docMk/>
            <pc:sldMk cId="2837119697" sldId="258"/>
            <ac:picMk id="6" creationId="{4520F699-7F33-31F1-5534-219D5CA9385E}"/>
          </ac:picMkLst>
        </pc:picChg>
      </pc:sldChg>
      <pc:sldChg chg="addSp delSp modSp mod">
        <pc:chgData name="Théo BORTOLOTTO" userId="6c10db7e5b5c4e86" providerId="LiveId" clId="{1DF3B03B-8C1D-476F-A31F-50A791A009CB}" dt="2025-03-04T13:20:07.001" v="964"/>
        <pc:sldMkLst>
          <pc:docMk/>
          <pc:sldMk cId="1177102058" sldId="259"/>
        </pc:sldMkLst>
        <pc:spChg chg="add mod">
          <ac:chgData name="Théo BORTOLOTTO" userId="6c10db7e5b5c4e86" providerId="LiveId" clId="{1DF3B03B-8C1D-476F-A31F-50A791A009CB}" dt="2025-03-04T13:20:07.001" v="964"/>
          <ac:spMkLst>
            <pc:docMk/>
            <pc:sldMk cId="1177102058" sldId="259"/>
            <ac:spMk id="2" creationId="{276148C2-E372-84D1-075C-CD1C41B95450}"/>
          </ac:spMkLst>
        </pc:spChg>
        <pc:spChg chg="del">
          <ac:chgData name="Théo BORTOLOTTO" userId="6c10db7e5b5c4e86" providerId="LiveId" clId="{1DF3B03B-8C1D-476F-A31F-50A791A009CB}" dt="2025-03-04T13:18:09.531" v="916" actId="478"/>
          <ac:spMkLst>
            <pc:docMk/>
            <pc:sldMk cId="1177102058" sldId="259"/>
            <ac:spMk id="3" creationId="{40551D9A-CC9F-CD47-B6BF-631042894919}"/>
          </ac:spMkLst>
        </pc:spChg>
        <pc:spChg chg="del">
          <ac:chgData name="Théo BORTOLOTTO" userId="6c10db7e5b5c4e86" providerId="LiveId" clId="{1DF3B03B-8C1D-476F-A31F-50A791A009CB}" dt="2025-03-04T13:18:09.531" v="916" actId="478"/>
          <ac:spMkLst>
            <pc:docMk/>
            <pc:sldMk cId="1177102058" sldId="259"/>
            <ac:spMk id="10" creationId="{8D5EBEEE-3D40-6CE1-218B-15573EA25E50}"/>
          </ac:spMkLst>
        </pc:spChg>
        <pc:spChg chg="del">
          <ac:chgData name="Théo BORTOLOTTO" userId="6c10db7e5b5c4e86" providerId="LiveId" clId="{1DF3B03B-8C1D-476F-A31F-50A791A009CB}" dt="2025-03-04T13:18:09.531" v="916" actId="478"/>
          <ac:spMkLst>
            <pc:docMk/>
            <pc:sldMk cId="1177102058" sldId="259"/>
            <ac:spMk id="11" creationId="{518191CF-4479-62C3-D794-EB8D16FF1A95}"/>
          </ac:spMkLst>
        </pc:spChg>
        <pc:spChg chg="del">
          <ac:chgData name="Théo BORTOLOTTO" userId="6c10db7e5b5c4e86" providerId="LiveId" clId="{1DF3B03B-8C1D-476F-A31F-50A791A009CB}" dt="2025-03-04T13:18:09.531" v="916" actId="478"/>
          <ac:spMkLst>
            <pc:docMk/>
            <pc:sldMk cId="1177102058" sldId="259"/>
            <ac:spMk id="13" creationId="{515AFD49-65FB-2A32-A951-4434CBF39FEC}"/>
          </ac:spMkLst>
        </pc:spChg>
        <pc:spChg chg="del">
          <ac:chgData name="Théo BORTOLOTTO" userId="6c10db7e5b5c4e86" providerId="LiveId" clId="{1DF3B03B-8C1D-476F-A31F-50A791A009CB}" dt="2025-03-04T13:18:09.531" v="916" actId="478"/>
          <ac:spMkLst>
            <pc:docMk/>
            <pc:sldMk cId="1177102058" sldId="259"/>
            <ac:spMk id="14" creationId="{1998643F-FC08-BD49-9A61-CDAF99F3EC0C}"/>
          </ac:spMkLst>
        </pc:spChg>
        <pc:spChg chg="del">
          <ac:chgData name="Théo BORTOLOTTO" userId="6c10db7e5b5c4e86" providerId="LiveId" clId="{1DF3B03B-8C1D-476F-A31F-50A791A009CB}" dt="2025-03-04T13:18:09.531" v="916" actId="478"/>
          <ac:spMkLst>
            <pc:docMk/>
            <pc:sldMk cId="1177102058" sldId="259"/>
            <ac:spMk id="17" creationId="{9CD023AC-4BDF-F7A2-6EBF-0077E359DC6A}"/>
          </ac:spMkLst>
        </pc:spChg>
        <pc:spChg chg="del">
          <ac:chgData name="Théo BORTOLOTTO" userId="6c10db7e5b5c4e86" providerId="LiveId" clId="{1DF3B03B-8C1D-476F-A31F-50A791A009CB}" dt="2025-03-04T13:18:09.531" v="916" actId="478"/>
          <ac:spMkLst>
            <pc:docMk/>
            <pc:sldMk cId="1177102058" sldId="259"/>
            <ac:spMk id="18" creationId="{76722C29-5057-1594-65CD-A0F4606A6868}"/>
          </ac:spMkLst>
        </pc:spChg>
        <pc:spChg chg="del">
          <ac:chgData name="Théo BORTOLOTTO" userId="6c10db7e5b5c4e86" providerId="LiveId" clId="{1DF3B03B-8C1D-476F-A31F-50A791A009CB}" dt="2025-03-04T13:18:09.531" v="916" actId="478"/>
          <ac:spMkLst>
            <pc:docMk/>
            <pc:sldMk cId="1177102058" sldId="259"/>
            <ac:spMk id="20" creationId="{ABFD835C-208D-FA52-2A14-FE4A42F33E5E}"/>
          </ac:spMkLst>
        </pc:spChg>
        <pc:spChg chg="del">
          <ac:chgData name="Théo BORTOLOTTO" userId="6c10db7e5b5c4e86" providerId="LiveId" clId="{1DF3B03B-8C1D-476F-A31F-50A791A009CB}" dt="2025-03-04T13:18:09.531" v="916" actId="478"/>
          <ac:spMkLst>
            <pc:docMk/>
            <pc:sldMk cId="1177102058" sldId="259"/>
            <ac:spMk id="21" creationId="{3B03A00E-B8C3-0E1E-FC07-9A0E918EFF4A}"/>
          </ac:spMkLst>
        </pc:spChg>
        <pc:spChg chg="del">
          <ac:chgData name="Théo BORTOLOTTO" userId="6c10db7e5b5c4e86" providerId="LiveId" clId="{1DF3B03B-8C1D-476F-A31F-50A791A009CB}" dt="2025-03-04T13:18:09.531" v="916" actId="478"/>
          <ac:spMkLst>
            <pc:docMk/>
            <pc:sldMk cId="1177102058" sldId="259"/>
            <ac:spMk id="22" creationId="{2730D040-F458-1B47-7DB0-CAF76192E088}"/>
          </ac:spMkLst>
        </pc:spChg>
        <pc:spChg chg="add mod">
          <ac:chgData name="Théo BORTOLOTTO" userId="6c10db7e5b5c4e86" providerId="LiveId" clId="{1DF3B03B-8C1D-476F-A31F-50A791A009CB}" dt="2025-03-04T13:20:07.001" v="964"/>
          <ac:spMkLst>
            <pc:docMk/>
            <pc:sldMk cId="1177102058" sldId="259"/>
            <ac:spMk id="23" creationId="{3D95F8BB-1804-8FE0-8422-021DB0F55520}"/>
          </ac:spMkLst>
        </pc:spChg>
        <pc:spChg chg="add mod">
          <ac:chgData name="Théo BORTOLOTTO" userId="6c10db7e5b5c4e86" providerId="LiveId" clId="{1DF3B03B-8C1D-476F-A31F-50A791A009CB}" dt="2025-03-04T13:20:07.001" v="964"/>
          <ac:spMkLst>
            <pc:docMk/>
            <pc:sldMk cId="1177102058" sldId="259"/>
            <ac:spMk id="24" creationId="{B8842365-8A28-1631-BBD9-DDDB5295B36B}"/>
          </ac:spMkLst>
        </pc:spChg>
        <pc:spChg chg="add mod">
          <ac:chgData name="Théo BORTOLOTTO" userId="6c10db7e5b5c4e86" providerId="LiveId" clId="{1DF3B03B-8C1D-476F-A31F-50A791A009CB}" dt="2025-03-04T13:20:07.001" v="964"/>
          <ac:spMkLst>
            <pc:docMk/>
            <pc:sldMk cId="1177102058" sldId="259"/>
            <ac:spMk id="25" creationId="{9E82038E-8FE4-CACC-B3C7-54B7CB641DA2}"/>
          </ac:spMkLst>
        </pc:spChg>
        <pc:spChg chg="add mod">
          <ac:chgData name="Théo BORTOLOTTO" userId="6c10db7e5b5c4e86" providerId="LiveId" clId="{1DF3B03B-8C1D-476F-A31F-50A791A009CB}" dt="2025-03-04T13:20:07.001" v="964"/>
          <ac:spMkLst>
            <pc:docMk/>
            <pc:sldMk cId="1177102058" sldId="259"/>
            <ac:spMk id="26" creationId="{CBB9BBF6-EE0C-2B24-E615-F9F6F164F9B4}"/>
          </ac:spMkLst>
        </pc:spChg>
        <pc:spChg chg="add mod">
          <ac:chgData name="Théo BORTOLOTTO" userId="6c10db7e5b5c4e86" providerId="LiveId" clId="{1DF3B03B-8C1D-476F-A31F-50A791A009CB}" dt="2025-03-04T13:20:07.001" v="964"/>
          <ac:spMkLst>
            <pc:docMk/>
            <pc:sldMk cId="1177102058" sldId="259"/>
            <ac:spMk id="27" creationId="{614D02E3-D840-90C3-D29E-47529F4EFA45}"/>
          </ac:spMkLst>
        </pc:spChg>
        <pc:spChg chg="add mod">
          <ac:chgData name="Théo BORTOLOTTO" userId="6c10db7e5b5c4e86" providerId="LiveId" clId="{1DF3B03B-8C1D-476F-A31F-50A791A009CB}" dt="2025-03-04T13:20:07.001" v="964"/>
          <ac:spMkLst>
            <pc:docMk/>
            <pc:sldMk cId="1177102058" sldId="259"/>
            <ac:spMk id="28" creationId="{2E607D91-C3AD-0DF8-007B-16F5BFEF0ADB}"/>
          </ac:spMkLst>
        </pc:spChg>
      </pc:sldChg>
      <pc:sldChg chg="addSp delSp modSp mod">
        <pc:chgData name="Théo BORTOLOTTO" userId="6c10db7e5b5c4e86" providerId="LiveId" clId="{1DF3B03B-8C1D-476F-A31F-50A791A009CB}" dt="2025-03-04T13:21:33.879" v="1037" actId="1038"/>
        <pc:sldMkLst>
          <pc:docMk/>
          <pc:sldMk cId="844206984" sldId="260"/>
        </pc:sldMkLst>
        <pc:spChg chg="del">
          <ac:chgData name="Théo BORTOLOTTO" userId="6c10db7e5b5c4e86" providerId="LiveId" clId="{1DF3B03B-8C1D-476F-A31F-50A791A009CB}" dt="2025-03-04T13:18:12.602" v="917" actId="478"/>
          <ac:spMkLst>
            <pc:docMk/>
            <pc:sldMk cId="844206984" sldId="260"/>
            <ac:spMk id="3" creationId="{31F004F9-506F-C3BA-6A40-447D9A2A1EFA}"/>
          </ac:spMkLst>
        </pc:spChg>
        <pc:spChg chg="del">
          <ac:chgData name="Théo BORTOLOTTO" userId="6c10db7e5b5c4e86" providerId="LiveId" clId="{1DF3B03B-8C1D-476F-A31F-50A791A009CB}" dt="2025-03-04T13:18:12.602" v="917" actId="478"/>
          <ac:spMkLst>
            <pc:docMk/>
            <pc:sldMk cId="844206984" sldId="260"/>
            <ac:spMk id="10" creationId="{629E35B9-58C8-9DB3-A2D7-3A280B5F109F}"/>
          </ac:spMkLst>
        </pc:spChg>
        <pc:spChg chg="del">
          <ac:chgData name="Théo BORTOLOTTO" userId="6c10db7e5b5c4e86" providerId="LiveId" clId="{1DF3B03B-8C1D-476F-A31F-50A791A009CB}" dt="2025-03-04T13:18:12.602" v="917" actId="478"/>
          <ac:spMkLst>
            <pc:docMk/>
            <pc:sldMk cId="844206984" sldId="260"/>
            <ac:spMk id="11" creationId="{B19B6868-24D8-69C5-917D-1236CAA515D1}"/>
          </ac:spMkLst>
        </pc:spChg>
        <pc:spChg chg="del">
          <ac:chgData name="Théo BORTOLOTTO" userId="6c10db7e5b5c4e86" providerId="LiveId" clId="{1DF3B03B-8C1D-476F-A31F-50A791A009CB}" dt="2025-03-04T13:18:12.602" v="917" actId="478"/>
          <ac:spMkLst>
            <pc:docMk/>
            <pc:sldMk cId="844206984" sldId="260"/>
            <ac:spMk id="13" creationId="{8003C8EF-B734-DA1B-7A90-BD2CC1C9E666}"/>
          </ac:spMkLst>
        </pc:spChg>
        <pc:spChg chg="del">
          <ac:chgData name="Théo BORTOLOTTO" userId="6c10db7e5b5c4e86" providerId="LiveId" clId="{1DF3B03B-8C1D-476F-A31F-50A791A009CB}" dt="2025-03-04T13:18:12.602" v="917" actId="478"/>
          <ac:spMkLst>
            <pc:docMk/>
            <pc:sldMk cId="844206984" sldId="260"/>
            <ac:spMk id="15" creationId="{F34ADFD1-36EE-2998-F13E-C66945D5109F}"/>
          </ac:spMkLst>
        </pc:spChg>
        <pc:spChg chg="del">
          <ac:chgData name="Théo BORTOLOTTO" userId="6c10db7e5b5c4e86" providerId="LiveId" clId="{1DF3B03B-8C1D-476F-A31F-50A791A009CB}" dt="2025-03-04T13:18:12.602" v="917" actId="478"/>
          <ac:spMkLst>
            <pc:docMk/>
            <pc:sldMk cId="844206984" sldId="260"/>
            <ac:spMk id="17" creationId="{674B62DA-E7E3-AAE2-7C8D-F466CD33F2B3}"/>
          </ac:spMkLst>
        </pc:spChg>
        <pc:spChg chg="del">
          <ac:chgData name="Théo BORTOLOTTO" userId="6c10db7e5b5c4e86" providerId="LiveId" clId="{1DF3B03B-8C1D-476F-A31F-50A791A009CB}" dt="2025-03-04T13:18:12.602" v="917" actId="478"/>
          <ac:spMkLst>
            <pc:docMk/>
            <pc:sldMk cId="844206984" sldId="260"/>
            <ac:spMk id="18" creationId="{84A81DD9-780F-A560-5467-3179023F23DF}"/>
          </ac:spMkLst>
        </pc:spChg>
        <pc:spChg chg="del">
          <ac:chgData name="Théo BORTOLOTTO" userId="6c10db7e5b5c4e86" providerId="LiveId" clId="{1DF3B03B-8C1D-476F-A31F-50A791A009CB}" dt="2025-03-04T13:18:12.602" v="917" actId="478"/>
          <ac:spMkLst>
            <pc:docMk/>
            <pc:sldMk cId="844206984" sldId="260"/>
            <ac:spMk id="19" creationId="{E6FEC414-1E90-F624-1004-11AB8DF263EF}"/>
          </ac:spMkLst>
        </pc:spChg>
        <pc:spChg chg="del">
          <ac:chgData name="Théo BORTOLOTTO" userId="6c10db7e5b5c4e86" providerId="LiveId" clId="{1DF3B03B-8C1D-476F-A31F-50A791A009CB}" dt="2025-03-04T13:18:12.602" v="917" actId="478"/>
          <ac:spMkLst>
            <pc:docMk/>
            <pc:sldMk cId="844206984" sldId="260"/>
            <ac:spMk id="20" creationId="{1060D2D7-91D4-EB8F-E4E4-FDACD7CA22DF}"/>
          </ac:spMkLst>
        </pc:spChg>
        <pc:spChg chg="del">
          <ac:chgData name="Théo BORTOLOTTO" userId="6c10db7e5b5c4e86" providerId="LiveId" clId="{1DF3B03B-8C1D-476F-A31F-50A791A009CB}" dt="2025-03-04T13:18:12.602" v="917" actId="478"/>
          <ac:spMkLst>
            <pc:docMk/>
            <pc:sldMk cId="844206984" sldId="260"/>
            <ac:spMk id="21" creationId="{67A94072-6FBA-4521-A701-DFAA26461D21}"/>
          </ac:spMkLst>
        </pc:spChg>
        <pc:spChg chg="add mod">
          <ac:chgData name="Théo BORTOLOTTO" userId="6c10db7e5b5c4e86" providerId="LiveId" clId="{1DF3B03B-8C1D-476F-A31F-50A791A009CB}" dt="2025-03-04T13:21:12.871" v="1007" actId="1076"/>
          <ac:spMkLst>
            <pc:docMk/>
            <pc:sldMk cId="844206984" sldId="260"/>
            <ac:spMk id="22" creationId="{F1180CCA-F9CF-57B1-023A-5FA0FA368A3E}"/>
          </ac:spMkLst>
        </pc:spChg>
        <pc:spChg chg="add mod">
          <ac:chgData name="Théo BORTOLOTTO" userId="6c10db7e5b5c4e86" providerId="LiveId" clId="{1DF3B03B-8C1D-476F-A31F-50A791A009CB}" dt="2025-03-04T13:21:33.879" v="1037" actId="1038"/>
          <ac:spMkLst>
            <pc:docMk/>
            <pc:sldMk cId="844206984" sldId="260"/>
            <ac:spMk id="23" creationId="{5D0C025F-7EB2-62F1-589F-EDF43E14B25B}"/>
          </ac:spMkLst>
        </pc:spChg>
        <pc:spChg chg="add mod">
          <ac:chgData name="Théo BORTOLOTTO" userId="6c10db7e5b5c4e86" providerId="LiveId" clId="{1DF3B03B-8C1D-476F-A31F-50A791A009CB}" dt="2025-03-04T13:20:08.230" v="965"/>
          <ac:spMkLst>
            <pc:docMk/>
            <pc:sldMk cId="844206984" sldId="260"/>
            <ac:spMk id="24" creationId="{02DA42CA-6977-C2C4-07CB-E45DFBBEBF56}"/>
          </ac:spMkLst>
        </pc:spChg>
        <pc:spChg chg="add mod">
          <ac:chgData name="Théo BORTOLOTTO" userId="6c10db7e5b5c4e86" providerId="LiveId" clId="{1DF3B03B-8C1D-476F-A31F-50A791A009CB}" dt="2025-03-04T13:20:08.230" v="965"/>
          <ac:spMkLst>
            <pc:docMk/>
            <pc:sldMk cId="844206984" sldId="260"/>
            <ac:spMk id="25" creationId="{B67A48F6-B51C-9EF5-EBA0-9FCA1A19EB2B}"/>
          </ac:spMkLst>
        </pc:spChg>
        <pc:spChg chg="add mod">
          <ac:chgData name="Théo BORTOLOTTO" userId="6c10db7e5b5c4e86" providerId="LiveId" clId="{1DF3B03B-8C1D-476F-A31F-50A791A009CB}" dt="2025-03-04T13:20:08.230" v="965"/>
          <ac:spMkLst>
            <pc:docMk/>
            <pc:sldMk cId="844206984" sldId="260"/>
            <ac:spMk id="26" creationId="{B21411B0-BDE7-F711-5CAB-033CEFAF385E}"/>
          </ac:spMkLst>
        </pc:spChg>
        <pc:spChg chg="add mod">
          <ac:chgData name="Théo BORTOLOTTO" userId="6c10db7e5b5c4e86" providerId="LiveId" clId="{1DF3B03B-8C1D-476F-A31F-50A791A009CB}" dt="2025-03-04T13:20:08.230" v="965"/>
          <ac:spMkLst>
            <pc:docMk/>
            <pc:sldMk cId="844206984" sldId="260"/>
            <ac:spMk id="27" creationId="{6EDA02A0-BC7B-6E3A-F082-E4DDDD427972}"/>
          </ac:spMkLst>
        </pc:spChg>
        <pc:spChg chg="add mod">
          <ac:chgData name="Théo BORTOLOTTO" userId="6c10db7e5b5c4e86" providerId="LiveId" clId="{1DF3B03B-8C1D-476F-A31F-50A791A009CB}" dt="2025-03-04T13:20:08.230" v="965"/>
          <ac:spMkLst>
            <pc:docMk/>
            <pc:sldMk cId="844206984" sldId="260"/>
            <ac:spMk id="28" creationId="{E157643B-859E-DB28-C5E7-A4BC2069B797}"/>
          </ac:spMkLst>
        </pc:spChg>
      </pc:sldChg>
      <pc:sldChg chg="addSp delSp modSp del mod">
        <pc:chgData name="Théo BORTOLOTTO" userId="6c10db7e5b5c4e86" providerId="LiveId" clId="{1DF3B03B-8C1D-476F-A31F-50A791A009CB}" dt="2025-03-04T13:27:12.290" v="1262" actId="47"/>
        <pc:sldMkLst>
          <pc:docMk/>
          <pc:sldMk cId="127182332" sldId="261"/>
        </pc:sldMkLst>
        <pc:spChg chg="add del mod">
          <ac:chgData name="Théo BORTOLOTTO" userId="6c10db7e5b5c4e86" providerId="LiveId" clId="{1DF3B03B-8C1D-476F-A31F-50A791A009CB}" dt="2025-03-04T13:21:42.454" v="1038" actId="478"/>
          <ac:spMkLst>
            <pc:docMk/>
            <pc:sldMk cId="127182332" sldId="261"/>
            <ac:spMk id="2" creationId="{822C25B5-2823-0E8E-0E82-4594C8580A17}"/>
          </ac:spMkLst>
        </pc:spChg>
        <pc:spChg chg="add del mod">
          <ac:chgData name="Théo BORTOLOTTO" userId="6c10db7e5b5c4e86" providerId="LiveId" clId="{1DF3B03B-8C1D-476F-A31F-50A791A009CB}" dt="2025-03-04T13:21:42.454" v="1038" actId="478"/>
          <ac:spMkLst>
            <pc:docMk/>
            <pc:sldMk cId="127182332" sldId="261"/>
            <ac:spMk id="6" creationId="{2C2FF76A-1E40-E9AA-20AF-A2CF8033F22E}"/>
          </ac:spMkLst>
        </pc:spChg>
        <pc:spChg chg="del">
          <ac:chgData name="Théo BORTOLOTTO" userId="6c10db7e5b5c4e86" providerId="LiveId" clId="{1DF3B03B-8C1D-476F-A31F-50A791A009CB}" dt="2025-03-04T13:18:15.520" v="918" actId="478"/>
          <ac:spMkLst>
            <pc:docMk/>
            <pc:sldMk cId="127182332" sldId="261"/>
            <ac:spMk id="7" creationId="{824707D1-3F92-B826-8C7F-A6C74D0F39CF}"/>
          </ac:spMkLst>
        </pc:spChg>
        <pc:spChg chg="add del mod">
          <ac:chgData name="Théo BORTOLOTTO" userId="6c10db7e5b5c4e86" providerId="LiveId" clId="{1DF3B03B-8C1D-476F-A31F-50A791A009CB}" dt="2025-03-04T13:21:42.454" v="1038" actId="478"/>
          <ac:spMkLst>
            <pc:docMk/>
            <pc:sldMk cId="127182332" sldId="261"/>
            <ac:spMk id="10" creationId="{B2DDDC2C-8F55-3E4E-21F9-0E20DFF4BA66}"/>
          </ac:spMkLst>
        </pc:spChg>
        <pc:spChg chg="del">
          <ac:chgData name="Théo BORTOLOTTO" userId="6c10db7e5b5c4e86" providerId="LiveId" clId="{1DF3B03B-8C1D-476F-A31F-50A791A009CB}" dt="2025-03-04T13:18:15.520" v="918" actId="478"/>
          <ac:spMkLst>
            <pc:docMk/>
            <pc:sldMk cId="127182332" sldId="261"/>
            <ac:spMk id="12" creationId="{F5A5D04A-CB91-8816-C71E-932BCEF77B6D}"/>
          </ac:spMkLst>
        </pc:spChg>
        <pc:spChg chg="del">
          <ac:chgData name="Théo BORTOLOTTO" userId="6c10db7e5b5c4e86" providerId="LiveId" clId="{1DF3B03B-8C1D-476F-A31F-50A791A009CB}" dt="2025-03-04T13:18:15.520" v="918" actId="478"/>
          <ac:spMkLst>
            <pc:docMk/>
            <pc:sldMk cId="127182332" sldId="261"/>
            <ac:spMk id="14" creationId="{1EBA25A7-C924-A3F4-C184-52FB4BCF2292}"/>
          </ac:spMkLst>
        </pc:spChg>
        <pc:spChg chg="del">
          <ac:chgData name="Théo BORTOLOTTO" userId="6c10db7e5b5c4e86" providerId="LiveId" clId="{1DF3B03B-8C1D-476F-A31F-50A791A009CB}" dt="2025-03-04T13:18:15.520" v="918" actId="478"/>
          <ac:spMkLst>
            <pc:docMk/>
            <pc:sldMk cId="127182332" sldId="261"/>
            <ac:spMk id="15" creationId="{979EAF9B-D771-53E4-2E71-3F1C7733F944}"/>
          </ac:spMkLst>
        </pc:spChg>
        <pc:spChg chg="del">
          <ac:chgData name="Théo BORTOLOTTO" userId="6c10db7e5b5c4e86" providerId="LiveId" clId="{1DF3B03B-8C1D-476F-A31F-50A791A009CB}" dt="2025-03-04T13:18:15.520" v="918" actId="478"/>
          <ac:spMkLst>
            <pc:docMk/>
            <pc:sldMk cId="127182332" sldId="261"/>
            <ac:spMk id="16" creationId="{C125470B-8310-C4C7-878B-8349EFB680F0}"/>
          </ac:spMkLst>
        </pc:spChg>
        <pc:spChg chg="del">
          <ac:chgData name="Théo BORTOLOTTO" userId="6c10db7e5b5c4e86" providerId="LiveId" clId="{1DF3B03B-8C1D-476F-A31F-50A791A009CB}" dt="2025-03-04T13:18:15.520" v="918" actId="478"/>
          <ac:spMkLst>
            <pc:docMk/>
            <pc:sldMk cId="127182332" sldId="261"/>
            <ac:spMk id="17" creationId="{5F2FD5AF-03E6-F6B0-39B7-6425545F8442}"/>
          </ac:spMkLst>
        </pc:spChg>
        <pc:spChg chg="del">
          <ac:chgData name="Théo BORTOLOTTO" userId="6c10db7e5b5c4e86" providerId="LiveId" clId="{1DF3B03B-8C1D-476F-A31F-50A791A009CB}" dt="2025-03-04T13:18:15.520" v="918" actId="478"/>
          <ac:spMkLst>
            <pc:docMk/>
            <pc:sldMk cId="127182332" sldId="261"/>
            <ac:spMk id="18" creationId="{F7779AC2-14CC-838B-6706-E5A7FD83DF82}"/>
          </ac:spMkLst>
        </pc:spChg>
        <pc:spChg chg="del">
          <ac:chgData name="Théo BORTOLOTTO" userId="6c10db7e5b5c4e86" providerId="LiveId" clId="{1DF3B03B-8C1D-476F-A31F-50A791A009CB}" dt="2025-03-04T13:18:15.520" v="918" actId="478"/>
          <ac:spMkLst>
            <pc:docMk/>
            <pc:sldMk cId="127182332" sldId="261"/>
            <ac:spMk id="21" creationId="{E087A219-5B12-E421-04D3-0109B17FB949}"/>
          </ac:spMkLst>
        </pc:spChg>
        <pc:spChg chg="del">
          <ac:chgData name="Théo BORTOLOTTO" userId="6c10db7e5b5c4e86" providerId="LiveId" clId="{1DF3B03B-8C1D-476F-A31F-50A791A009CB}" dt="2025-03-04T13:18:15.520" v="918" actId="478"/>
          <ac:spMkLst>
            <pc:docMk/>
            <pc:sldMk cId="127182332" sldId="261"/>
            <ac:spMk id="22" creationId="{DFD5321B-98B5-F365-6AF6-6E0B76334491}"/>
          </ac:spMkLst>
        </pc:spChg>
        <pc:spChg chg="del">
          <ac:chgData name="Théo BORTOLOTTO" userId="6c10db7e5b5c4e86" providerId="LiveId" clId="{1DF3B03B-8C1D-476F-A31F-50A791A009CB}" dt="2025-03-04T13:18:15.520" v="918" actId="478"/>
          <ac:spMkLst>
            <pc:docMk/>
            <pc:sldMk cId="127182332" sldId="261"/>
            <ac:spMk id="25" creationId="{E59EE81D-8FCA-2392-B57F-5B892DD851FA}"/>
          </ac:spMkLst>
        </pc:spChg>
        <pc:spChg chg="add del mod">
          <ac:chgData name="Théo BORTOLOTTO" userId="6c10db7e5b5c4e86" providerId="LiveId" clId="{1DF3B03B-8C1D-476F-A31F-50A791A009CB}" dt="2025-03-04T13:21:42.454" v="1038" actId="478"/>
          <ac:spMkLst>
            <pc:docMk/>
            <pc:sldMk cId="127182332" sldId="261"/>
            <ac:spMk id="26" creationId="{55E30C31-BE24-04F4-402B-E04F07FD7719}"/>
          </ac:spMkLst>
        </pc:spChg>
        <pc:spChg chg="add del mod">
          <ac:chgData name="Théo BORTOLOTTO" userId="6c10db7e5b5c4e86" providerId="LiveId" clId="{1DF3B03B-8C1D-476F-A31F-50A791A009CB}" dt="2025-03-04T13:21:42.454" v="1038" actId="478"/>
          <ac:spMkLst>
            <pc:docMk/>
            <pc:sldMk cId="127182332" sldId="261"/>
            <ac:spMk id="27" creationId="{557EFD2A-3B83-A0E0-0551-5B540F00CE78}"/>
          </ac:spMkLst>
        </pc:spChg>
        <pc:spChg chg="add del mod">
          <ac:chgData name="Théo BORTOLOTTO" userId="6c10db7e5b5c4e86" providerId="LiveId" clId="{1DF3B03B-8C1D-476F-A31F-50A791A009CB}" dt="2025-03-04T13:21:42.454" v="1038" actId="478"/>
          <ac:spMkLst>
            <pc:docMk/>
            <pc:sldMk cId="127182332" sldId="261"/>
            <ac:spMk id="28" creationId="{111BDB4F-0F97-A6E3-23F7-8698AEFD2E18}"/>
          </ac:spMkLst>
        </pc:spChg>
        <pc:spChg chg="add del mod">
          <ac:chgData name="Théo BORTOLOTTO" userId="6c10db7e5b5c4e86" providerId="LiveId" clId="{1DF3B03B-8C1D-476F-A31F-50A791A009CB}" dt="2025-03-04T13:21:42.454" v="1038" actId="478"/>
          <ac:spMkLst>
            <pc:docMk/>
            <pc:sldMk cId="127182332" sldId="261"/>
            <ac:spMk id="29" creationId="{C51945A1-1A20-B27C-6DD2-D5045E9B9515}"/>
          </ac:spMkLst>
        </pc:spChg>
        <pc:spChg chg="add mod">
          <ac:chgData name="Théo BORTOLOTTO" userId="6c10db7e5b5c4e86" providerId="LiveId" clId="{1DF3B03B-8C1D-476F-A31F-50A791A009CB}" dt="2025-03-04T13:21:42.557" v="1039"/>
          <ac:spMkLst>
            <pc:docMk/>
            <pc:sldMk cId="127182332" sldId="261"/>
            <ac:spMk id="30" creationId="{9B4F9536-3CEC-7602-5757-9F595E0D3568}"/>
          </ac:spMkLst>
        </pc:spChg>
        <pc:spChg chg="add mod">
          <ac:chgData name="Théo BORTOLOTTO" userId="6c10db7e5b5c4e86" providerId="LiveId" clId="{1DF3B03B-8C1D-476F-A31F-50A791A009CB}" dt="2025-03-04T13:21:42.557" v="1039"/>
          <ac:spMkLst>
            <pc:docMk/>
            <pc:sldMk cId="127182332" sldId="261"/>
            <ac:spMk id="31" creationId="{0E35EABC-14C1-305D-6A2E-80AA31EED2C7}"/>
          </ac:spMkLst>
        </pc:spChg>
        <pc:spChg chg="add mod">
          <ac:chgData name="Théo BORTOLOTTO" userId="6c10db7e5b5c4e86" providerId="LiveId" clId="{1DF3B03B-8C1D-476F-A31F-50A791A009CB}" dt="2025-03-04T13:21:42.557" v="1039"/>
          <ac:spMkLst>
            <pc:docMk/>
            <pc:sldMk cId="127182332" sldId="261"/>
            <ac:spMk id="32" creationId="{ADAD3800-BA2A-7C3E-7F04-EB9A5E9C15D6}"/>
          </ac:spMkLst>
        </pc:spChg>
        <pc:spChg chg="add mod">
          <ac:chgData name="Théo BORTOLOTTO" userId="6c10db7e5b5c4e86" providerId="LiveId" clId="{1DF3B03B-8C1D-476F-A31F-50A791A009CB}" dt="2025-03-04T13:21:42.557" v="1039"/>
          <ac:spMkLst>
            <pc:docMk/>
            <pc:sldMk cId="127182332" sldId="261"/>
            <ac:spMk id="33" creationId="{CECB624D-F7FE-B4D9-BB27-9BEE73FB4485}"/>
          </ac:spMkLst>
        </pc:spChg>
        <pc:spChg chg="add mod">
          <ac:chgData name="Théo BORTOLOTTO" userId="6c10db7e5b5c4e86" providerId="LiveId" clId="{1DF3B03B-8C1D-476F-A31F-50A791A009CB}" dt="2025-03-04T13:21:42.557" v="1039"/>
          <ac:spMkLst>
            <pc:docMk/>
            <pc:sldMk cId="127182332" sldId="261"/>
            <ac:spMk id="34" creationId="{F85883FE-45F9-EFD0-019A-C7104CAB6F8A}"/>
          </ac:spMkLst>
        </pc:spChg>
        <pc:spChg chg="add mod">
          <ac:chgData name="Théo BORTOLOTTO" userId="6c10db7e5b5c4e86" providerId="LiveId" clId="{1DF3B03B-8C1D-476F-A31F-50A791A009CB}" dt="2025-03-04T13:21:42.557" v="1039"/>
          <ac:spMkLst>
            <pc:docMk/>
            <pc:sldMk cId="127182332" sldId="261"/>
            <ac:spMk id="35" creationId="{55791BCE-35E4-4779-CB3B-8805798389A1}"/>
          </ac:spMkLst>
        </pc:spChg>
        <pc:spChg chg="add mod">
          <ac:chgData name="Théo BORTOLOTTO" userId="6c10db7e5b5c4e86" providerId="LiveId" clId="{1DF3B03B-8C1D-476F-A31F-50A791A009CB}" dt="2025-03-04T13:21:42.557" v="1039"/>
          <ac:spMkLst>
            <pc:docMk/>
            <pc:sldMk cId="127182332" sldId="261"/>
            <ac:spMk id="36" creationId="{32C6E950-359D-9230-8ED3-92F2C671607B}"/>
          </ac:spMkLst>
        </pc:spChg>
      </pc:sldChg>
      <pc:sldChg chg="addSp delSp modSp mod">
        <pc:chgData name="Théo BORTOLOTTO" userId="6c10db7e5b5c4e86" providerId="LiveId" clId="{1DF3B03B-8C1D-476F-A31F-50A791A009CB}" dt="2025-03-04T13:27:08.765" v="1261" actId="20577"/>
        <pc:sldMkLst>
          <pc:docMk/>
          <pc:sldMk cId="1397964089" sldId="262"/>
        </pc:sldMkLst>
        <pc:spChg chg="del">
          <ac:chgData name="Théo BORTOLOTTO" userId="6c10db7e5b5c4e86" providerId="LiveId" clId="{1DF3B03B-8C1D-476F-A31F-50A791A009CB}" dt="2025-03-04T13:18:17.691" v="919" actId="478"/>
          <ac:spMkLst>
            <pc:docMk/>
            <pc:sldMk cId="1397964089" sldId="262"/>
            <ac:spMk id="3" creationId="{C2A2307D-82F7-7B70-8B94-0201C881E1EC}"/>
          </ac:spMkLst>
        </pc:spChg>
        <pc:spChg chg="add del mod">
          <ac:chgData name="Théo BORTOLOTTO" userId="6c10db7e5b5c4e86" providerId="LiveId" clId="{1DF3B03B-8C1D-476F-A31F-50A791A009CB}" dt="2025-03-04T13:21:47.149" v="1040" actId="478"/>
          <ac:spMkLst>
            <pc:docMk/>
            <pc:sldMk cId="1397964089" sldId="262"/>
            <ac:spMk id="6" creationId="{FBFCFD94-569F-4FAC-7CC9-F777EFBA9ED9}"/>
          </ac:spMkLst>
        </pc:spChg>
        <pc:spChg chg="add del mod">
          <ac:chgData name="Théo BORTOLOTTO" userId="6c10db7e5b5c4e86" providerId="LiveId" clId="{1DF3B03B-8C1D-476F-A31F-50A791A009CB}" dt="2025-03-04T13:21:47.149" v="1040" actId="478"/>
          <ac:spMkLst>
            <pc:docMk/>
            <pc:sldMk cId="1397964089" sldId="262"/>
            <ac:spMk id="7" creationId="{6C54F221-CB47-E998-AA20-B91B36546E03}"/>
          </ac:spMkLst>
        </pc:spChg>
        <pc:spChg chg="mod">
          <ac:chgData name="Théo BORTOLOTTO" userId="6c10db7e5b5c4e86" providerId="LiveId" clId="{1DF3B03B-8C1D-476F-A31F-50A791A009CB}" dt="2025-03-04T13:27:08.765" v="1261" actId="20577"/>
          <ac:spMkLst>
            <pc:docMk/>
            <pc:sldMk cId="1397964089" sldId="262"/>
            <ac:spMk id="9" creationId="{A01BF564-614C-4BE1-4156-F852C61CBEF4}"/>
          </ac:spMkLst>
        </pc:spChg>
        <pc:spChg chg="del">
          <ac:chgData name="Théo BORTOLOTTO" userId="6c10db7e5b5c4e86" providerId="LiveId" clId="{1DF3B03B-8C1D-476F-A31F-50A791A009CB}" dt="2025-03-04T13:18:17.691" v="919" actId="478"/>
          <ac:spMkLst>
            <pc:docMk/>
            <pc:sldMk cId="1397964089" sldId="262"/>
            <ac:spMk id="12" creationId="{00F83EDC-9DD5-A64B-B927-9F1B43F8B4FD}"/>
          </ac:spMkLst>
        </pc:spChg>
        <pc:spChg chg="del">
          <ac:chgData name="Théo BORTOLOTTO" userId="6c10db7e5b5c4e86" providerId="LiveId" clId="{1DF3B03B-8C1D-476F-A31F-50A791A009CB}" dt="2025-03-04T13:18:17.691" v="919" actId="478"/>
          <ac:spMkLst>
            <pc:docMk/>
            <pc:sldMk cId="1397964089" sldId="262"/>
            <ac:spMk id="14" creationId="{4CDD1E71-B734-6C14-C3E6-2571230BF822}"/>
          </ac:spMkLst>
        </pc:spChg>
        <pc:spChg chg="del">
          <ac:chgData name="Théo BORTOLOTTO" userId="6c10db7e5b5c4e86" providerId="LiveId" clId="{1DF3B03B-8C1D-476F-A31F-50A791A009CB}" dt="2025-03-04T13:18:17.691" v="919" actId="478"/>
          <ac:spMkLst>
            <pc:docMk/>
            <pc:sldMk cId="1397964089" sldId="262"/>
            <ac:spMk id="15" creationId="{CDE94443-1220-2B39-8DCF-B6BB24A4AA5C}"/>
          </ac:spMkLst>
        </pc:spChg>
        <pc:spChg chg="del">
          <ac:chgData name="Théo BORTOLOTTO" userId="6c10db7e5b5c4e86" providerId="LiveId" clId="{1DF3B03B-8C1D-476F-A31F-50A791A009CB}" dt="2025-03-04T13:18:17.691" v="919" actId="478"/>
          <ac:spMkLst>
            <pc:docMk/>
            <pc:sldMk cId="1397964089" sldId="262"/>
            <ac:spMk id="19" creationId="{76545489-6030-882E-C084-BCC31BF16BE4}"/>
          </ac:spMkLst>
        </pc:spChg>
        <pc:spChg chg="del">
          <ac:chgData name="Théo BORTOLOTTO" userId="6c10db7e5b5c4e86" providerId="LiveId" clId="{1DF3B03B-8C1D-476F-A31F-50A791A009CB}" dt="2025-03-04T13:18:17.691" v="919" actId="478"/>
          <ac:spMkLst>
            <pc:docMk/>
            <pc:sldMk cId="1397964089" sldId="262"/>
            <ac:spMk id="20" creationId="{E89D1530-F426-531E-948E-4765C6F247A3}"/>
          </ac:spMkLst>
        </pc:spChg>
        <pc:spChg chg="del">
          <ac:chgData name="Théo BORTOLOTTO" userId="6c10db7e5b5c4e86" providerId="LiveId" clId="{1DF3B03B-8C1D-476F-A31F-50A791A009CB}" dt="2025-03-04T13:18:17.691" v="919" actId="478"/>
          <ac:spMkLst>
            <pc:docMk/>
            <pc:sldMk cId="1397964089" sldId="262"/>
            <ac:spMk id="21" creationId="{2C3642DB-5ECC-DF15-49B8-A9079557CE62}"/>
          </ac:spMkLst>
        </pc:spChg>
        <pc:spChg chg="del">
          <ac:chgData name="Théo BORTOLOTTO" userId="6c10db7e5b5c4e86" providerId="LiveId" clId="{1DF3B03B-8C1D-476F-A31F-50A791A009CB}" dt="2025-03-04T13:18:17.691" v="919" actId="478"/>
          <ac:spMkLst>
            <pc:docMk/>
            <pc:sldMk cId="1397964089" sldId="262"/>
            <ac:spMk id="22" creationId="{19601668-1E04-3F90-1674-96276AB4630D}"/>
          </ac:spMkLst>
        </pc:spChg>
        <pc:spChg chg="del">
          <ac:chgData name="Théo BORTOLOTTO" userId="6c10db7e5b5c4e86" providerId="LiveId" clId="{1DF3B03B-8C1D-476F-A31F-50A791A009CB}" dt="2025-03-04T13:18:17.691" v="919" actId="478"/>
          <ac:spMkLst>
            <pc:docMk/>
            <pc:sldMk cId="1397964089" sldId="262"/>
            <ac:spMk id="23" creationId="{2240E73D-4B1B-8B36-7FE5-94771E53532D}"/>
          </ac:spMkLst>
        </pc:spChg>
        <pc:spChg chg="del">
          <ac:chgData name="Théo BORTOLOTTO" userId="6c10db7e5b5c4e86" providerId="LiveId" clId="{1DF3B03B-8C1D-476F-A31F-50A791A009CB}" dt="2025-03-04T13:18:17.691" v="919" actId="478"/>
          <ac:spMkLst>
            <pc:docMk/>
            <pc:sldMk cId="1397964089" sldId="262"/>
            <ac:spMk id="24" creationId="{249E3D18-5AC1-58A6-7BF0-FB0CE26F48B7}"/>
          </ac:spMkLst>
        </pc:spChg>
        <pc:spChg chg="add del mod">
          <ac:chgData name="Théo BORTOLOTTO" userId="6c10db7e5b5c4e86" providerId="LiveId" clId="{1DF3B03B-8C1D-476F-A31F-50A791A009CB}" dt="2025-03-04T13:21:47.149" v="1040" actId="478"/>
          <ac:spMkLst>
            <pc:docMk/>
            <pc:sldMk cId="1397964089" sldId="262"/>
            <ac:spMk id="25" creationId="{AB942D7F-937F-AAD9-530A-17B6586FF6C4}"/>
          </ac:spMkLst>
        </pc:spChg>
        <pc:spChg chg="add del mod">
          <ac:chgData name="Théo BORTOLOTTO" userId="6c10db7e5b5c4e86" providerId="LiveId" clId="{1DF3B03B-8C1D-476F-A31F-50A791A009CB}" dt="2025-03-04T13:21:47.149" v="1040" actId="478"/>
          <ac:spMkLst>
            <pc:docMk/>
            <pc:sldMk cId="1397964089" sldId="262"/>
            <ac:spMk id="26" creationId="{0546FA48-B068-BE55-D881-3C668873AEE1}"/>
          </ac:spMkLst>
        </pc:spChg>
        <pc:spChg chg="add del mod">
          <ac:chgData name="Théo BORTOLOTTO" userId="6c10db7e5b5c4e86" providerId="LiveId" clId="{1DF3B03B-8C1D-476F-A31F-50A791A009CB}" dt="2025-03-04T13:21:47.149" v="1040" actId="478"/>
          <ac:spMkLst>
            <pc:docMk/>
            <pc:sldMk cId="1397964089" sldId="262"/>
            <ac:spMk id="27" creationId="{EA2ECF3E-26A2-4F41-3328-1DC684658807}"/>
          </ac:spMkLst>
        </pc:spChg>
        <pc:spChg chg="add del mod">
          <ac:chgData name="Théo BORTOLOTTO" userId="6c10db7e5b5c4e86" providerId="LiveId" clId="{1DF3B03B-8C1D-476F-A31F-50A791A009CB}" dt="2025-03-04T13:21:47.149" v="1040" actId="478"/>
          <ac:spMkLst>
            <pc:docMk/>
            <pc:sldMk cId="1397964089" sldId="262"/>
            <ac:spMk id="28" creationId="{E6C87EB4-D60D-1AC9-68A4-E5D70EB32AA2}"/>
          </ac:spMkLst>
        </pc:spChg>
        <pc:spChg chg="add del mod">
          <ac:chgData name="Théo BORTOLOTTO" userId="6c10db7e5b5c4e86" providerId="LiveId" clId="{1DF3B03B-8C1D-476F-A31F-50A791A009CB}" dt="2025-03-04T13:21:47.149" v="1040" actId="478"/>
          <ac:spMkLst>
            <pc:docMk/>
            <pc:sldMk cId="1397964089" sldId="262"/>
            <ac:spMk id="29" creationId="{C8074199-4C5A-005F-A112-D23AA50DC2FF}"/>
          </ac:spMkLst>
        </pc:spChg>
        <pc:spChg chg="add mod">
          <ac:chgData name="Théo BORTOLOTTO" userId="6c10db7e5b5c4e86" providerId="LiveId" clId="{1DF3B03B-8C1D-476F-A31F-50A791A009CB}" dt="2025-03-04T13:21:47.251" v="1041"/>
          <ac:spMkLst>
            <pc:docMk/>
            <pc:sldMk cId="1397964089" sldId="262"/>
            <ac:spMk id="30" creationId="{4C26B53D-448E-953E-B1CF-2C990BFA71D4}"/>
          </ac:spMkLst>
        </pc:spChg>
        <pc:spChg chg="add mod">
          <ac:chgData name="Théo BORTOLOTTO" userId="6c10db7e5b5c4e86" providerId="LiveId" clId="{1DF3B03B-8C1D-476F-A31F-50A791A009CB}" dt="2025-03-04T13:21:47.251" v="1041"/>
          <ac:spMkLst>
            <pc:docMk/>
            <pc:sldMk cId="1397964089" sldId="262"/>
            <ac:spMk id="31" creationId="{6D77B836-B2D8-6813-AC42-9EF54CFCBCE3}"/>
          </ac:spMkLst>
        </pc:spChg>
        <pc:spChg chg="add mod">
          <ac:chgData name="Théo BORTOLOTTO" userId="6c10db7e5b5c4e86" providerId="LiveId" clId="{1DF3B03B-8C1D-476F-A31F-50A791A009CB}" dt="2025-03-04T13:21:47.251" v="1041"/>
          <ac:spMkLst>
            <pc:docMk/>
            <pc:sldMk cId="1397964089" sldId="262"/>
            <ac:spMk id="32" creationId="{DF8C4C0E-779D-2354-5713-F22978CFEF80}"/>
          </ac:spMkLst>
        </pc:spChg>
        <pc:spChg chg="add mod">
          <ac:chgData name="Théo BORTOLOTTO" userId="6c10db7e5b5c4e86" providerId="LiveId" clId="{1DF3B03B-8C1D-476F-A31F-50A791A009CB}" dt="2025-03-04T13:21:47.251" v="1041"/>
          <ac:spMkLst>
            <pc:docMk/>
            <pc:sldMk cId="1397964089" sldId="262"/>
            <ac:spMk id="33" creationId="{94C12A22-17F2-7559-AE68-68E0312D9880}"/>
          </ac:spMkLst>
        </pc:spChg>
        <pc:spChg chg="add mod">
          <ac:chgData name="Théo BORTOLOTTO" userId="6c10db7e5b5c4e86" providerId="LiveId" clId="{1DF3B03B-8C1D-476F-A31F-50A791A009CB}" dt="2025-03-04T13:21:47.251" v="1041"/>
          <ac:spMkLst>
            <pc:docMk/>
            <pc:sldMk cId="1397964089" sldId="262"/>
            <ac:spMk id="34" creationId="{ED8AE890-318F-7C48-7716-84491E55C184}"/>
          </ac:spMkLst>
        </pc:spChg>
        <pc:spChg chg="add mod">
          <ac:chgData name="Théo BORTOLOTTO" userId="6c10db7e5b5c4e86" providerId="LiveId" clId="{1DF3B03B-8C1D-476F-A31F-50A791A009CB}" dt="2025-03-04T13:21:47.251" v="1041"/>
          <ac:spMkLst>
            <pc:docMk/>
            <pc:sldMk cId="1397964089" sldId="262"/>
            <ac:spMk id="35" creationId="{525D5B98-AB04-856A-74BD-DFE4B7ABD464}"/>
          </ac:spMkLst>
        </pc:spChg>
        <pc:spChg chg="add mod">
          <ac:chgData name="Théo BORTOLOTTO" userId="6c10db7e5b5c4e86" providerId="LiveId" clId="{1DF3B03B-8C1D-476F-A31F-50A791A009CB}" dt="2025-03-04T13:21:47.251" v="1041"/>
          <ac:spMkLst>
            <pc:docMk/>
            <pc:sldMk cId="1397964089" sldId="262"/>
            <ac:spMk id="36" creationId="{B922C060-CD85-9BF7-14BE-049A06076478}"/>
          </ac:spMkLst>
        </pc:spChg>
      </pc:sldChg>
      <pc:sldChg chg="addSp delSp modSp mod">
        <pc:chgData name="Théo BORTOLOTTO" userId="6c10db7e5b5c4e86" providerId="LiveId" clId="{1DF3B03B-8C1D-476F-A31F-50A791A009CB}" dt="2025-03-04T13:21:51.266" v="1043"/>
        <pc:sldMkLst>
          <pc:docMk/>
          <pc:sldMk cId="2549162580" sldId="263"/>
        </pc:sldMkLst>
        <pc:spChg chg="add del mod">
          <ac:chgData name="Théo BORTOLOTTO" userId="6c10db7e5b5c4e86" providerId="LiveId" clId="{1DF3B03B-8C1D-476F-A31F-50A791A009CB}" dt="2025-03-04T13:21:51.103" v="1042" actId="478"/>
          <ac:spMkLst>
            <pc:docMk/>
            <pc:sldMk cId="2549162580" sldId="263"/>
            <ac:spMk id="6" creationId="{9447A895-D64E-2782-0578-B88B5F0B15D9}"/>
          </ac:spMkLst>
        </pc:spChg>
        <pc:spChg chg="add del mod">
          <ac:chgData name="Théo BORTOLOTTO" userId="6c10db7e5b5c4e86" providerId="LiveId" clId="{1DF3B03B-8C1D-476F-A31F-50A791A009CB}" dt="2025-03-04T13:21:51.103" v="1042" actId="478"/>
          <ac:spMkLst>
            <pc:docMk/>
            <pc:sldMk cId="2549162580" sldId="263"/>
            <ac:spMk id="7" creationId="{8E928BA7-954C-2D36-1300-A4D0B48EE597}"/>
          </ac:spMkLst>
        </pc:spChg>
        <pc:spChg chg="mod">
          <ac:chgData name="Théo BORTOLOTTO" userId="6c10db7e5b5c4e86" providerId="LiveId" clId="{1DF3B03B-8C1D-476F-A31F-50A791A009CB}" dt="2025-03-04T12:40:20.450" v="856" actId="113"/>
          <ac:spMkLst>
            <pc:docMk/>
            <pc:sldMk cId="2549162580" sldId="263"/>
            <ac:spMk id="9" creationId="{B06A543A-2D47-D46F-AD8E-E03A6BF267E0}"/>
          </ac:spMkLst>
        </pc:spChg>
        <pc:spChg chg="del">
          <ac:chgData name="Théo BORTOLOTTO" userId="6c10db7e5b5c4e86" providerId="LiveId" clId="{1DF3B03B-8C1D-476F-A31F-50A791A009CB}" dt="2025-03-04T13:18:19.500" v="920" actId="478"/>
          <ac:spMkLst>
            <pc:docMk/>
            <pc:sldMk cId="2549162580" sldId="263"/>
            <ac:spMk id="11" creationId="{1B55E347-AF2D-8CE9-10C7-3A327271817A}"/>
          </ac:spMkLst>
        </pc:spChg>
        <pc:spChg chg="del">
          <ac:chgData name="Théo BORTOLOTTO" userId="6c10db7e5b5c4e86" providerId="LiveId" clId="{1DF3B03B-8C1D-476F-A31F-50A791A009CB}" dt="2025-03-04T13:18:19.500" v="920" actId="478"/>
          <ac:spMkLst>
            <pc:docMk/>
            <pc:sldMk cId="2549162580" sldId="263"/>
            <ac:spMk id="12" creationId="{2E5508B9-CC89-AC83-3D26-D65D7D87A18A}"/>
          </ac:spMkLst>
        </pc:spChg>
        <pc:spChg chg="del">
          <ac:chgData name="Théo BORTOLOTTO" userId="6c10db7e5b5c4e86" providerId="LiveId" clId="{1DF3B03B-8C1D-476F-A31F-50A791A009CB}" dt="2025-03-04T13:18:19.500" v="920" actId="478"/>
          <ac:spMkLst>
            <pc:docMk/>
            <pc:sldMk cId="2549162580" sldId="263"/>
            <ac:spMk id="13" creationId="{52BB1198-0DCE-95F4-2671-B8BA8A04EC5F}"/>
          </ac:spMkLst>
        </pc:spChg>
        <pc:spChg chg="del">
          <ac:chgData name="Théo BORTOLOTTO" userId="6c10db7e5b5c4e86" providerId="LiveId" clId="{1DF3B03B-8C1D-476F-A31F-50A791A009CB}" dt="2025-03-04T13:18:19.500" v="920" actId="478"/>
          <ac:spMkLst>
            <pc:docMk/>
            <pc:sldMk cId="2549162580" sldId="263"/>
            <ac:spMk id="16" creationId="{C945458A-C641-814D-B32D-01B44098D594}"/>
          </ac:spMkLst>
        </pc:spChg>
        <pc:spChg chg="del">
          <ac:chgData name="Théo BORTOLOTTO" userId="6c10db7e5b5c4e86" providerId="LiveId" clId="{1DF3B03B-8C1D-476F-A31F-50A791A009CB}" dt="2025-03-04T13:18:19.500" v="920" actId="478"/>
          <ac:spMkLst>
            <pc:docMk/>
            <pc:sldMk cId="2549162580" sldId="263"/>
            <ac:spMk id="17" creationId="{24CEBDB3-9F45-DB15-2303-CC4EB1B1C359}"/>
          </ac:spMkLst>
        </pc:spChg>
        <pc:spChg chg="del">
          <ac:chgData name="Théo BORTOLOTTO" userId="6c10db7e5b5c4e86" providerId="LiveId" clId="{1DF3B03B-8C1D-476F-A31F-50A791A009CB}" dt="2025-03-04T13:18:19.500" v="920" actId="478"/>
          <ac:spMkLst>
            <pc:docMk/>
            <pc:sldMk cId="2549162580" sldId="263"/>
            <ac:spMk id="18" creationId="{1A3432A8-477A-D7B1-19D3-C2EC8DD5375F}"/>
          </ac:spMkLst>
        </pc:spChg>
        <pc:spChg chg="del">
          <ac:chgData name="Théo BORTOLOTTO" userId="6c10db7e5b5c4e86" providerId="LiveId" clId="{1DF3B03B-8C1D-476F-A31F-50A791A009CB}" dt="2025-03-04T13:18:19.500" v="920" actId="478"/>
          <ac:spMkLst>
            <pc:docMk/>
            <pc:sldMk cId="2549162580" sldId="263"/>
            <ac:spMk id="19" creationId="{CC9F3DFA-8526-DE1C-A6EA-B03B75FBA947}"/>
          </ac:spMkLst>
        </pc:spChg>
        <pc:spChg chg="del">
          <ac:chgData name="Théo BORTOLOTTO" userId="6c10db7e5b5c4e86" providerId="LiveId" clId="{1DF3B03B-8C1D-476F-A31F-50A791A009CB}" dt="2025-03-04T13:18:19.500" v="920" actId="478"/>
          <ac:spMkLst>
            <pc:docMk/>
            <pc:sldMk cId="2549162580" sldId="263"/>
            <ac:spMk id="21" creationId="{ECD3457D-07F3-C465-9752-D03D7666B00B}"/>
          </ac:spMkLst>
        </pc:spChg>
        <pc:spChg chg="del">
          <ac:chgData name="Théo BORTOLOTTO" userId="6c10db7e5b5c4e86" providerId="LiveId" clId="{1DF3B03B-8C1D-476F-A31F-50A791A009CB}" dt="2025-03-04T13:18:19.500" v="920" actId="478"/>
          <ac:spMkLst>
            <pc:docMk/>
            <pc:sldMk cId="2549162580" sldId="263"/>
            <ac:spMk id="22" creationId="{CF332EE5-B0D7-6A8D-AD85-3E39897D51CD}"/>
          </ac:spMkLst>
        </pc:spChg>
        <pc:spChg chg="del">
          <ac:chgData name="Théo BORTOLOTTO" userId="6c10db7e5b5c4e86" providerId="LiveId" clId="{1DF3B03B-8C1D-476F-A31F-50A791A009CB}" dt="2025-03-04T13:18:19.500" v="920" actId="478"/>
          <ac:spMkLst>
            <pc:docMk/>
            <pc:sldMk cId="2549162580" sldId="263"/>
            <ac:spMk id="23" creationId="{14D66919-82B6-56A8-EFF4-2639AFE08A01}"/>
          </ac:spMkLst>
        </pc:spChg>
        <pc:spChg chg="add del mod">
          <ac:chgData name="Théo BORTOLOTTO" userId="6c10db7e5b5c4e86" providerId="LiveId" clId="{1DF3B03B-8C1D-476F-A31F-50A791A009CB}" dt="2025-03-04T13:21:51.103" v="1042" actId="478"/>
          <ac:spMkLst>
            <pc:docMk/>
            <pc:sldMk cId="2549162580" sldId="263"/>
            <ac:spMk id="25" creationId="{12E88AEF-A39A-6E7B-2FBF-D5D79F1B06EB}"/>
          </ac:spMkLst>
        </pc:spChg>
        <pc:spChg chg="add del mod">
          <ac:chgData name="Théo BORTOLOTTO" userId="6c10db7e5b5c4e86" providerId="LiveId" clId="{1DF3B03B-8C1D-476F-A31F-50A791A009CB}" dt="2025-03-04T13:21:51.103" v="1042" actId="478"/>
          <ac:spMkLst>
            <pc:docMk/>
            <pc:sldMk cId="2549162580" sldId="263"/>
            <ac:spMk id="26" creationId="{0B835FDE-AFFA-E1C2-E3CE-4F85DE6822CA}"/>
          </ac:spMkLst>
        </pc:spChg>
        <pc:spChg chg="add del mod">
          <ac:chgData name="Théo BORTOLOTTO" userId="6c10db7e5b5c4e86" providerId="LiveId" clId="{1DF3B03B-8C1D-476F-A31F-50A791A009CB}" dt="2025-03-04T13:21:51.103" v="1042" actId="478"/>
          <ac:spMkLst>
            <pc:docMk/>
            <pc:sldMk cId="2549162580" sldId="263"/>
            <ac:spMk id="27" creationId="{90EBC319-46D1-29F9-D97E-A58FA0E72782}"/>
          </ac:spMkLst>
        </pc:spChg>
        <pc:spChg chg="add del mod">
          <ac:chgData name="Théo BORTOLOTTO" userId="6c10db7e5b5c4e86" providerId="LiveId" clId="{1DF3B03B-8C1D-476F-A31F-50A791A009CB}" dt="2025-03-04T13:21:51.103" v="1042" actId="478"/>
          <ac:spMkLst>
            <pc:docMk/>
            <pc:sldMk cId="2549162580" sldId="263"/>
            <ac:spMk id="28" creationId="{F984C013-F63D-E606-386E-06E9E1C1EEEC}"/>
          </ac:spMkLst>
        </pc:spChg>
        <pc:spChg chg="add del mod">
          <ac:chgData name="Théo BORTOLOTTO" userId="6c10db7e5b5c4e86" providerId="LiveId" clId="{1DF3B03B-8C1D-476F-A31F-50A791A009CB}" dt="2025-03-04T13:21:51.103" v="1042" actId="478"/>
          <ac:spMkLst>
            <pc:docMk/>
            <pc:sldMk cId="2549162580" sldId="263"/>
            <ac:spMk id="29" creationId="{9A589026-A6C1-12C5-0EA7-754A8DD3F283}"/>
          </ac:spMkLst>
        </pc:spChg>
        <pc:spChg chg="add mod">
          <ac:chgData name="Théo BORTOLOTTO" userId="6c10db7e5b5c4e86" providerId="LiveId" clId="{1DF3B03B-8C1D-476F-A31F-50A791A009CB}" dt="2025-03-04T13:21:51.266" v="1043"/>
          <ac:spMkLst>
            <pc:docMk/>
            <pc:sldMk cId="2549162580" sldId="263"/>
            <ac:spMk id="30" creationId="{D83D4425-3E5E-EEEF-87B6-68FEA1DB2C3B}"/>
          </ac:spMkLst>
        </pc:spChg>
        <pc:spChg chg="add mod">
          <ac:chgData name="Théo BORTOLOTTO" userId="6c10db7e5b5c4e86" providerId="LiveId" clId="{1DF3B03B-8C1D-476F-A31F-50A791A009CB}" dt="2025-03-04T13:21:51.266" v="1043"/>
          <ac:spMkLst>
            <pc:docMk/>
            <pc:sldMk cId="2549162580" sldId="263"/>
            <ac:spMk id="31" creationId="{13CF758A-12BD-591E-9DAA-1B938A340A23}"/>
          </ac:spMkLst>
        </pc:spChg>
        <pc:spChg chg="add mod">
          <ac:chgData name="Théo BORTOLOTTO" userId="6c10db7e5b5c4e86" providerId="LiveId" clId="{1DF3B03B-8C1D-476F-A31F-50A791A009CB}" dt="2025-03-04T13:21:51.266" v="1043"/>
          <ac:spMkLst>
            <pc:docMk/>
            <pc:sldMk cId="2549162580" sldId="263"/>
            <ac:spMk id="32" creationId="{09B8798F-8199-3FCF-81AC-70A3F5B6DC16}"/>
          </ac:spMkLst>
        </pc:spChg>
        <pc:spChg chg="add mod">
          <ac:chgData name="Théo BORTOLOTTO" userId="6c10db7e5b5c4e86" providerId="LiveId" clId="{1DF3B03B-8C1D-476F-A31F-50A791A009CB}" dt="2025-03-04T13:21:51.266" v="1043"/>
          <ac:spMkLst>
            <pc:docMk/>
            <pc:sldMk cId="2549162580" sldId="263"/>
            <ac:spMk id="33" creationId="{FB062E0E-4C99-7C2D-D97D-E616E9DFF132}"/>
          </ac:spMkLst>
        </pc:spChg>
        <pc:spChg chg="add mod">
          <ac:chgData name="Théo BORTOLOTTO" userId="6c10db7e5b5c4e86" providerId="LiveId" clId="{1DF3B03B-8C1D-476F-A31F-50A791A009CB}" dt="2025-03-04T13:21:51.266" v="1043"/>
          <ac:spMkLst>
            <pc:docMk/>
            <pc:sldMk cId="2549162580" sldId="263"/>
            <ac:spMk id="34" creationId="{B5D62293-FBE8-264A-FE74-62FFB49EC5E2}"/>
          </ac:spMkLst>
        </pc:spChg>
        <pc:spChg chg="add mod">
          <ac:chgData name="Théo BORTOLOTTO" userId="6c10db7e5b5c4e86" providerId="LiveId" clId="{1DF3B03B-8C1D-476F-A31F-50A791A009CB}" dt="2025-03-04T13:21:51.266" v="1043"/>
          <ac:spMkLst>
            <pc:docMk/>
            <pc:sldMk cId="2549162580" sldId="263"/>
            <ac:spMk id="35" creationId="{81C59E3E-B165-090F-9F85-0AEB4A9E9CCB}"/>
          </ac:spMkLst>
        </pc:spChg>
        <pc:spChg chg="add mod">
          <ac:chgData name="Théo BORTOLOTTO" userId="6c10db7e5b5c4e86" providerId="LiveId" clId="{1DF3B03B-8C1D-476F-A31F-50A791A009CB}" dt="2025-03-04T13:21:51.266" v="1043"/>
          <ac:spMkLst>
            <pc:docMk/>
            <pc:sldMk cId="2549162580" sldId="263"/>
            <ac:spMk id="36" creationId="{A2908757-3534-6670-0B7D-354E8B98F9B1}"/>
          </ac:spMkLst>
        </pc:spChg>
      </pc:sldChg>
      <pc:sldChg chg="addSp delSp modSp mod">
        <pc:chgData name="Théo BORTOLOTTO" userId="6c10db7e5b5c4e86" providerId="LiveId" clId="{1DF3B03B-8C1D-476F-A31F-50A791A009CB}" dt="2025-03-04T13:22:27.622" v="1054" actId="1038"/>
        <pc:sldMkLst>
          <pc:docMk/>
          <pc:sldMk cId="3105225839" sldId="264"/>
        </pc:sldMkLst>
        <pc:spChg chg="add mod">
          <ac:chgData name="Théo BORTOLOTTO" userId="6c10db7e5b5c4e86" providerId="LiveId" clId="{1DF3B03B-8C1D-476F-A31F-50A791A009CB}" dt="2025-03-04T13:22:10.076" v="1048" actId="113"/>
          <ac:spMkLst>
            <pc:docMk/>
            <pc:sldMk cId="3105225839" sldId="264"/>
            <ac:spMk id="2" creationId="{BA0A9589-237B-9514-82CD-343318512A1F}"/>
          </ac:spMkLst>
        </pc:spChg>
        <pc:spChg chg="add mod">
          <ac:chgData name="Théo BORTOLOTTO" userId="6c10db7e5b5c4e86" providerId="LiveId" clId="{1DF3B03B-8C1D-476F-A31F-50A791A009CB}" dt="2025-03-04T13:20:12.388" v="969"/>
          <ac:spMkLst>
            <pc:docMk/>
            <pc:sldMk cId="3105225839" sldId="264"/>
            <ac:spMk id="3" creationId="{AAC2F8FC-9B3B-F743-2992-E17316D7DD81}"/>
          </ac:spMkLst>
        </pc:spChg>
        <pc:spChg chg="add mod">
          <ac:chgData name="Théo BORTOLOTTO" userId="6c10db7e5b5c4e86" providerId="LiveId" clId="{1DF3B03B-8C1D-476F-A31F-50A791A009CB}" dt="2025-03-04T13:22:27.622" v="1054" actId="1038"/>
          <ac:spMkLst>
            <pc:docMk/>
            <pc:sldMk cId="3105225839" sldId="264"/>
            <ac:spMk id="7" creationId="{9C58E12D-2597-B487-9A73-19D2C156BDEB}"/>
          </ac:spMkLst>
        </pc:spChg>
        <pc:spChg chg="del">
          <ac:chgData name="Théo BORTOLOTTO" userId="6c10db7e5b5c4e86" providerId="LiveId" clId="{1DF3B03B-8C1D-476F-A31F-50A791A009CB}" dt="2025-03-04T13:18:21.516" v="921" actId="478"/>
          <ac:spMkLst>
            <pc:docMk/>
            <pc:sldMk cId="3105225839" sldId="264"/>
            <ac:spMk id="11" creationId="{691C3268-DDAB-BF44-9259-CCD6724CD5BA}"/>
          </ac:spMkLst>
        </pc:spChg>
        <pc:spChg chg="del">
          <ac:chgData name="Théo BORTOLOTTO" userId="6c10db7e5b5c4e86" providerId="LiveId" clId="{1DF3B03B-8C1D-476F-A31F-50A791A009CB}" dt="2025-03-04T13:18:21.516" v="921" actId="478"/>
          <ac:spMkLst>
            <pc:docMk/>
            <pc:sldMk cId="3105225839" sldId="264"/>
            <ac:spMk id="13" creationId="{3E45455A-4DE9-DE34-EECB-D2B026B6EE7E}"/>
          </ac:spMkLst>
        </pc:spChg>
        <pc:spChg chg="del">
          <ac:chgData name="Théo BORTOLOTTO" userId="6c10db7e5b5c4e86" providerId="LiveId" clId="{1DF3B03B-8C1D-476F-A31F-50A791A009CB}" dt="2025-03-04T13:18:21.516" v="921" actId="478"/>
          <ac:spMkLst>
            <pc:docMk/>
            <pc:sldMk cId="3105225839" sldId="264"/>
            <ac:spMk id="14" creationId="{08ABF6E6-AD1B-5649-E56D-CCFA082AE6AB}"/>
          </ac:spMkLst>
        </pc:spChg>
        <pc:spChg chg="del">
          <ac:chgData name="Théo BORTOLOTTO" userId="6c10db7e5b5c4e86" providerId="LiveId" clId="{1DF3B03B-8C1D-476F-A31F-50A791A009CB}" dt="2025-03-04T13:18:21.516" v="921" actId="478"/>
          <ac:spMkLst>
            <pc:docMk/>
            <pc:sldMk cId="3105225839" sldId="264"/>
            <ac:spMk id="15" creationId="{CDD4DBBF-51A9-025D-FB50-9CB013E429EA}"/>
          </ac:spMkLst>
        </pc:spChg>
        <pc:spChg chg="del">
          <ac:chgData name="Théo BORTOLOTTO" userId="6c10db7e5b5c4e86" providerId="LiveId" clId="{1DF3B03B-8C1D-476F-A31F-50A791A009CB}" dt="2025-03-04T13:18:21.516" v="921" actId="478"/>
          <ac:spMkLst>
            <pc:docMk/>
            <pc:sldMk cId="3105225839" sldId="264"/>
            <ac:spMk id="16" creationId="{B0A7A9FD-4E4F-4018-0A75-2B7AD3FFC179}"/>
          </ac:spMkLst>
        </pc:spChg>
        <pc:spChg chg="del">
          <ac:chgData name="Théo BORTOLOTTO" userId="6c10db7e5b5c4e86" providerId="LiveId" clId="{1DF3B03B-8C1D-476F-A31F-50A791A009CB}" dt="2025-03-04T13:18:21.516" v="921" actId="478"/>
          <ac:spMkLst>
            <pc:docMk/>
            <pc:sldMk cId="3105225839" sldId="264"/>
            <ac:spMk id="17" creationId="{97E0A29B-CCA5-9254-7946-BFFEF1D0473E}"/>
          </ac:spMkLst>
        </pc:spChg>
        <pc:spChg chg="del">
          <ac:chgData name="Théo BORTOLOTTO" userId="6c10db7e5b5c4e86" providerId="LiveId" clId="{1DF3B03B-8C1D-476F-A31F-50A791A009CB}" dt="2025-03-04T13:18:21.516" v="921" actId="478"/>
          <ac:spMkLst>
            <pc:docMk/>
            <pc:sldMk cId="3105225839" sldId="264"/>
            <ac:spMk id="19" creationId="{DEF264A1-F234-6F6B-4164-0566C555F9DE}"/>
          </ac:spMkLst>
        </pc:spChg>
        <pc:spChg chg="del">
          <ac:chgData name="Théo BORTOLOTTO" userId="6c10db7e5b5c4e86" providerId="LiveId" clId="{1DF3B03B-8C1D-476F-A31F-50A791A009CB}" dt="2025-03-04T13:18:21.516" v="921" actId="478"/>
          <ac:spMkLst>
            <pc:docMk/>
            <pc:sldMk cId="3105225839" sldId="264"/>
            <ac:spMk id="20" creationId="{615EC775-4218-700A-ABF1-9F75B882ABE1}"/>
          </ac:spMkLst>
        </pc:spChg>
        <pc:spChg chg="del">
          <ac:chgData name="Théo BORTOLOTTO" userId="6c10db7e5b5c4e86" providerId="LiveId" clId="{1DF3B03B-8C1D-476F-A31F-50A791A009CB}" dt="2025-03-04T13:18:21.516" v="921" actId="478"/>
          <ac:spMkLst>
            <pc:docMk/>
            <pc:sldMk cId="3105225839" sldId="264"/>
            <ac:spMk id="23" creationId="{B4AC12E5-6CF3-14AD-0157-483E774B487A}"/>
          </ac:spMkLst>
        </pc:spChg>
        <pc:spChg chg="del">
          <ac:chgData name="Théo BORTOLOTTO" userId="6c10db7e5b5c4e86" providerId="LiveId" clId="{1DF3B03B-8C1D-476F-A31F-50A791A009CB}" dt="2025-03-04T13:18:21.516" v="921" actId="478"/>
          <ac:spMkLst>
            <pc:docMk/>
            <pc:sldMk cId="3105225839" sldId="264"/>
            <ac:spMk id="24" creationId="{9B422865-26B0-66E0-BFCD-DBD4063263E2}"/>
          </ac:spMkLst>
        </pc:spChg>
        <pc:spChg chg="add mod">
          <ac:chgData name="Théo BORTOLOTTO" userId="6c10db7e5b5c4e86" providerId="LiveId" clId="{1DF3B03B-8C1D-476F-A31F-50A791A009CB}" dt="2025-03-04T13:20:12.388" v="969"/>
          <ac:spMkLst>
            <pc:docMk/>
            <pc:sldMk cId="3105225839" sldId="264"/>
            <ac:spMk id="25" creationId="{FE148814-A996-3F31-4F41-9804A40CD500}"/>
          </ac:spMkLst>
        </pc:spChg>
        <pc:spChg chg="add mod">
          <ac:chgData name="Théo BORTOLOTTO" userId="6c10db7e5b5c4e86" providerId="LiveId" clId="{1DF3B03B-8C1D-476F-A31F-50A791A009CB}" dt="2025-03-04T13:20:12.388" v="969"/>
          <ac:spMkLst>
            <pc:docMk/>
            <pc:sldMk cId="3105225839" sldId="264"/>
            <ac:spMk id="26" creationId="{EA0D87DA-D8DC-CD18-3A91-14104DA16B3E}"/>
          </ac:spMkLst>
        </pc:spChg>
        <pc:spChg chg="add mod">
          <ac:chgData name="Théo BORTOLOTTO" userId="6c10db7e5b5c4e86" providerId="LiveId" clId="{1DF3B03B-8C1D-476F-A31F-50A791A009CB}" dt="2025-03-04T13:20:12.388" v="969"/>
          <ac:spMkLst>
            <pc:docMk/>
            <pc:sldMk cId="3105225839" sldId="264"/>
            <ac:spMk id="27" creationId="{99205AC2-0CD3-F2DB-5343-17F7BED8E836}"/>
          </ac:spMkLst>
        </pc:spChg>
        <pc:spChg chg="add mod">
          <ac:chgData name="Théo BORTOLOTTO" userId="6c10db7e5b5c4e86" providerId="LiveId" clId="{1DF3B03B-8C1D-476F-A31F-50A791A009CB}" dt="2025-03-04T13:20:12.388" v="969"/>
          <ac:spMkLst>
            <pc:docMk/>
            <pc:sldMk cId="3105225839" sldId="264"/>
            <ac:spMk id="28" creationId="{1BFE208C-3BBA-A8BC-577A-7B601EC9C33B}"/>
          </ac:spMkLst>
        </pc:spChg>
      </pc:sldChg>
      <pc:sldChg chg="addSp delSp modSp mod">
        <pc:chgData name="Théo BORTOLOTTO" userId="6c10db7e5b5c4e86" providerId="LiveId" clId="{1DF3B03B-8C1D-476F-A31F-50A791A009CB}" dt="2025-03-04T13:22:48.287" v="1056"/>
        <pc:sldMkLst>
          <pc:docMk/>
          <pc:sldMk cId="3841500888" sldId="265"/>
        </pc:sldMkLst>
        <pc:spChg chg="add del mod">
          <ac:chgData name="Théo BORTOLOTTO" userId="6c10db7e5b5c4e86" providerId="LiveId" clId="{1DF3B03B-8C1D-476F-A31F-50A791A009CB}" dt="2025-03-04T13:22:48.028" v="1055" actId="478"/>
          <ac:spMkLst>
            <pc:docMk/>
            <pc:sldMk cId="3841500888" sldId="265"/>
            <ac:spMk id="2" creationId="{B9AA6D13-A0A6-1E38-2E6E-1902BE6CA316}"/>
          </ac:spMkLst>
        </pc:spChg>
        <pc:spChg chg="add del mod">
          <ac:chgData name="Théo BORTOLOTTO" userId="6c10db7e5b5c4e86" providerId="LiveId" clId="{1DF3B03B-8C1D-476F-A31F-50A791A009CB}" dt="2025-03-04T13:22:48.028" v="1055" actId="478"/>
          <ac:spMkLst>
            <pc:docMk/>
            <pc:sldMk cId="3841500888" sldId="265"/>
            <ac:spMk id="3" creationId="{5B9C229F-2E91-A797-7567-F2CF453DA609}"/>
          </ac:spMkLst>
        </pc:spChg>
        <pc:spChg chg="add del mod">
          <ac:chgData name="Théo BORTOLOTTO" userId="6c10db7e5b5c4e86" providerId="LiveId" clId="{1DF3B03B-8C1D-476F-A31F-50A791A009CB}" dt="2025-03-04T13:22:48.028" v="1055" actId="478"/>
          <ac:spMkLst>
            <pc:docMk/>
            <pc:sldMk cId="3841500888" sldId="265"/>
            <ac:spMk id="6" creationId="{68532600-8894-791B-A78A-3A365EC48CC9}"/>
          </ac:spMkLst>
        </pc:spChg>
        <pc:spChg chg="add del mod">
          <ac:chgData name="Théo BORTOLOTTO" userId="6c10db7e5b5c4e86" providerId="LiveId" clId="{1DF3B03B-8C1D-476F-A31F-50A791A009CB}" dt="2025-03-04T13:22:48.028" v="1055" actId="478"/>
          <ac:spMkLst>
            <pc:docMk/>
            <pc:sldMk cId="3841500888" sldId="265"/>
            <ac:spMk id="7" creationId="{FB28E056-3BC0-F564-4FE0-2F049FE2030E}"/>
          </ac:spMkLst>
        </pc:spChg>
        <pc:spChg chg="del">
          <ac:chgData name="Théo BORTOLOTTO" userId="6c10db7e5b5c4e86" providerId="LiveId" clId="{1DF3B03B-8C1D-476F-A31F-50A791A009CB}" dt="2025-03-04T13:18:23.853" v="922" actId="478"/>
          <ac:spMkLst>
            <pc:docMk/>
            <pc:sldMk cId="3841500888" sldId="265"/>
            <ac:spMk id="11" creationId="{637A9ACF-E0A2-E7B6-6895-0E1AE54E2AF3}"/>
          </ac:spMkLst>
        </pc:spChg>
        <pc:spChg chg="add del mod">
          <ac:chgData name="Théo BORTOLOTTO" userId="6c10db7e5b5c4e86" providerId="LiveId" clId="{1DF3B03B-8C1D-476F-A31F-50A791A009CB}" dt="2025-03-04T13:22:48.028" v="1055" actId="478"/>
          <ac:spMkLst>
            <pc:docMk/>
            <pc:sldMk cId="3841500888" sldId="265"/>
            <ac:spMk id="13" creationId="{3C8F09EA-3001-466A-E4DD-61857F107C1F}"/>
          </ac:spMkLst>
        </pc:spChg>
        <pc:spChg chg="del">
          <ac:chgData name="Théo BORTOLOTTO" userId="6c10db7e5b5c4e86" providerId="LiveId" clId="{1DF3B03B-8C1D-476F-A31F-50A791A009CB}" dt="2025-03-04T13:18:23.853" v="922" actId="478"/>
          <ac:spMkLst>
            <pc:docMk/>
            <pc:sldMk cId="3841500888" sldId="265"/>
            <ac:spMk id="14" creationId="{2D3FD418-CA64-EC62-4764-5872506FE6AC}"/>
          </ac:spMkLst>
        </pc:spChg>
        <pc:spChg chg="del">
          <ac:chgData name="Théo BORTOLOTTO" userId="6c10db7e5b5c4e86" providerId="LiveId" clId="{1DF3B03B-8C1D-476F-A31F-50A791A009CB}" dt="2025-03-04T13:18:23.853" v="922" actId="478"/>
          <ac:spMkLst>
            <pc:docMk/>
            <pc:sldMk cId="3841500888" sldId="265"/>
            <ac:spMk id="16" creationId="{CB2EB9FA-B2DF-D6FA-CC86-C539BE822395}"/>
          </ac:spMkLst>
        </pc:spChg>
        <pc:spChg chg="del">
          <ac:chgData name="Théo BORTOLOTTO" userId="6c10db7e5b5c4e86" providerId="LiveId" clId="{1DF3B03B-8C1D-476F-A31F-50A791A009CB}" dt="2025-03-04T13:18:23.853" v="922" actId="478"/>
          <ac:spMkLst>
            <pc:docMk/>
            <pc:sldMk cId="3841500888" sldId="265"/>
            <ac:spMk id="17" creationId="{242F0B86-82ED-B03B-96CE-24B430BA15CB}"/>
          </ac:spMkLst>
        </pc:spChg>
        <pc:spChg chg="del">
          <ac:chgData name="Théo BORTOLOTTO" userId="6c10db7e5b5c4e86" providerId="LiveId" clId="{1DF3B03B-8C1D-476F-A31F-50A791A009CB}" dt="2025-03-04T13:18:23.853" v="922" actId="478"/>
          <ac:spMkLst>
            <pc:docMk/>
            <pc:sldMk cId="3841500888" sldId="265"/>
            <ac:spMk id="18" creationId="{E8F2E5CD-AFC4-100C-B2F6-A8F23C6860B1}"/>
          </ac:spMkLst>
        </pc:spChg>
        <pc:spChg chg="del">
          <ac:chgData name="Théo BORTOLOTTO" userId="6c10db7e5b5c4e86" providerId="LiveId" clId="{1DF3B03B-8C1D-476F-A31F-50A791A009CB}" dt="2025-03-04T13:18:23.853" v="922" actId="478"/>
          <ac:spMkLst>
            <pc:docMk/>
            <pc:sldMk cId="3841500888" sldId="265"/>
            <ac:spMk id="20" creationId="{D20C6673-75AB-E12B-1E30-D0066A29D4EC}"/>
          </ac:spMkLst>
        </pc:spChg>
        <pc:spChg chg="del">
          <ac:chgData name="Théo BORTOLOTTO" userId="6c10db7e5b5c4e86" providerId="LiveId" clId="{1DF3B03B-8C1D-476F-A31F-50A791A009CB}" dt="2025-03-04T13:18:23.853" v="922" actId="478"/>
          <ac:spMkLst>
            <pc:docMk/>
            <pc:sldMk cId="3841500888" sldId="265"/>
            <ac:spMk id="21" creationId="{72A0B447-472E-41FA-B204-1463E0FFECF4}"/>
          </ac:spMkLst>
        </pc:spChg>
        <pc:spChg chg="del">
          <ac:chgData name="Théo BORTOLOTTO" userId="6c10db7e5b5c4e86" providerId="LiveId" clId="{1DF3B03B-8C1D-476F-A31F-50A791A009CB}" dt="2025-03-04T13:18:23.853" v="922" actId="478"/>
          <ac:spMkLst>
            <pc:docMk/>
            <pc:sldMk cId="3841500888" sldId="265"/>
            <ac:spMk id="24" creationId="{795E2627-45E7-FD68-9C6E-1FDE71A40E5A}"/>
          </ac:spMkLst>
        </pc:spChg>
        <pc:spChg chg="del">
          <ac:chgData name="Théo BORTOLOTTO" userId="6c10db7e5b5c4e86" providerId="LiveId" clId="{1DF3B03B-8C1D-476F-A31F-50A791A009CB}" dt="2025-03-04T13:18:23.853" v="922" actId="478"/>
          <ac:spMkLst>
            <pc:docMk/>
            <pc:sldMk cId="3841500888" sldId="265"/>
            <ac:spMk id="25" creationId="{EDA1D7CB-D6E4-996E-D2A6-4EC2A8E55177}"/>
          </ac:spMkLst>
        </pc:spChg>
        <pc:spChg chg="del">
          <ac:chgData name="Théo BORTOLOTTO" userId="6c10db7e5b5c4e86" providerId="LiveId" clId="{1DF3B03B-8C1D-476F-A31F-50A791A009CB}" dt="2025-03-04T13:18:23.853" v="922" actId="478"/>
          <ac:spMkLst>
            <pc:docMk/>
            <pc:sldMk cId="3841500888" sldId="265"/>
            <ac:spMk id="26" creationId="{71A2A325-7ED1-E093-7DEB-3C17B7589190}"/>
          </ac:spMkLst>
        </pc:spChg>
        <pc:spChg chg="add del mod">
          <ac:chgData name="Théo BORTOLOTTO" userId="6c10db7e5b5c4e86" providerId="LiveId" clId="{1DF3B03B-8C1D-476F-A31F-50A791A009CB}" dt="2025-03-04T13:22:48.028" v="1055" actId="478"/>
          <ac:spMkLst>
            <pc:docMk/>
            <pc:sldMk cId="3841500888" sldId="265"/>
            <ac:spMk id="27" creationId="{27DCD3EF-D3C9-4423-64BF-1CC1AEA0244D}"/>
          </ac:spMkLst>
        </pc:spChg>
        <pc:spChg chg="add del mod">
          <ac:chgData name="Théo BORTOLOTTO" userId="6c10db7e5b5c4e86" providerId="LiveId" clId="{1DF3B03B-8C1D-476F-A31F-50A791A009CB}" dt="2025-03-04T13:22:48.028" v="1055" actId="478"/>
          <ac:spMkLst>
            <pc:docMk/>
            <pc:sldMk cId="3841500888" sldId="265"/>
            <ac:spMk id="28" creationId="{4A9FE905-3D4F-534B-FBEC-2F8231380158}"/>
          </ac:spMkLst>
        </pc:spChg>
        <pc:spChg chg="add mod">
          <ac:chgData name="Théo BORTOLOTTO" userId="6c10db7e5b5c4e86" providerId="LiveId" clId="{1DF3B03B-8C1D-476F-A31F-50A791A009CB}" dt="2025-03-04T13:22:48.287" v="1056"/>
          <ac:spMkLst>
            <pc:docMk/>
            <pc:sldMk cId="3841500888" sldId="265"/>
            <ac:spMk id="29" creationId="{FA8A65DD-87F4-5FA9-C8A1-E973CA6322EB}"/>
          </ac:spMkLst>
        </pc:spChg>
        <pc:spChg chg="add mod">
          <ac:chgData name="Théo BORTOLOTTO" userId="6c10db7e5b5c4e86" providerId="LiveId" clId="{1DF3B03B-8C1D-476F-A31F-50A791A009CB}" dt="2025-03-04T13:22:48.287" v="1056"/>
          <ac:spMkLst>
            <pc:docMk/>
            <pc:sldMk cId="3841500888" sldId="265"/>
            <ac:spMk id="30" creationId="{0C59CF86-138A-9807-5E51-0206B8A00537}"/>
          </ac:spMkLst>
        </pc:spChg>
        <pc:spChg chg="add mod">
          <ac:chgData name="Théo BORTOLOTTO" userId="6c10db7e5b5c4e86" providerId="LiveId" clId="{1DF3B03B-8C1D-476F-A31F-50A791A009CB}" dt="2025-03-04T13:22:48.287" v="1056"/>
          <ac:spMkLst>
            <pc:docMk/>
            <pc:sldMk cId="3841500888" sldId="265"/>
            <ac:spMk id="31" creationId="{1546C210-8FBE-D414-7C01-7A751E461B69}"/>
          </ac:spMkLst>
        </pc:spChg>
        <pc:spChg chg="add mod">
          <ac:chgData name="Théo BORTOLOTTO" userId="6c10db7e5b5c4e86" providerId="LiveId" clId="{1DF3B03B-8C1D-476F-A31F-50A791A009CB}" dt="2025-03-04T13:22:48.287" v="1056"/>
          <ac:spMkLst>
            <pc:docMk/>
            <pc:sldMk cId="3841500888" sldId="265"/>
            <ac:spMk id="32" creationId="{F903F766-D506-ACCF-F7F5-E2E062025F53}"/>
          </ac:spMkLst>
        </pc:spChg>
        <pc:spChg chg="add mod">
          <ac:chgData name="Théo BORTOLOTTO" userId="6c10db7e5b5c4e86" providerId="LiveId" clId="{1DF3B03B-8C1D-476F-A31F-50A791A009CB}" dt="2025-03-04T13:22:48.287" v="1056"/>
          <ac:spMkLst>
            <pc:docMk/>
            <pc:sldMk cId="3841500888" sldId="265"/>
            <ac:spMk id="33" creationId="{E8C975EC-ECED-042C-55AF-88E07B51EC93}"/>
          </ac:spMkLst>
        </pc:spChg>
        <pc:spChg chg="add mod">
          <ac:chgData name="Théo BORTOLOTTO" userId="6c10db7e5b5c4e86" providerId="LiveId" clId="{1DF3B03B-8C1D-476F-A31F-50A791A009CB}" dt="2025-03-04T13:22:48.287" v="1056"/>
          <ac:spMkLst>
            <pc:docMk/>
            <pc:sldMk cId="3841500888" sldId="265"/>
            <ac:spMk id="34" creationId="{01C1C84E-67D5-C3CC-22B0-BFA6B31BBD4F}"/>
          </ac:spMkLst>
        </pc:spChg>
        <pc:spChg chg="add mod">
          <ac:chgData name="Théo BORTOLOTTO" userId="6c10db7e5b5c4e86" providerId="LiveId" clId="{1DF3B03B-8C1D-476F-A31F-50A791A009CB}" dt="2025-03-04T13:22:48.287" v="1056"/>
          <ac:spMkLst>
            <pc:docMk/>
            <pc:sldMk cId="3841500888" sldId="265"/>
            <ac:spMk id="35" creationId="{24DAFE45-75CF-6C1C-D4F8-23BFCDAAE181}"/>
          </ac:spMkLst>
        </pc:spChg>
      </pc:sldChg>
      <pc:sldChg chg="addSp delSp modSp mod">
        <pc:chgData name="Théo BORTOLOTTO" userId="6c10db7e5b5c4e86" providerId="LiveId" clId="{1DF3B03B-8C1D-476F-A31F-50A791A009CB}" dt="2025-03-04T13:22:50.507" v="1058"/>
        <pc:sldMkLst>
          <pc:docMk/>
          <pc:sldMk cId="2361987523" sldId="266"/>
        </pc:sldMkLst>
        <pc:spChg chg="add del mod">
          <ac:chgData name="Théo BORTOLOTTO" userId="6c10db7e5b5c4e86" providerId="LiveId" clId="{1DF3B03B-8C1D-476F-A31F-50A791A009CB}" dt="2025-03-04T13:22:50.219" v="1057" actId="478"/>
          <ac:spMkLst>
            <pc:docMk/>
            <pc:sldMk cId="2361987523" sldId="266"/>
            <ac:spMk id="2" creationId="{12CBAD75-EA5A-AC86-10BD-565A25088B53}"/>
          </ac:spMkLst>
        </pc:spChg>
        <pc:spChg chg="add del mod">
          <ac:chgData name="Théo BORTOLOTTO" userId="6c10db7e5b5c4e86" providerId="LiveId" clId="{1DF3B03B-8C1D-476F-A31F-50A791A009CB}" dt="2025-03-04T13:22:50.219" v="1057" actId="478"/>
          <ac:spMkLst>
            <pc:docMk/>
            <pc:sldMk cId="2361987523" sldId="266"/>
            <ac:spMk id="6" creationId="{D3ABC72E-8A2F-D08D-1378-07C7B129CAC8}"/>
          </ac:spMkLst>
        </pc:spChg>
        <pc:spChg chg="add del mod">
          <ac:chgData name="Théo BORTOLOTTO" userId="6c10db7e5b5c4e86" providerId="LiveId" clId="{1DF3B03B-8C1D-476F-A31F-50A791A009CB}" dt="2025-03-04T13:22:50.219" v="1057" actId="478"/>
          <ac:spMkLst>
            <pc:docMk/>
            <pc:sldMk cId="2361987523" sldId="266"/>
            <ac:spMk id="8" creationId="{8FBFA5ED-A99D-B46E-DADB-93C525390C65}"/>
          </ac:spMkLst>
        </pc:spChg>
        <pc:spChg chg="del">
          <ac:chgData name="Théo BORTOLOTTO" userId="6c10db7e5b5c4e86" providerId="LiveId" clId="{1DF3B03B-8C1D-476F-A31F-50A791A009CB}" dt="2025-03-04T13:18:26.363" v="923" actId="478"/>
          <ac:spMkLst>
            <pc:docMk/>
            <pc:sldMk cId="2361987523" sldId="266"/>
            <ac:spMk id="10" creationId="{B1BA49A2-FA44-5385-7E0E-1B19DF14351E}"/>
          </ac:spMkLst>
        </pc:spChg>
        <pc:spChg chg="del">
          <ac:chgData name="Théo BORTOLOTTO" userId="6c10db7e5b5c4e86" providerId="LiveId" clId="{1DF3B03B-8C1D-476F-A31F-50A791A009CB}" dt="2025-03-04T13:18:26.363" v="923" actId="478"/>
          <ac:spMkLst>
            <pc:docMk/>
            <pc:sldMk cId="2361987523" sldId="266"/>
            <ac:spMk id="11" creationId="{EE373F4A-0040-B2BF-7BB9-1F061E788935}"/>
          </ac:spMkLst>
        </pc:spChg>
        <pc:spChg chg="add del mod">
          <ac:chgData name="Théo BORTOLOTTO" userId="6c10db7e5b5c4e86" providerId="LiveId" clId="{1DF3B03B-8C1D-476F-A31F-50A791A009CB}" dt="2025-03-04T13:22:50.219" v="1057" actId="478"/>
          <ac:spMkLst>
            <pc:docMk/>
            <pc:sldMk cId="2361987523" sldId="266"/>
            <ac:spMk id="12" creationId="{58F8968F-53A7-9BB8-5A00-6AE1E0EC436A}"/>
          </ac:spMkLst>
        </pc:spChg>
        <pc:spChg chg="del">
          <ac:chgData name="Théo BORTOLOTTO" userId="6c10db7e5b5c4e86" providerId="LiveId" clId="{1DF3B03B-8C1D-476F-A31F-50A791A009CB}" dt="2025-03-04T13:18:26.363" v="923" actId="478"/>
          <ac:spMkLst>
            <pc:docMk/>
            <pc:sldMk cId="2361987523" sldId="266"/>
            <ac:spMk id="14" creationId="{8678F233-CE46-8F35-BA97-964432D6D386}"/>
          </ac:spMkLst>
        </pc:spChg>
        <pc:spChg chg="del">
          <ac:chgData name="Théo BORTOLOTTO" userId="6c10db7e5b5c4e86" providerId="LiveId" clId="{1DF3B03B-8C1D-476F-A31F-50A791A009CB}" dt="2025-03-04T13:18:26.363" v="923" actId="478"/>
          <ac:spMkLst>
            <pc:docMk/>
            <pc:sldMk cId="2361987523" sldId="266"/>
            <ac:spMk id="15" creationId="{56FBF4DF-0751-D8D0-AE8D-EA1536C8AD2A}"/>
          </ac:spMkLst>
        </pc:spChg>
        <pc:spChg chg="del">
          <ac:chgData name="Théo BORTOLOTTO" userId="6c10db7e5b5c4e86" providerId="LiveId" clId="{1DF3B03B-8C1D-476F-A31F-50A791A009CB}" dt="2025-03-04T13:18:26.363" v="923" actId="478"/>
          <ac:spMkLst>
            <pc:docMk/>
            <pc:sldMk cId="2361987523" sldId="266"/>
            <ac:spMk id="16" creationId="{0ADD1893-1D20-FF80-DF34-EF6EFD5D0392}"/>
          </ac:spMkLst>
        </pc:spChg>
        <pc:spChg chg="del">
          <ac:chgData name="Théo BORTOLOTTO" userId="6c10db7e5b5c4e86" providerId="LiveId" clId="{1DF3B03B-8C1D-476F-A31F-50A791A009CB}" dt="2025-03-04T13:18:26.363" v="923" actId="478"/>
          <ac:spMkLst>
            <pc:docMk/>
            <pc:sldMk cId="2361987523" sldId="266"/>
            <ac:spMk id="17" creationId="{44E3C9D9-D241-4C59-B946-B9EE97A7FFEB}"/>
          </ac:spMkLst>
        </pc:spChg>
        <pc:spChg chg="del">
          <ac:chgData name="Théo BORTOLOTTO" userId="6c10db7e5b5c4e86" providerId="LiveId" clId="{1DF3B03B-8C1D-476F-A31F-50A791A009CB}" dt="2025-03-04T13:18:26.363" v="923" actId="478"/>
          <ac:spMkLst>
            <pc:docMk/>
            <pc:sldMk cId="2361987523" sldId="266"/>
            <ac:spMk id="19" creationId="{7639D92E-A6B2-FB81-4CBE-AAC5706F6C69}"/>
          </ac:spMkLst>
        </pc:spChg>
        <pc:spChg chg="del">
          <ac:chgData name="Théo BORTOLOTTO" userId="6c10db7e5b5c4e86" providerId="LiveId" clId="{1DF3B03B-8C1D-476F-A31F-50A791A009CB}" dt="2025-03-04T13:18:26.363" v="923" actId="478"/>
          <ac:spMkLst>
            <pc:docMk/>
            <pc:sldMk cId="2361987523" sldId="266"/>
            <ac:spMk id="20" creationId="{EFD1D9F3-D7DB-82C0-F034-1DAFCA0DA9A9}"/>
          </ac:spMkLst>
        </pc:spChg>
        <pc:spChg chg="del">
          <ac:chgData name="Théo BORTOLOTTO" userId="6c10db7e5b5c4e86" providerId="LiveId" clId="{1DF3B03B-8C1D-476F-A31F-50A791A009CB}" dt="2025-03-04T13:18:26.363" v="923" actId="478"/>
          <ac:spMkLst>
            <pc:docMk/>
            <pc:sldMk cId="2361987523" sldId="266"/>
            <ac:spMk id="24" creationId="{B63EF694-FD30-0B29-5CF4-018A81445204}"/>
          </ac:spMkLst>
        </pc:spChg>
        <pc:spChg chg="del">
          <ac:chgData name="Théo BORTOLOTTO" userId="6c10db7e5b5c4e86" providerId="LiveId" clId="{1DF3B03B-8C1D-476F-A31F-50A791A009CB}" dt="2025-03-04T13:18:26.363" v="923" actId="478"/>
          <ac:spMkLst>
            <pc:docMk/>
            <pc:sldMk cId="2361987523" sldId="266"/>
            <ac:spMk id="25" creationId="{0A3D0CC0-0ADE-6B59-91CF-7CC13D218D91}"/>
          </ac:spMkLst>
        </pc:spChg>
        <pc:spChg chg="add del mod">
          <ac:chgData name="Théo BORTOLOTTO" userId="6c10db7e5b5c4e86" providerId="LiveId" clId="{1DF3B03B-8C1D-476F-A31F-50A791A009CB}" dt="2025-03-04T13:22:50.219" v="1057" actId="478"/>
          <ac:spMkLst>
            <pc:docMk/>
            <pc:sldMk cId="2361987523" sldId="266"/>
            <ac:spMk id="26" creationId="{6265E745-BC01-4985-C75A-B20A397BF4D3}"/>
          </ac:spMkLst>
        </pc:spChg>
        <pc:spChg chg="add del mod">
          <ac:chgData name="Théo BORTOLOTTO" userId="6c10db7e5b5c4e86" providerId="LiveId" clId="{1DF3B03B-8C1D-476F-A31F-50A791A009CB}" dt="2025-03-04T13:22:50.219" v="1057" actId="478"/>
          <ac:spMkLst>
            <pc:docMk/>
            <pc:sldMk cId="2361987523" sldId="266"/>
            <ac:spMk id="27" creationId="{D77D6969-BC00-B25F-22B8-B95DDD92D417}"/>
          </ac:spMkLst>
        </pc:spChg>
        <pc:spChg chg="add del mod">
          <ac:chgData name="Théo BORTOLOTTO" userId="6c10db7e5b5c4e86" providerId="LiveId" clId="{1DF3B03B-8C1D-476F-A31F-50A791A009CB}" dt="2025-03-04T13:22:50.219" v="1057" actId="478"/>
          <ac:spMkLst>
            <pc:docMk/>
            <pc:sldMk cId="2361987523" sldId="266"/>
            <ac:spMk id="28" creationId="{DC0256B7-7F3D-F192-4010-5C891CF8B6E6}"/>
          </ac:spMkLst>
        </pc:spChg>
        <pc:spChg chg="add mod">
          <ac:chgData name="Théo BORTOLOTTO" userId="6c10db7e5b5c4e86" providerId="LiveId" clId="{1DF3B03B-8C1D-476F-A31F-50A791A009CB}" dt="2025-03-04T13:22:50.507" v="1058"/>
          <ac:spMkLst>
            <pc:docMk/>
            <pc:sldMk cId="2361987523" sldId="266"/>
            <ac:spMk id="29" creationId="{885133D2-0B62-0DEC-EE5B-E40F3B983813}"/>
          </ac:spMkLst>
        </pc:spChg>
        <pc:spChg chg="add mod">
          <ac:chgData name="Théo BORTOLOTTO" userId="6c10db7e5b5c4e86" providerId="LiveId" clId="{1DF3B03B-8C1D-476F-A31F-50A791A009CB}" dt="2025-03-04T13:22:50.507" v="1058"/>
          <ac:spMkLst>
            <pc:docMk/>
            <pc:sldMk cId="2361987523" sldId="266"/>
            <ac:spMk id="30" creationId="{A5E02A27-446D-7C0D-85FD-50E85854648B}"/>
          </ac:spMkLst>
        </pc:spChg>
        <pc:spChg chg="add mod">
          <ac:chgData name="Théo BORTOLOTTO" userId="6c10db7e5b5c4e86" providerId="LiveId" clId="{1DF3B03B-8C1D-476F-A31F-50A791A009CB}" dt="2025-03-04T13:22:50.507" v="1058"/>
          <ac:spMkLst>
            <pc:docMk/>
            <pc:sldMk cId="2361987523" sldId="266"/>
            <ac:spMk id="31" creationId="{9F71EDB9-F493-9C6D-7CDF-D3FD2DA0B03B}"/>
          </ac:spMkLst>
        </pc:spChg>
        <pc:spChg chg="add mod">
          <ac:chgData name="Théo BORTOLOTTO" userId="6c10db7e5b5c4e86" providerId="LiveId" clId="{1DF3B03B-8C1D-476F-A31F-50A791A009CB}" dt="2025-03-04T13:22:50.507" v="1058"/>
          <ac:spMkLst>
            <pc:docMk/>
            <pc:sldMk cId="2361987523" sldId="266"/>
            <ac:spMk id="32" creationId="{089C0612-2E06-E41A-F7E9-D4AE2F65ED18}"/>
          </ac:spMkLst>
        </pc:spChg>
        <pc:spChg chg="add mod">
          <ac:chgData name="Théo BORTOLOTTO" userId="6c10db7e5b5c4e86" providerId="LiveId" clId="{1DF3B03B-8C1D-476F-A31F-50A791A009CB}" dt="2025-03-04T13:22:50.507" v="1058"/>
          <ac:spMkLst>
            <pc:docMk/>
            <pc:sldMk cId="2361987523" sldId="266"/>
            <ac:spMk id="33" creationId="{20A2D3BC-6649-F90E-6E26-8DFF55B49CA3}"/>
          </ac:spMkLst>
        </pc:spChg>
        <pc:spChg chg="add mod">
          <ac:chgData name="Théo BORTOLOTTO" userId="6c10db7e5b5c4e86" providerId="LiveId" clId="{1DF3B03B-8C1D-476F-A31F-50A791A009CB}" dt="2025-03-04T13:22:50.507" v="1058"/>
          <ac:spMkLst>
            <pc:docMk/>
            <pc:sldMk cId="2361987523" sldId="266"/>
            <ac:spMk id="34" creationId="{1E8D0F79-3385-C324-EF81-BE9297E6F55B}"/>
          </ac:spMkLst>
        </pc:spChg>
        <pc:spChg chg="add mod">
          <ac:chgData name="Théo BORTOLOTTO" userId="6c10db7e5b5c4e86" providerId="LiveId" clId="{1DF3B03B-8C1D-476F-A31F-50A791A009CB}" dt="2025-03-04T13:22:50.507" v="1058"/>
          <ac:spMkLst>
            <pc:docMk/>
            <pc:sldMk cId="2361987523" sldId="266"/>
            <ac:spMk id="35" creationId="{16D93715-60C1-6ABA-2663-41D8BA0AE74C}"/>
          </ac:spMkLst>
        </pc:spChg>
      </pc:sldChg>
      <pc:sldChg chg="addSp delSp modSp mod">
        <pc:chgData name="Théo BORTOLOTTO" userId="6c10db7e5b5c4e86" providerId="LiveId" clId="{1DF3B03B-8C1D-476F-A31F-50A791A009CB}" dt="2025-03-04T13:22:53.204" v="1060"/>
        <pc:sldMkLst>
          <pc:docMk/>
          <pc:sldMk cId="3943541842" sldId="267"/>
        </pc:sldMkLst>
        <pc:spChg chg="add del mod">
          <ac:chgData name="Théo BORTOLOTTO" userId="6c10db7e5b5c4e86" providerId="LiveId" clId="{1DF3B03B-8C1D-476F-A31F-50A791A009CB}" dt="2025-03-04T13:22:52.989" v="1059" actId="478"/>
          <ac:spMkLst>
            <pc:docMk/>
            <pc:sldMk cId="3943541842" sldId="267"/>
            <ac:spMk id="6" creationId="{B882A9FB-1D89-1ADC-F29E-B94990861554}"/>
          </ac:spMkLst>
        </pc:spChg>
        <pc:spChg chg="del">
          <ac:chgData name="Théo BORTOLOTTO" userId="6c10db7e5b5c4e86" providerId="LiveId" clId="{1DF3B03B-8C1D-476F-A31F-50A791A009CB}" dt="2025-03-04T13:18:27.921" v="924" actId="478"/>
          <ac:spMkLst>
            <pc:docMk/>
            <pc:sldMk cId="3943541842" sldId="267"/>
            <ac:spMk id="7" creationId="{E297E5BB-D7F8-7FDC-5E61-68AD2887C28B}"/>
          </ac:spMkLst>
        </pc:spChg>
        <pc:spChg chg="del">
          <ac:chgData name="Théo BORTOLOTTO" userId="6c10db7e5b5c4e86" providerId="LiveId" clId="{1DF3B03B-8C1D-476F-A31F-50A791A009CB}" dt="2025-03-04T13:18:27.921" v="924" actId="478"/>
          <ac:spMkLst>
            <pc:docMk/>
            <pc:sldMk cId="3943541842" sldId="267"/>
            <ac:spMk id="8" creationId="{4EC75663-583A-F1F0-233F-EEF397A0F1FB}"/>
          </ac:spMkLst>
        </pc:spChg>
        <pc:spChg chg="add del mod">
          <ac:chgData name="Théo BORTOLOTTO" userId="6c10db7e5b5c4e86" providerId="LiveId" clId="{1DF3B03B-8C1D-476F-A31F-50A791A009CB}" dt="2025-03-04T13:22:52.989" v="1059" actId="478"/>
          <ac:spMkLst>
            <pc:docMk/>
            <pc:sldMk cId="3943541842" sldId="267"/>
            <ac:spMk id="10" creationId="{D1B1CC76-2FBB-0DA5-FC25-5A529AD31FAB}"/>
          </ac:spMkLst>
        </pc:spChg>
        <pc:spChg chg="del">
          <ac:chgData name="Théo BORTOLOTTO" userId="6c10db7e5b5c4e86" providerId="LiveId" clId="{1DF3B03B-8C1D-476F-A31F-50A791A009CB}" dt="2025-03-04T13:18:27.921" v="924" actId="478"/>
          <ac:spMkLst>
            <pc:docMk/>
            <pc:sldMk cId="3943541842" sldId="267"/>
            <ac:spMk id="11" creationId="{F06895D4-C72F-54C8-91F2-3C12B59AA6D7}"/>
          </ac:spMkLst>
        </pc:spChg>
        <pc:spChg chg="del">
          <ac:chgData name="Théo BORTOLOTTO" userId="6c10db7e5b5c4e86" providerId="LiveId" clId="{1DF3B03B-8C1D-476F-A31F-50A791A009CB}" dt="2025-03-04T13:18:27.921" v="924" actId="478"/>
          <ac:spMkLst>
            <pc:docMk/>
            <pc:sldMk cId="3943541842" sldId="267"/>
            <ac:spMk id="12" creationId="{9480E36C-39BB-E944-5B4E-EA785E289ED7}"/>
          </ac:spMkLst>
        </pc:spChg>
        <pc:spChg chg="del">
          <ac:chgData name="Théo BORTOLOTTO" userId="6c10db7e5b5c4e86" providerId="LiveId" clId="{1DF3B03B-8C1D-476F-A31F-50A791A009CB}" dt="2025-03-04T13:18:27.921" v="924" actId="478"/>
          <ac:spMkLst>
            <pc:docMk/>
            <pc:sldMk cId="3943541842" sldId="267"/>
            <ac:spMk id="13" creationId="{33733D14-14EC-EB85-E687-E117FD80B719}"/>
          </ac:spMkLst>
        </pc:spChg>
        <pc:spChg chg="del">
          <ac:chgData name="Théo BORTOLOTTO" userId="6c10db7e5b5c4e86" providerId="LiveId" clId="{1DF3B03B-8C1D-476F-A31F-50A791A009CB}" dt="2025-03-04T13:18:27.921" v="924" actId="478"/>
          <ac:spMkLst>
            <pc:docMk/>
            <pc:sldMk cId="3943541842" sldId="267"/>
            <ac:spMk id="15" creationId="{82C6942C-1271-F7CB-7378-E57F8D982798}"/>
          </ac:spMkLst>
        </pc:spChg>
        <pc:spChg chg="del">
          <ac:chgData name="Théo BORTOLOTTO" userId="6c10db7e5b5c4e86" providerId="LiveId" clId="{1DF3B03B-8C1D-476F-A31F-50A791A009CB}" dt="2025-03-04T13:18:27.921" v="924" actId="478"/>
          <ac:spMkLst>
            <pc:docMk/>
            <pc:sldMk cId="3943541842" sldId="267"/>
            <ac:spMk id="17" creationId="{EFC141BD-F533-3085-B273-34D7AC7EF055}"/>
          </ac:spMkLst>
        </pc:spChg>
        <pc:spChg chg="del">
          <ac:chgData name="Théo BORTOLOTTO" userId="6c10db7e5b5c4e86" providerId="LiveId" clId="{1DF3B03B-8C1D-476F-A31F-50A791A009CB}" dt="2025-03-04T13:18:27.921" v="924" actId="478"/>
          <ac:spMkLst>
            <pc:docMk/>
            <pc:sldMk cId="3943541842" sldId="267"/>
            <ac:spMk id="18" creationId="{AAB2AAD0-29CA-C77F-7A43-E742704CD825}"/>
          </ac:spMkLst>
        </pc:spChg>
        <pc:spChg chg="del">
          <ac:chgData name="Théo BORTOLOTTO" userId="6c10db7e5b5c4e86" providerId="LiveId" clId="{1DF3B03B-8C1D-476F-A31F-50A791A009CB}" dt="2025-03-04T13:18:27.921" v="924" actId="478"/>
          <ac:spMkLst>
            <pc:docMk/>
            <pc:sldMk cId="3943541842" sldId="267"/>
            <ac:spMk id="20" creationId="{47959776-AEA3-0811-7B24-248B350083D3}"/>
          </ac:spMkLst>
        </pc:spChg>
        <pc:spChg chg="del">
          <ac:chgData name="Théo BORTOLOTTO" userId="6c10db7e5b5c4e86" providerId="LiveId" clId="{1DF3B03B-8C1D-476F-A31F-50A791A009CB}" dt="2025-03-04T13:18:27.921" v="924" actId="478"/>
          <ac:spMkLst>
            <pc:docMk/>
            <pc:sldMk cId="3943541842" sldId="267"/>
            <ac:spMk id="22" creationId="{EFF06873-AD41-4618-2ABC-83FE493537D7}"/>
          </ac:spMkLst>
        </pc:spChg>
        <pc:spChg chg="add del mod">
          <ac:chgData name="Théo BORTOLOTTO" userId="6c10db7e5b5c4e86" providerId="LiveId" clId="{1DF3B03B-8C1D-476F-A31F-50A791A009CB}" dt="2025-03-04T13:22:52.989" v="1059" actId="478"/>
          <ac:spMkLst>
            <pc:docMk/>
            <pc:sldMk cId="3943541842" sldId="267"/>
            <ac:spMk id="24" creationId="{20893743-C3AD-7CD8-305E-424A78FD8A15}"/>
          </ac:spMkLst>
        </pc:spChg>
        <pc:spChg chg="add del mod">
          <ac:chgData name="Théo BORTOLOTTO" userId="6c10db7e5b5c4e86" providerId="LiveId" clId="{1DF3B03B-8C1D-476F-A31F-50A791A009CB}" dt="2025-03-04T13:22:52.989" v="1059" actId="478"/>
          <ac:spMkLst>
            <pc:docMk/>
            <pc:sldMk cId="3943541842" sldId="267"/>
            <ac:spMk id="25" creationId="{25001C3E-0C3A-3A40-3F35-A317185F7780}"/>
          </ac:spMkLst>
        </pc:spChg>
        <pc:spChg chg="add del mod">
          <ac:chgData name="Théo BORTOLOTTO" userId="6c10db7e5b5c4e86" providerId="LiveId" clId="{1DF3B03B-8C1D-476F-A31F-50A791A009CB}" dt="2025-03-04T13:22:52.989" v="1059" actId="478"/>
          <ac:spMkLst>
            <pc:docMk/>
            <pc:sldMk cId="3943541842" sldId="267"/>
            <ac:spMk id="26" creationId="{9789EA8A-5FF9-5648-13E2-80D8F43AAF87}"/>
          </ac:spMkLst>
        </pc:spChg>
        <pc:spChg chg="add del mod">
          <ac:chgData name="Théo BORTOLOTTO" userId="6c10db7e5b5c4e86" providerId="LiveId" clId="{1DF3B03B-8C1D-476F-A31F-50A791A009CB}" dt="2025-03-04T13:22:52.989" v="1059" actId="478"/>
          <ac:spMkLst>
            <pc:docMk/>
            <pc:sldMk cId="3943541842" sldId="267"/>
            <ac:spMk id="27" creationId="{68194E08-DDA9-DBBF-9817-9A1081C6AEF2}"/>
          </ac:spMkLst>
        </pc:spChg>
        <pc:spChg chg="add del mod">
          <ac:chgData name="Théo BORTOLOTTO" userId="6c10db7e5b5c4e86" providerId="LiveId" clId="{1DF3B03B-8C1D-476F-A31F-50A791A009CB}" dt="2025-03-04T13:22:52.989" v="1059" actId="478"/>
          <ac:spMkLst>
            <pc:docMk/>
            <pc:sldMk cId="3943541842" sldId="267"/>
            <ac:spMk id="28" creationId="{DBAF6D76-4086-F775-3E26-0A1E47EF78FA}"/>
          </ac:spMkLst>
        </pc:spChg>
        <pc:spChg chg="add mod">
          <ac:chgData name="Théo BORTOLOTTO" userId="6c10db7e5b5c4e86" providerId="LiveId" clId="{1DF3B03B-8C1D-476F-A31F-50A791A009CB}" dt="2025-03-04T13:22:53.204" v="1060"/>
          <ac:spMkLst>
            <pc:docMk/>
            <pc:sldMk cId="3943541842" sldId="267"/>
            <ac:spMk id="29" creationId="{06BB199C-F9A6-8B50-6F8A-4DC0A29F82E4}"/>
          </ac:spMkLst>
        </pc:spChg>
        <pc:spChg chg="add mod">
          <ac:chgData name="Théo BORTOLOTTO" userId="6c10db7e5b5c4e86" providerId="LiveId" clId="{1DF3B03B-8C1D-476F-A31F-50A791A009CB}" dt="2025-03-04T13:22:53.204" v="1060"/>
          <ac:spMkLst>
            <pc:docMk/>
            <pc:sldMk cId="3943541842" sldId="267"/>
            <ac:spMk id="30" creationId="{245C9456-8510-6471-2042-35868F905225}"/>
          </ac:spMkLst>
        </pc:spChg>
        <pc:spChg chg="add mod">
          <ac:chgData name="Théo BORTOLOTTO" userId="6c10db7e5b5c4e86" providerId="LiveId" clId="{1DF3B03B-8C1D-476F-A31F-50A791A009CB}" dt="2025-03-04T13:22:53.204" v="1060"/>
          <ac:spMkLst>
            <pc:docMk/>
            <pc:sldMk cId="3943541842" sldId="267"/>
            <ac:spMk id="31" creationId="{059CDA63-C70E-A625-1DC9-C69F9C92CFAC}"/>
          </ac:spMkLst>
        </pc:spChg>
        <pc:spChg chg="add mod">
          <ac:chgData name="Théo BORTOLOTTO" userId="6c10db7e5b5c4e86" providerId="LiveId" clId="{1DF3B03B-8C1D-476F-A31F-50A791A009CB}" dt="2025-03-04T13:22:53.204" v="1060"/>
          <ac:spMkLst>
            <pc:docMk/>
            <pc:sldMk cId="3943541842" sldId="267"/>
            <ac:spMk id="32" creationId="{520E0088-2CC2-327D-676F-2DD3B7E88188}"/>
          </ac:spMkLst>
        </pc:spChg>
        <pc:spChg chg="add mod">
          <ac:chgData name="Théo BORTOLOTTO" userId="6c10db7e5b5c4e86" providerId="LiveId" clId="{1DF3B03B-8C1D-476F-A31F-50A791A009CB}" dt="2025-03-04T13:22:53.204" v="1060"/>
          <ac:spMkLst>
            <pc:docMk/>
            <pc:sldMk cId="3943541842" sldId="267"/>
            <ac:spMk id="33" creationId="{5B2D4185-7F43-6F6C-8480-1E542E5658CE}"/>
          </ac:spMkLst>
        </pc:spChg>
        <pc:spChg chg="add mod">
          <ac:chgData name="Théo BORTOLOTTO" userId="6c10db7e5b5c4e86" providerId="LiveId" clId="{1DF3B03B-8C1D-476F-A31F-50A791A009CB}" dt="2025-03-04T13:22:53.204" v="1060"/>
          <ac:spMkLst>
            <pc:docMk/>
            <pc:sldMk cId="3943541842" sldId="267"/>
            <ac:spMk id="34" creationId="{81F73D29-87A3-AED1-B843-ECE86C34621A}"/>
          </ac:spMkLst>
        </pc:spChg>
        <pc:spChg chg="add mod">
          <ac:chgData name="Théo BORTOLOTTO" userId="6c10db7e5b5c4e86" providerId="LiveId" clId="{1DF3B03B-8C1D-476F-A31F-50A791A009CB}" dt="2025-03-04T13:22:53.204" v="1060"/>
          <ac:spMkLst>
            <pc:docMk/>
            <pc:sldMk cId="3943541842" sldId="267"/>
            <ac:spMk id="35" creationId="{94011629-B558-E9F4-0284-EEF7403AA340}"/>
          </ac:spMkLst>
        </pc:spChg>
      </pc:sldChg>
      <pc:sldChg chg="addSp delSp modSp mod">
        <pc:chgData name="Théo BORTOLOTTO" userId="6c10db7e5b5c4e86" providerId="LiveId" clId="{1DF3B03B-8C1D-476F-A31F-50A791A009CB}" dt="2025-03-04T13:22:59.702" v="1063"/>
        <pc:sldMkLst>
          <pc:docMk/>
          <pc:sldMk cId="3608085028" sldId="268"/>
        </pc:sldMkLst>
        <pc:spChg chg="add del mod">
          <ac:chgData name="Théo BORTOLOTTO" userId="6c10db7e5b5c4e86" providerId="LiveId" clId="{1DF3B03B-8C1D-476F-A31F-50A791A009CB}" dt="2025-03-04T13:22:59.127" v="1062" actId="478"/>
          <ac:spMkLst>
            <pc:docMk/>
            <pc:sldMk cId="3608085028" sldId="268"/>
            <ac:spMk id="3" creationId="{7799969D-3B50-84A0-415D-8864A6F56825}"/>
          </ac:spMkLst>
        </pc:spChg>
        <pc:spChg chg="add del mod">
          <ac:chgData name="Théo BORTOLOTTO" userId="6c10db7e5b5c4e86" providerId="LiveId" clId="{1DF3B03B-8C1D-476F-A31F-50A791A009CB}" dt="2025-03-04T13:22:59.127" v="1062" actId="478"/>
          <ac:spMkLst>
            <pc:docMk/>
            <pc:sldMk cId="3608085028" sldId="268"/>
            <ac:spMk id="6" creationId="{21BC0E3F-DB57-3A5E-2924-92A22365525C}"/>
          </ac:spMkLst>
        </pc:spChg>
        <pc:spChg chg="add del mod">
          <ac:chgData name="Théo BORTOLOTTO" userId="6c10db7e5b5c4e86" providerId="LiveId" clId="{1DF3B03B-8C1D-476F-A31F-50A791A009CB}" dt="2025-03-04T13:22:59.127" v="1062" actId="478"/>
          <ac:spMkLst>
            <pc:docMk/>
            <pc:sldMk cId="3608085028" sldId="268"/>
            <ac:spMk id="11" creationId="{9820A387-3790-E869-4E38-D423739BE7E6}"/>
          </ac:spMkLst>
        </pc:spChg>
        <pc:spChg chg="del">
          <ac:chgData name="Théo BORTOLOTTO" userId="6c10db7e5b5c4e86" providerId="LiveId" clId="{1DF3B03B-8C1D-476F-A31F-50A791A009CB}" dt="2025-03-04T13:18:29.749" v="925" actId="478"/>
          <ac:spMkLst>
            <pc:docMk/>
            <pc:sldMk cId="3608085028" sldId="268"/>
            <ac:spMk id="12" creationId="{F3ECD5A4-2283-A2B7-FBA1-0DAD2C3E5D79}"/>
          </ac:spMkLst>
        </pc:spChg>
        <pc:spChg chg="del">
          <ac:chgData name="Théo BORTOLOTTO" userId="6c10db7e5b5c4e86" providerId="LiveId" clId="{1DF3B03B-8C1D-476F-A31F-50A791A009CB}" dt="2025-03-04T13:18:29.749" v="925" actId="478"/>
          <ac:spMkLst>
            <pc:docMk/>
            <pc:sldMk cId="3608085028" sldId="268"/>
            <ac:spMk id="13" creationId="{709B772F-E044-F50F-A981-F383351F8E98}"/>
          </ac:spMkLst>
        </pc:spChg>
        <pc:spChg chg="del">
          <ac:chgData name="Théo BORTOLOTTO" userId="6c10db7e5b5c4e86" providerId="LiveId" clId="{1DF3B03B-8C1D-476F-A31F-50A791A009CB}" dt="2025-03-04T13:18:29.749" v="925" actId="478"/>
          <ac:spMkLst>
            <pc:docMk/>
            <pc:sldMk cId="3608085028" sldId="268"/>
            <ac:spMk id="14" creationId="{471EF9F1-7482-EFDD-8A1D-C54F69A78A4D}"/>
          </ac:spMkLst>
        </pc:spChg>
        <pc:spChg chg="del">
          <ac:chgData name="Théo BORTOLOTTO" userId="6c10db7e5b5c4e86" providerId="LiveId" clId="{1DF3B03B-8C1D-476F-A31F-50A791A009CB}" dt="2025-03-04T13:18:29.749" v="925" actId="478"/>
          <ac:spMkLst>
            <pc:docMk/>
            <pc:sldMk cId="3608085028" sldId="268"/>
            <ac:spMk id="16" creationId="{1F5FE7D8-DA26-0AD3-77F7-1489F6E0CC25}"/>
          </ac:spMkLst>
        </pc:spChg>
        <pc:spChg chg="del">
          <ac:chgData name="Théo BORTOLOTTO" userId="6c10db7e5b5c4e86" providerId="LiveId" clId="{1DF3B03B-8C1D-476F-A31F-50A791A009CB}" dt="2025-03-04T13:18:29.749" v="925" actId="478"/>
          <ac:spMkLst>
            <pc:docMk/>
            <pc:sldMk cId="3608085028" sldId="268"/>
            <ac:spMk id="18" creationId="{4099EE24-354B-E04F-29CD-8DEC83BB0EB0}"/>
          </ac:spMkLst>
        </pc:spChg>
        <pc:spChg chg="del">
          <ac:chgData name="Théo BORTOLOTTO" userId="6c10db7e5b5c4e86" providerId="LiveId" clId="{1DF3B03B-8C1D-476F-A31F-50A791A009CB}" dt="2025-03-04T13:18:29.749" v="925" actId="478"/>
          <ac:spMkLst>
            <pc:docMk/>
            <pc:sldMk cId="3608085028" sldId="268"/>
            <ac:spMk id="19" creationId="{4E4CB538-DF9A-5D93-BF34-7BD6BDCD7104}"/>
          </ac:spMkLst>
        </pc:spChg>
        <pc:spChg chg="del">
          <ac:chgData name="Théo BORTOLOTTO" userId="6c10db7e5b5c4e86" providerId="LiveId" clId="{1DF3B03B-8C1D-476F-A31F-50A791A009CB}" dt="2025-03-04T13:18:29.749" v="925" actId="478"/>
          <ac:spMkLst>
            <pc:docMk/>
            <pc:sldMk cId="3608085028" sldId="268"/>
            <ac:spMk id="21" creationId="{220CA9B5-97A4-E193-5BD1-C8966EE87385}"/>
          </ac:spMkLst>
        </pc:spChg>
        <pc:spChg chg="del">
          <ac:chgData name="Théo BORTOLOTTO" userId="6c10db7e5b5c4e86" providerId="LiveId" clId="{1DF3B03B-8C1D-476F-A31F-50A791A009CB}" dt="2025-03-04T13:18:29.749" v="925" actId="478"/>
          <ac:spMkLst>
            <pc:docMk/>
            <pc:sldMk cId="3608085028" sldId="268"/>
            <ac:spMk id="22" creationId="{4CBDBAA6-1698-3C80-6563-1D4FD640DEC9}"/>
          </ac:spMkLst>
        </pc:spChg>
        <pc:spChg chg="del">
          <ac:chgData name="Théo BORTOLOTTO" userId="6c10db7e5b5c4e86" providerId="LiveId" clId="{1DF3B03B-8C1D-476F-A31F-50A791A009CB}" dt="2025-03-04T13:18:29.749" v="925" actId="478"/>
          <ac:spMkLst>
            <pc:docMk/>
            <pc:sldMk cId="3608085028" sldId="268"/>
            <ac:spMk id="23" creationId="{C3D2C658-C311-643E-BC98-B9B9C0EB1E21}"/>
          </ac:spMkLst>
        </pc:spChg>
        <pc:spChg chg="del">
          <ac:chgData name="Théo BORTOLOTTO" userId="6c10db7e5b5c4e86" providerId="LiveId" clId="{1DF3B03B-8C1D-476F-A31F-50A791A009CB}" dt="2025-03-04T13:18:29.749" v="925" actId="478"/>
          <ac:spMkLst>
            <pc:docMk/>
            <pc:sldMk cId="3608085028" sldId="268"/>
            <ac:spMk id="24" creationId="{72DA6624-73DF-D4A5-CA3E-AFBFB25C0B76}"/>
          </ac:spMkLst>
        </pc:spChg>
        <pc:spChg chg="add del mod">
          <ac:chgData name="Théo BORTOLOTTO" userId="6c10db7e5b5c4e86" providerId="LiveId" clId="{1DF3B03B-8C1D-476F-A31F-50A791A009CB}" dt="2025-03-04T13:22:59.127" v="1062" actId="478"/>
          <ac:spMkLst>
            <pc:docMk/>
            <pc:sldMk cId="3608085028" sldId="268"/>
            <ac:spMk id="25" creationId="{2C0E9987-17FE-E46D-9F67-69DADAC8A6E8}"/>
          </ac:spMkLst>
        </pc:spChg>
        <pc:spChg chg="add del mod">
          <ac:chgData name="Théo BORTOLOTTO" userId="6c10db7e5b5c4e86" providerId="LiveId" clId="{1DF3B03B-8C1D-476F-A31F-50A791A009CB}" dt="2025-03-04T13:22:59.127" v="1062" actId="478"/>
          <ac:spMkLst>
            <pc:docMk/>
            <pc:sldMk cId="3608085028" sldId="268"/>
            <ac:spMk id="26" creationId="{16860E0C-80DF-8CB5-7B3D-8497F3F11D30}"/>
          </ac:spMkLst>
        </pc:spChg>
        <pc:spChg chg="add del mod">
          <ac:chgData name="Théo BORTOLOTTO" userId="6c10db7e5b5c4e86" providerId="LiveId" clId="{1DF3B03B-8C1D-476F-A31F-50A791A009CB}" dt="2025-03-04T13:22:59.127" v="1062" actId="478"/>
          <ac:spMkLst>
            <pc:docMk/>
            <pc:sldMk cId="3608085028" sldId="268"/>
            <ac:spMk id="27" creationId="{9EDB1EC5-2E5B-158A-9062-F64423BC601D}"/>
          </ac:spMkLst>
        </pc:spChg>
        <pc:spChg chg="add del mod">
          <ac:chgData name="Théo BORTOLOTTO" userId="6c10db7e5b5c4e86" providerId="LiveId" clId="{1DF3B03B-8C1D-476F-A31F-50A791A009CB}" dt="2025-03-04T13:22:59.127" v="1062" actId="478"/>
          <ac:spMkLst>
            <pc:docMk/>
            <pc:sldMk cId="3608085028" sldId="268"/>
            <ac:spMk id="28" creationId="{88D92BA7-F7C8-A39F-1616-985BDF0863BC}"/>
          </ac:spMkLst>
        </pc:spChg>
        <pc:spChg chg="add mod">
          <ac:chgData name="Théo BORTOLOTTO" userId="6c10db7e5b5c4e86" providerId="LiveId" clId="{1DF3B03B-8C1D-476F-A31F-50A791A009CB}" dt="2025-03-04T13:22:55.866" v="1061"/>
          <ac:spMkLst>
            <pc:docMk/>
            <pc:sldMk cId="3608085028" sldId="268"/>
            <ac:spMk id="29" creationId="{7F3759FF-DC07-B494-4D47-29B5EAC44D89}"/>
          </ac:spMkLst>
        </pc:spChg>
        <pc:spChg chg="add mod">
          <ac:chgData name="Théo BORTOLOTTO" userId="6c10db7e5b5c4e86" providerId="LiveId" clId="{1DF3B03B-8C1D-476F-A31F-50A791A009CB}" dt="2025-03-04T13:22:55.866" v="1061"/>
          <ac:spMkLst>
            <pc:docMk/>
            <pc:sldMk cId="3608085028" sldId="268"/>
            <ac:spMk id="30" creationId="{0A74F29D-6DAF-2D92-EC14-EB52D50DC4F5}"/>
          </ac:spMkLst>
        </pc:spChg>
        <pc:spChg chg="add mod">
          <ac:chgData name="Théo BORTOLOTTO" userId="6c10db7e5b5c4e86" providerId="LiveId" clId="{1DF3B03B-8C1D-476F-A31F-50A791A009CB}" dt="2025-03-04T13:22:55.866" v="1061"/>
          <ac:spMkLst>
            <pc:docMk/>
            <pc:sldMk cId="3608085028" sldId="268"/>
            <ac:spMk id="31" creationId="{FE8E37E2-5051-542F-9A21-F04485AF9E18}"/>
          </ac:spMkLst>
        </pc:spChg>
        <pc:spChg chg="add mod">
          <ac:chgData name="Théo BORTOLOTTO" userId="6c10db7e5b5c4e86" providerId="LiveId" clId="{1DF3B03B-8C1D-476F-A31F-50A791A009CB}" dt="2025-03-04T13:22:55.866" v="1061"/>
          <ac:spMkLst>
            <pc:docMk/>
            <pc:sldMk cId="3608085028" sldId="268"/>
            <ac:spMk id="32" creationId="{D3FCF23C-0B4C-4ED1-975B-CFF05DA12222}"/>
          </ac:spMkLst>
        </pc:spChg>
        <pc:spChg chg="add mod">
          <ac:chgData name="Théo BORTOLOTTO" userId="6c10db7e5b5c4e86" providerId="LiveId" clId="{1DF3B03B-8C1D-476F-A31F-50A791A009CB}" dt="2025-03-04T13:22:55.866" v="1061"/>
          <ac:spMkLst>
            <pc:docMk/>
            <pc:sldMk cId="3608085028" sldId="268"/>
            <ac:spMk id="33" creationId="{7463E3C0-8022-F9F7-7246-AB974830C014}"/>
          </ac:spMkLst>
        </pc:spChg>
        <pc:spChg chg="add mod">
          <ac:chgData name="Théo BORTOLOTTO" userId="6c10db7e5b5c4e86" providerId="LiveId" clId="{1DF3B03B-8C1D-476F-A31F-50A791A009CB}" dt="2025-03-04T13:22:55.866" v="1061"/>
          <ac:spMkLst>
            <pc:docMk/>
            <pc:sldMk cId="3608085028" sldId="268"/>
            <ac:spMk id="34" creationId="{25FD9FE3-D1B4-1DD0-1D38-63FF90E35208}"/>
          </ac:spMkLst>
        </pc:spChg>
        <pc:spChg chg="add mod">
          <ac:chgData name="Théo BORTOLOTTO" userId="6c10db7e5b5c4e86" providerId="LiveId" clId="{1DF3B03B-8C1D-476F-A31F-50A791A009CB}" dt="2025-03-04T13:22:55.866" v="1061"/>
          <ac:spMkLst>
            <pc:docMk/>
            <pc:sldMk cId="3608085028" sldId="268"/>
            <ac:spMk id="35" creationId="{4609D51E-5704-9D5F-A33E-96932E3F4BD6}"/>
          </ac:spMkLst>
        </pc:spChg>
        <pc:spChg chg="add mod">
          <ac:chgData name="Théo BORTOLOTTO" userId="6c10db7e5b5c4e86" providerId="LiveId" clId="{1DF3B03B-8C1D-476F-A31F-50A791A009CB}" dt="2025-03-04T13:22:59.702" v="1063"/>
          <ac:spMkLst>
            <pc:docMk/>
            <pc:sldMk cId="3608085028" sldId="268"/>
            <ac:spMk id="36" creationId="{39AFD344-4DAF-2EA1-715D-6000A3CA1F91}"/>
          </ac:spMkLst>
        </pc:spChg>
        <pc:spChg chg="add mod">
          <ac:chgData name="Théo BORTOLOTTO" userId="6c10db7e5b5c4e86" providerId="LiveId" clId="{1DF3B03B-8C1D-476F-A31F-50A791A009CB}" dt="2025-03-04T13:22:59.702" v="1063"/>
          <ac:spMkLst>
            <pc:docMk/>
            <pc:sldMk cId="3608085028" sldId="268"/>
            <ac:spMk id="37" creationId="{F0C5E40F-E610-1D9D-7FDD-8B958299F88B}"/>
          </ac:spMkLst>
        </pc:spChg>
        <pc:spChg chg="add mod">
          <ac:chgData name="Théo BORTOLOTTO" userId="6c10db7e5b5c4e86" providerId="LiveId" clId="{1DF3B03B-8C1D-476F-A31F-50A791A009CB}" dt="2025-03-04T13:22:59.702" v="1063"/>
          <ac:spMkLst>
            <pc:docMk/>
            <pc:sldMk cId="3608085028" sldId="268"/>
            <ac:spMk id="38" creationId="{F06C9170-F64F-065A-50FE-807B7F2A6BF1}"/>
          </ac:spMkLst>
        </pc:spChg>
        <pc:spChg chg="add mod">
          <ac:chgData name="Théo BORTOLOTTO" userId="6c10db7e5b5c4e86" providerId="LiveId" clId="{1DF3B03B-8C1D-476F-A31F-50A791A009CB}" dt="2025-03-04T13:22:59.702" v="1063"/>
          <ac:spMkLst>
            <pc:docMk/>
            <pc:sldMk cId="3608085028" sldId="268"/>
            <ac:spMk id="39" creationId="{12762545-B14E-718B-80C1-64587C94E688}"/>
          </ac:spMkLst>
        </pc:spChg>
        <pc:spChg chg="add mod">
          <ac:chgData name="Théo BORTOLOTTO" userId="6c10db7e5b5c4e86" providerId="LiveId" clId="{1DF3B03B-8C1D-476F-A31F-50A791A009CB}" dt="2025-03-04T13:22:59.702" v="1063"/>
          <ac:spMkLst>
            <pc:docMk/>
            <pc:sldMk cId="3608085028" sldId="268"/>
            <ac:spMk id="40" creationId="{6F668338-562A-CD2E-BEC9-8E833D11138C}"/>
          </ac:spMkLst>
        </pc:spChg>
        <pc:spChg chg="add mod">
          <ac:chgData name="Théo BORTOLOTTO" userId="6c10db7e5b5c4e86" providerId="LiveId" clId="{1DF3B03B-8C1D-476F-A31F-50A791A009CB}" dt="2025-03-04T13:22:59.702" v="1063"/>
          <ac:spMkLst>
            <pc:docMk/>
            <pc:sldMk cId="3608085028" sldId="268"/>
            <ac:spMk id="41" creationId="{AF460732-0F2A-DCC9-D90A-7A19CCF2C660}"/>
          </ac:spMkLst>
        </pc:spChg>
        <pc:spChg chg="add mod">
          <ac:chgData name="Théo BORTOLOTTO" userId="6c10db7e5b5c4e86" providerId="LiveId" clId="{1DF3B03B-8C1D-476F-A31F-50A791A009CB}" dt="2025-03-04T13:22:59.702" v="1063"/>
          <ac:spMkLst>
            <pc:docMk/>
            <pc:sldMk cId="3608085028" sldId="268"/>
            <ac:spMk id="42" creationId="{67940A11-1AD7-71CA-AE13-C39AE6D8BD7C}"/>
          </ac:spMkLst>
        </pc:spChg>
        <pc:graphicFrameChg chg="modGraphic">
          <ac:chgData name="Théo BORTOLOTTO" userId="6c10db7e5b5c4e86" providerId="LiveId" clId="{1DF3B03B-8C1D-476F-A31F-50A791A009CB}" dt="2025-03-03T13:19:06.984" v="415" actId="14100"/>
          <ac:graphicFrameMkLst>
            <pc:docMk/>
            <pc:sldMk cId="3608085028" sldId="268"/>
            <ac:graphicFrameMk id="2" creationId="{61663F77-75B0-60BA-1546-13E23752AED2}"/>
          </ac:graphicFrameMkLst>
        </pc:graphicFrameChg>
      </pc:sldChg>
      <pc:sldChg chg="addSp delSp modSp mod">
        <pc:chgData name="Théo BORTOLOTTO" userId="6c10db7e5b5c4e86" providerId="LiveId" clId="{1DF3B03B-8C1D-476F-A31F-50A791A009CB}" dt="2025-03-04T13:23:04.782" v="1065"/>
        <pc:sldMkLst>
          <pc:docMk/>
          <pc:sldMk cId="2052791653" sldId="269"/>
        </pc:sldMkLst>
        <pc:spChg chg="add del mod">
          <ac:chgData name="Théo BORTOLOTTO" userId="6c10db7e5b5c4e86" providerId="LiveId" clId="{1DF3B03B-8C1D-476F-A31F-50A791A009CB}" dt="2025-03-04T13:23:04.489" v="1064" actId="478"/>
          <ac:spMkLst>
            <pc:docMk/>
            <pc:sldMk cId="2052791653" sldId="269"/>
            <ac:spMk id="2" creationId="{ACC4EED6-1F7C-B837-816F-4FA5A47EADD0}"/>
          </ac:spMkLst>
        </pc:spChg>
        <pc:spChg chg="add del mod">
          <ac:chgData name="Théo BORTOLOTTO" userId="6c10db7e5b5c4e86" providerId="LiveId" clId="{1DF3B03B-8C1D-476F-A31F-50A791A009CB}" dt="2025-03-04T13:23:04.489" v="1064" actId="478"/>
          <ac:spMkLst>
            <pc:docMk/>
            <pc:sldMk cId="2052791653" sldId="269"/>
            <ac:spMk id="3" creationId="{1987A6B1-C475-172B-402C-4AB788CE63C7}"/>
          </ac:spMkLst>
        </pc:spChg>
        <pc:spChg chg="add del mod">
          <ac:chgData name="Théo BORTOLOTTO" userId="6c10db7e5b5c4e86" providerId="LiveId" clId="{1DF3B03B-8C1D-476F-A31F-50A791A009CB}" dt="2025-03-04T13:23:04.489" v="1064" actId="478"/>
          <ac:spMkLst>
            <pc:docMk/>
            <pc:sldMk cId="2052791653" sldId="269"/>
            <ac:spMk id="6" creationId="{A3A7E116-190B-EF41-C466-AABD4C4762A8}"/>
          </ac:spMkLst>
        </pc:spChg>
        <pc:spChg chg="add del mod">
          <ac:chgData name="Théo BORTOLOTTO" userId="6c10db7e5b5c4e86" providerId="LiveId" clId="{1DF3B03B-8C1D-476F-A31F-50A791A009CB}" dt="2025-03-04T13:23:04.489" v="1064" actId="478"/>
          <ac:spMkLst>
            <pc:docMk/>
            <pc:sldMk cId="2052791653" sldId="269"/>
            <ac:spMk id="7" creationId="{F466A6DC-300C-33E0-A482-4B21E8152914}"/>
          </ac:spMkLst>
        </pc:spChg>
        <pc:spChg chg="add del mod">
          <ac:chgData name="Théo BORTOLOTTO" userId="6c10db7e5b5c4e86" providerId="LiveId" clId="{1DF3B03B-8C1D-476F-A31F-50A791A009CB}" dt="2025-03-04T13:23:04.489" v="1064" actId="478"/>
          <ac:spMkLst>
            <pc:docMk/>
            <pc:sldMk cId="2052791653" sldId="269"/>
            <ac:spMk id="8" creationId="{13FC7E27-4E31-1E49-65D0-B1A122DFEE18}"/>
          </ac:spMkLst>
        </pc:spChg>
        <pc:spChg chg="add del mod">
          <ac:chgData name="Théo BORTOLOTTO" userId="6c10db7e5b5c4e86" providerId="LiveId" clId="{1DF3B03B-8C1D-476F-A31F-50A791A009CB}" dt="2025-03-04T13:23:04.489" v="1064" actId="478"/>
          <ac:spMkLst>
            <pc:docMk/>
            <pc:sldMk cId="2052791653" sldId="269"/>
            <ac:spMk id="10" creationId="{5D57B8CD-7DDB-EDEC-4A32-FB6BEC0C8ACC}"/>
          </ac:spMkLst>
        </pc:spChg>
        <pc:spChg chg="add del mod">
          <ac:chgData name="Théo BORTOLOTTO" userId="6c10db7e5b5c4e86" providerId="LiveId" clId="{1DF3B03B-8C1D-476F-A31F-50A791A009CB}" dt="2025-03-04T13:23:04.489" v="1064" actId="478"/>
          <ac:spMkLst>
            <pc:docMk/>
            <pc:sldMk cId="2052791653" sldId="269"/>
            <ac:spMk id="11" creationId="{FACDC7CE-F724-83B6-17B7-E7E82F14F26C}"/>
          </ac:spMkLst>
        </pc:spChg>
        <pc:spChg chg="add mod">
          <ac:chgData name="Théo BORTOLOTTO" userId="6c10db7e5b5c4e86" providerId="LiveId" clId="{1DF3B03B-8C1D-476F-A31F-50A791A009CB}" dt="2025-03-04T13:23:04.782" v="1065"/>
          <ac:spMkLst>
            <pc:docMk/>
            <pc:sldMk cId="2052791653" sldId="269"/>
            <ac:spMk id="12" creationId="{E4808231-2C04-771A-BE83-E24FF9E62F69}"/>
          </ac:spMkLst>
        </pc:spChg>
        <pc:spChg chg="add mod">
          <ac:chgData name="Théo BORTOLOTTO" userId="6c10db7e5b5c4e86" providerId="LiveId" clId="{1DF3B03B-8C1D-476F-A31F-50A791A009CB}" dt="2025-03-04T13:23:04.782" v="1065"/>
          <ac:spMkLst>
            <pc:docMk/>
            <pc:sldMk cId="2052791653" sldId="269"/>
            <ac:spMk id="13" creationId="{A61298B1-8CDD-CA6F-D1C9-3E4D172F1B59}"/>
          </ac:spMkLst>
        </pc:spChg>
        <pc:spChg chg="add mod">
          <ac:chgData name="Théo BORTOLOTTO" userId="6c10db7e5b5c4e86" providerId="LiveId" clId="{1DF3B03B-8C1D-476F-A31F-50A791A009CB}" dt="2025-03-04T13:23:04.782" v="1065"/>
          <ac:spMkLst>
            <pc:docMk/>
            <pc:sldMk cId="2052791653" sldId="269"/>
            <ac:spMk id="14" creationId="{3D919BE4-B471-54E1-3A06-F5DCB3002C68}"/>
          </ac:spMkLst>
        </pc:spChg>
        <pc:spChg chg="add mod">
          <ac:chgData name="Théo BORTOLOTTO" userId="6c10db7e5b5c4e86" providerId="LiveId" clId="{1DF3B03B-8C1D-476F-A31F-50A791A009CB}" dt="2025-03-04T13:23:04.782" v="1065"/>
          <ac:spMkLst>
            <pc:docMk/>
            <pc:sldMk cId="2052791653" sldId="269"/>
            <ac:spMk id="15" creationId="{476D03AE-C74E-65CD-8294-B377B4BAE4C0}"/>
          </ac:spMkLst>
        </pc:spChg>
        <pc:spChg chg="add mod">
          <ac:chgData name="Théo BORTOLOTTO" userId="6c10db7e5b5c4e86" providerId="LiveId" clId="{1DF3B03B-8C1D-476F-A31F-50A791A009CB}" dt="2025-03-04T13:23:04.782" v="1065"/>
          <ac:spMkLst>
            <pc:docMk/>
            <pc:sldMk cId="2052791653" sldId="269"/>
            <ac:spMk id="16" creationId="{D5AF83ED-60B3-CA96-2349-301902E7E3CB}"/>
          </ac:spMkLst>
        </pc:spChg>
        <pc:spChg chg="add mod">
          <ac:chgData name="Théo BORTOLOTTO" userId="6c10db7e5b5c4e86" providerId="LiveId" clId="{1DF3B03B-8C1D-476F-A31F-50A791A009CB}" dt="2025-03-04T13:23:04.782" v="1065"/>
          <ac:spMkLst>
            <pc:docMk/>
            <pc:sldMk cId="2052791653" sldId="269"/>
            <ac:spMk id="17" creationId="{A4800B2B-2341-FAA2-850B-73ECDA5B8052}"/>
          </ac:spMkLst>
        </pc:spChg>
        <pc:spChg chg="del">
          <ac:chgData name="Théo BORTOLOTTO" userId="6c10db7e5b5c4e86" providerId="LiveId" clId="{1DF3B03B-8C1D-476F-A31F-50A791A009CB}" dt="2025-03-04T13:18:32.741" v="926" actId="478"/>
          <ac:spMkLst>
            <pc:docMk/>
            <pc:sldMk cId="2052791653" sldId="269"/>
            <ac:spMk id="21" creationId="{F64B0BDA-29D6-4E8F-DAC9-A40261FB7512}"/>
          </ac:spMkLst>
        </pc:spChg>
        <pc:spChg chg="add mod">
          <ac:chgData name="Théo BORTOLOTTO" userId="6c10db7e5b5c4e86" providerId="LiveId" clId="{1DF3B03B-8C1D-476F-A31F-50A791A009CB}" dt="2025-03-04T13:23:04.782" v="1065"/>
          <ac:spMkLst>
            <pc:docMk/>
            <pc:sldMk cId="2052791653" sldId="269"/>
            <ac:spMk id="22" creationId="{DEA315A8-C07E-380E-81A5-DE424F9589CE}"/>
          </ac:spMkLst>
        </pc:spChg>
        <pc:spChg chg="del">
          <ac:chgData name="Théo BORTOLOTTO" userId="6c10db7e5b5c4e86" providerId="LiveId" clId="{1DF3B03B-8C1D-476F-A31F-50A791A009CB}" dt="2025-03-04T13:18:32.741" v="926" actId="478"/>
          <ac:spMkLst>
            <pc:docMk/>
            <pc:sldMk cId="2052791653" sldId="269"/>
            <ac:spMk id="23" creationId="{798889B7-DF0B-7F2D-7C2D-0F972BB4B395}"/>
          </ac:spMkLst>
        </pc:spChg>
        <pc:spChg chg="del">
          <ac:chgData name="Théo BORTOLOTTO" userId="6c10db7e5b5c4e86" providerId="LiveId" clId="{1DF3B03B-8C1D-476F-A31F-50A791A009CB}" dt="2025-03-04T13:18:32.741" v="926" actId="478"/>
          <ac:spMkLst>
            <pc:docMk/>
            <pc:sldMk cId="2052791653" sldId="269"/>
            <ac:spMk id="24" creationId="{F739A9B5-51EF-7419-053E-F0D99212BD3F}"/>
          </ac:spMkLst>
        </pc:spChg>
        <pc:spChg chg="del">
          <ac:chgData name="Théo BORTOLOTTO" userId="6c10db7e5b5c4e86" providerId="LiveId" clId="{1DF3B03B-8C1D-476F-A31F-50A791A009CB}" dt="2025-03-04T13:18:32.741" v="926" actId="478"/>
          <ac:spMkLst>
            <pc:docMk/>
            <pc:sldMk cId="2052791653" sldId="269"/>
            <ac:spMk id="27" creationId="{82A7AF1A-A174-9A89-01E0-863C19B13EB7}"/>
          </ac:spMkLst>
        </pc:spChg>
        <pc:spChg chg="del">
          <ac:chgData name="Théo BORTOLOTTO" userId="6c10db7e5b5c4e86" providerId="LiveId" clId="{1DF3B03B-8C1D-476F-A31F-50A791A009CB}" dt="2025-03-04T13:18:32.741" v="926" actId="478"/>
          <ac:spMkLst>
            <pc:docMk/>
            <pc:sldMk cId="2052791653" sldId="269"/>
            <ac:spMk id="29" creationId="{A19476C5-0C7A-632F-1A5D-D85C282075EA}"/>
          </ac:spMkLst>
        </pc:spChg>
        <pc:spChg chg="del">
          <ac:chgData name="Théo BORTOLOTTO" userId="6c10db7e5b5c4e86" providerId="LiveId" clId="{1DF3B03B-8C1D-476F-A31F-50A791A009CB}" dt="2025-03-04T13:18:32.741" v="926" actId="478"/>
          <ac:spMkLst>
            <pc:docMk/>
            <pc:sldMk cId="2052791653" sldId="269"/>
            <ac:spMk id="30" creationId="{2FC06886-7CBD-7464-F841-0AD28B794ED1}"/>
          </ac:spMkLst>
        </pc:spChg>
        <pc:spChg chg="del">
          <ac:chgData name="Théo BORTOLOTTO" userId="6c10db7e5b5c4e86" providerId="LiveId" clId="{1DF3B03B-8C1D-476F-A31F-50A791A009CB}" dt="2025-03-04T13:18:32.741" v="926" actId="478"/>
          <ac:spMkLst>
            <pc:docMk/>
            <pc:sldMk cId="2052791653" sldId="269"/>
            <ac:spMk id="31" creationId="{232773A7-FFAC-1F62-7E70-43A206427E1D}"/>
          </ac:spMkLst>
        </pc:spChg>
        <pc:spChg chg="del">
          <ac:chgData name="Théo BORTOLOTTO" userId="6c10db7e5b5c4e86" providerId="LiveId" clId="{1DF3B03B-8C1D-476F-A31F-50A791A009CB}" dt="2025-03-04T13:18:32.741" v="926" actId="478"/>
          <ac:spMkLst>
            <pc:docMk/>
            <pc:sldMk cId="2052791653" sldId="269"/>
            <ac:spMk id="32" creationId="{275CA92D-2080-D625-1782-99992E934727}"/>
          </ac:spMkLst>
        </pc:spChg>
        <pc:spChg chg="del">
          <ac:chgData name="Théo BORTOLOTTO" userId="6c10db7e5b5c4e86" providerId="LiveId" clId="{1DF3B03B-8C1D-476F-A31F-50A791A009CB}" dt="2025-03-04T13:18:32.741" v="926" actId="478"/>
          <ac:spMkLst>
            <pc:docMk/>
            <pc:sldMk cId="2052791653" sldId="269"/>
            <ac:spMk id="33" creationId="{3FDE80B0-A313-51BA-9E67-77DFD5D950A1}"/>
          </ac:spMkLst>
        </pc:spChg>
        <pc:spChg chg="del">
          <ac:chgData name="Théo BORTOLOTTO" userId="6c10db7e5b5c4e86" providerId="LiveId" clId="{1DF3B03B-8C1D-476F-A31F-50A791A009CB}" dt="2025-03-04T13:18:32.741" v="926" actId="478"/>
          <ac:spMkLst>
            <pc:docMk/>
            <pc:sldMk cId="2052791653" sldId="269"/>
            <ac:spMk id="35" creationId="{453B3457-FA52-269D-1E87-ED02C49D979D}"/>
          </ac:spMkLst>
        </pc:spChg>
      </pc:sldChg>
      <pc:sldChg chg="addSp delSp modSp mod">
        <pc:chgData name="Théo BORTOLOTTO" userId="6c10db7e5b5c4e86" providerId="LiveId" clId="{1DF3B03B-8C1D-476F-A31F-50A791A009CB}" dt="2025-03-04T13:23:32.651" v="1083" actId="207"/>
        <pc:sldMkLst>
          <pc:docMk/>
          <pc:sldMk cId="53484064" sldId="270"/>
        </pc:sldMkLst>
        <pc:spChg chg="add mod">
          <ac:chgData name="Théo BORTOLOTTO" userId="6c10db7e5b5c4e86" providerId="LiveId" clId="{1DF3B03B-8C1D-476F-A31F-50A791A009CB}" dt="2025-03-04T13:23:32.651" v="1083" actId="207"/>
          <ac:spMkLst>
            <pc:docMk/>
            <pc:sldMk cId="53484064" sldId="270"/>
            <ac:spMk id="2" creationId="{B46CD9B7-062E-C965-C9B1-94B1BE10E654}"/>
          </ac:spMkLst>
        </pc:spChg>
        <pc:spChg chg="del">
          <ac:chgData name="Théo BORTOLOTTO" userId="6c10db7e5b5c4e86" providerId="LiveId" clId="{1DF3B03B-8C1D-476F-A31F-50A791A009CB}" dt="2025-03-04T13:18:34.958" v="927" actId="478"/>
          <ac:spMkLst>
            <pc:docMk/>
            <pc:sldMk cId="53484064" sldId="270"/>
            <ac:spMk id="7" creationId="{8A89A67D-2EAC-589C-7B8B-6AF70F3B696E}"/>
          </ac:spMkLst>
        </pc:spChg>
        <pc:spChg chg="del">
          <ac:chgData name="Théo BORTOLOTTO" userId="6c10db7e5b5c4e86" providerId="LiveId" clId="{1DF3B03B-8C1D-476F-A31F-50A791A009CB}" dt="2025-03-04T13:18:34.958" v="927" actId="478"/>
          <ac:spMkLst>
            <pc:docMk/>
            <pc:sldMk cId="53484064" sldId="270"/>
            <ac:spMk id="8" creationId="{0040332D-77DA-70DB-53BD-AC98DBA1FBBA}"/>
          </ac:spMkLst>
        </pc:spChg>
        <pc:spChg chg="add mod">
          <ac:chgData name="Théo BORTOLOTTO" userId="6c10db7e5b5c4e86" providerId="LiveId" clId="{1DF3B03B-8C1D-476F-A31F-50A791A009CB}" dt="2025-03-04T13:20:17.397" v="975"/>
          <ac:spMkLst>
            <pc:docMk/>
            <pc:sldMk cId="53484064" sldId="270"/>
            <ac:spMk id="9" creationId="{7DEFF085-0D8B-B9E5-2272-06F06D1ED57D}"/>
          </ac:spMkLst>
        </pc:spChg>
        <pc:spChg chg="del">
          <ac:chgData name="Théo BORTOLOTTO" userId="6c10db7e5b5c4e86" providerId="LiveId" clId="{1DF3B03B-8C1D-476F-A31F-50A791A009CB}" dt="2025-03-04T13:18:34.958" v="927" actId="478"/>
          <ac:spMkLst>
            <pc:docMk/>
            <pc:sldMk cId="53484064" sldId="270"/>
            <ac:spMk id="11" creationId="{B54A95FE-0D45-D138-B8A7-4C50C7D0B6BD}"/>
          </ac:spMkLst>
        </pc:spChg>
        <pc:spChg chg="del">
          <ac:chgData name="Théo BORTOLOTTO" userId="6c10db7e5b5c4e86" providerId="LiveId" clId="{1DF3B03B-8C1D-476F-A31F-50A791A009CB}" dt="2025-03-04T13:18:34.958" v="927" actId="478"/>
          <ac:spMkLst>
            <pc:docMk/>
            <pc:sldMk cId="53484064" sldId="270"/>
            <ac:spMk id="12" creationId="{7EDFA581-FEFD-5987-EF83-5B006DFE062B}"/>
          </ac:spMkLst>
        </pc:spChg>
        <pc:spChg chg="del">
          <ac:chgData name="Théo BORTOLOTTO" userId="6c10db7e5b5c4e86" providerId="LiveId" clId="{1DF3B03B-8C1D-476F-A31F-50A791A009CB}" dt="2025-03-04T13:18:34.958" v="927" actId="478"/>
          <ac:spMkLst>
            <pc:docMk/>
            <pc:sldMk cId="53484064" sldId="270"/>
            <ac:spMk id="16" creationId="{0372EB58-42B1-836F-D4C8-F2D219D6FB1E}"/>
          </ac:spMkLst>
        </pc:spChg>
        <pc:spChg chg="add mod">
          <ac:chgData name="Théo BORTOLOTTO" userId="6c10db7e5b5c4e86" providerId="LiveId" clId="{1DF3B03B-8C1D-476F-A31F-50A791A009CB}" dt="2025-03-04T13:20:17.397" v="975"/>
          <ac:spMkLst>
            <pc:docMk/>
            <pc:sldMk cId="53484064" sldId="270"/>
            <ac:spMk id="18" creationId="{1936AB1F-A0F2-585B-4276-56B8ED3F70E1}"/>
          </ac:spMkLst>
        </pc:spChg>
        <pc:spChg chg="del">
          <ac:chgData name="Théo BORTOLOTTO" userId="6c10db7e5b5c4e86" providerId="LiveId" clId="{1DF3B03B-8C1D-476F-A31F-50A791A009CB}" dt="2025-03-04T13:18:34.958" v="927" actId="478"/>
          <ac:spMkLst>
            <pc:docMk/>
            <pc:sldMk cId="53484064" sldId="270"/>
            <ac:spMk id="19" creationId="{D03730B1-9C1B-D6F5-6A08-72C0CE83A66A}"/>
          </ac:spMkLst>
        </pc:spChg>
        <pc:spChg chg="del">
          <ac:chgData name="Théo BORTOLOTTO" userId="6c10db7e5b5c4e86" providerId="LiveId" clId="{1DF3B03B-8C1D-476F-A31F-50A791A009CB}" dt="2025-03-04T13:18:34.958" v="927" actId="478"/>
          <ac:spMkLst>
            <pc:docMk/>
            <pc:sldMk cId="53484064" sldId="270"/>
            <ac:spMk id="20" creationId="{E0B02FC1-7FA4-5DD6-80DA-335E63CBEC99}"/>
          </ac:spMkLst>
        </pc:spChg>
        <pc:spChg chg="del">
          <ac:chgData name="Théo BORTOLOTTO" userId="6c10db7e5b5c4e86" providerId="LiveId" clId="{1DF3B03B-8C1D-476F-A31F-50A791A009CB}" dt="2025-03-04T13:18:34.958" v="927" actId="478"/>
          <ac:spMkLst>
            <pc:docMk/>
            <pc:sldMk cId="53484064" sldId="270"/>
            <ac:spMk id="21" creationId="{BCE4B0C0-5B85-E614-8289-5C331FFD88D2}"/>
          </ac:spMkLst>
        </pc:spChg>
        <pc:spChg chg="del">
          <ac:chgData name="Théo BORTOLOTTO" userId="6c10db7e5b5c4e86" providerId="LiveId" clId="{1DF3B03B-8C1D-476F-A31F-50A791A009CB}" dt="2025-03-04T13:18:34.958" v="927" actId="478"/>
          <ac:spMkLst>
            <pc:docMk/>
            <pc:sldMk cId="53484064" sldId="270"/>
            <ac:spMk id="22" creationId="{395308B4-A0C7-EFEF-1329-1E521941E758}"/>
          </ac:spMkLst>
        </pc:spChg>
        <pc:spChg chg="del">
          <ac:chgData name="Théo BORTOLOTTO" userId="6c10db7e5b5c4e86" providerId="LiveId" clId="{1DF3B03B-8C1D-476F-A31F-50A791A009CB}" dt="2025-03-04T13:18:34.958" v="927" actId="478"/>
          <ac:spMkLst>
            <pc:docMk/>
            <pc:sldMk cId="53484064" sldId="270"/>
            <ac:spMk id="23" creationId="{A955C4D9-C959-7B36-FBE8-2E27507DB22E}"/>
          </ac:spMkLst>
        </pc:spChg>
        <pc:spChg chg="add mod">
          <ac:chgData name="Théo BORTOLOTTO" userId="6c10db7e5b5c4e86" providerId="LiveId" clId="{1DF3B03B-8C1D-476F-A31F-50A791A009CB}" dt="2025-03-04T13:23:18.281" v="1078" actId="1037"/>
          <ac:spMkLst>
            <pc:docMk/>
            <pc:sldMk cId="53484064" sldId="270"/>
            <ac:spMk id="24" creationId="{07D0C070-4674-F6BC-6E3C-80FB49C52D0C}"/>
          </ac:spMkLst>
        </pc:spChg>
        <pc:spChg chg="add mod">
          <ac:chgData name="Théo BORTOLOTTO" userId="6c10db7e5b5c4e86" providerId="LiveId" clId="{1DF3B03B-8C1D-476F-A31F-50A791A009CB}" dt="2025-03-04T13:20:17.397" v="975"/>
          <ac:spMkLst>
            <pc:docMk/>
            <pc:sldMk cId="53484064" sldId="270"/>
            <ac:spMk id="25" creationId="{4CD696BE-D393-08FA-F488-C7CE57F7E1C7}"/>
          </ac:spMkLst>
        </pc:spChg>
        <pc:spChg chg="add mod">
          <ac:chgData name="Théo BORTOLOTTO" userId="6c10db7e5b5c4e86" providerId="LiveId" clId="{1DF3B03B-8C1D-476F-A31F-50A791A009CB}" dt="2025-03-04T13:20:17.397" v="975"/>
          <ac:spMkLst>
            <pc:docMk/>
            <pc:sldMk cId="53484064" sldId="270"/>
            <ac:spMk id="26" creationId="{1FB4CE20-05D3-A38E-360E-CE9493B105DE}"/>
          </ac:spMkLst>
        </pc:spChg>
        <pc:spChg chg="add mod">
          <ac:chgData name="Théo BORTOLOTTO" userId="6c10db7e5b5c4e86" providerId="LiveId" clId="{1DF3B03B-8C1D-476F-A31F-50A791A009CB}" dt="2025-03-04T13:20:17.397" v="975"/>
          <ac:spMkLst>
            <pc:docMk/>
            <pc:sldMk cId="53484064" sldId="270"/>
            <ac:spMk id="27" creationId="{A2A72192-AAE9-1704-737C-CC0CE2006109}"/>
          </ac:spMkLst>
        </pc:spChg>
      </pc:sldChg>
      <pc:sldChg chg="modSp del mod">
        <pc:chgData name="Théo BORTOLOTTO" userId="6c10db7e5b5c4e86" providerId="LiveId" clId="{1DF3B03B-8C1D-476F-A31F-50A791A009CB}" dt="2025-03-03T13:18:51.292" v="412" actId="47"/>
        <pc:sldMkLst>
          <pc:docMk/>
          <pc:sldMk cId="2018574396" sldId="271"/>
        </pc:sldMkLst>
        <pc:graphicFrameChg chg="modGraphic">
          <ac:chgData name="Théo BORTOLOTTO" userId="6c10db7e5b5c4e86" providerId="LiveId" clId="{1DF3B03B-8C1D-476F-A31F-50A791A009CB}" dt="2025-03-03T13:17:55.233" v="411" actId="20577"/>
          <ac:graphicFrameMkLst>
            <pc:docMk/>
            <pc:sldMk cId="2018574396" sldId="271"/>
            <ac:graphicFrameMk id="15" creationId="{D0AD0D21-31AA-69AA-C4C0-87B2FCC0E3BC}"/>
          </ac:graphicFrameMkLst>
        </pc:graphicFrameChg>
      </pc:sldChg>
      <pc:sldChg chg="addSp delSp modSp mod">
        <pc:chgData name="Théo BORTOLOTTO" userId="6c10db7e5b5c4e86" providerId="LiveId" clId="{1DF3B03B-8C1D-476F-A31F-50A791A009CB}" dt="2025-03-04T13:24:16.383" v="1125"/>
        <pc:sldMkLst>
          <pc:docMk/>
          <pc:sldMk cId="930086149" sldId="272"/>
        </pc:sldMkLst>
        <pc:spChg chg="add del mod">
          <ac:chgData name="Théo BORTOLOTTO" userId="6c10db7e5b5c4e86" providerId="LiveId" clId="{1DF3B03B-8C1D-476F-A31F-50A791A009CB}" dt="2025-03-04T13:24:16.187" v="1124" actId="478"/>
          <ac:spMkLst>
            <pc:docMk/>
            <pc:sldMk cId="930086149" sldId="272"/>
            <ac:spMk id="7" creationId="{CD6ED990-BE46-1BB0-2911-C367D98FF63D}"/>
          </ac:spMkLst>
        </pc:spChg>
        <pc:spChg chg="add del mod">
          <ac:chgData name="Théo BORTOLOTTO" userId="6c10db7e5b5c4e86" providerId="LiveId" clId="{1DF3B03B-8C1D-476F-A31F-50A791A009CB}" dt="2025-03-04T13:24:16.187" v="1124" actId="478"/>
          <ac:spMkLst>
            <pc:docMk/>
            <pc:sldMk cId="930086149" sldId="272"/>
            <ac:spMk id="8" creationId="{46F7EF0E-F1F6-9279-F2B7-69EEA13EA278}"/>
          </ac:spMkLst>
        </pc:spChg>
        <pc:spChg chg="add del mod">
          <ac:chgData name="Théo BORTOLOTTO" userId="6c10db7e5b5c4e86" providerId="LiveId" clId="{1DF3B03B-8C1D-476F-A31F-50A791A009CB}" dt="2025-03-04T13:24:16.187" v="1124" actId="478"/>
          <ac:spMkLst>
            <pc:docMk/>
            <pc:sldMk cId="930086149" sldId="272"/>
            <ac:spMk id="9" creationId="{6F6EC19A-4C35-E110-5F57-71A4CD2D1AF3}"/>
          </ac:spMkLst>
        </pc:spChg>
        <pc:spChg chg="add del mod">
          <ac:chgData name="Théo BORTOLOTTO" userId="6c10db7e5b5c4e86" providerId="LiveId" clId="{1DF3B03B-8C1D-476F-A31F-50A791A009CB}" dt="2025-03-04T13:24:16.187" v="1124" actId="478"/>
          <ac:spMkLst>
            <pc:docMk/>
            <pc:sldMk cId="930086149" sldId="272"/>
            <ac:spMk id="11" creationId="{1DF08222-8848-ACF4-31FE-8C512D21D728}"/>
          </ac:spMkLst>
        </pc:spChg>
        <pc:spChg chg="add del mod">
          <ac:chgData name="Théo BORTOLOTTO" userId="6c10db7e5b5c4e86" providerId="LiveId" clId="{1DF3B03B-8C1D-476F-A31F-50A791A009CB}" dt="2025-03-04T13:24:16.187" v="1124" actId="478"/>
          <ac:spMkLst>
            <pc:docMk/>
            <pc:sldMk cId="930086149" sldId="272"/>
            <ac:spMk id="12" creationId="{EAB9D5F6-3354-7075-A7B5-AC7935CF1549}"/>
          </ac:spMkLst>
        </pc:spChg>
        <pc:spChg chg="add del mod">
          <ac:chgData name="Théo BORTOLOTTO" userId="6c10db7e5b5c4e86" providerId="LiveId" clId="{1DF3B03B-8C1D-476F-A31F-50A791A009CB}" dt="2025-03-04T13:24:16.187" v="1124" actId="478"/>
          <ac:spMkLst>
            <pc:docMk/>
            <pc:sldMk cId="930086149" sldId="272"/>
            <ac:spMk id="13" creationId="{EB8B459F-FC2A-CE8E-C748-F0418C89E3B5}"/>
          </ac:spMkLst>
        </pc:spChg>
        <pc:spChg chg="del">
          <ac:chgData name="Théo BORTOLOTTO" userId="6c10db7e5b5c4e86" providerId="LiveId" clId="{1DF3B03B-8C1D-476F-A31F-50A791A009CB}" dt="2025-03-04T13:18:39.407" v="929" actId="478"/>
          <ac:spMkLst>
            <pc:docMk/>
            <pc:sldMk cId="930086149" sldId="272"/>
            <ac:spMk id="14" creationId="{045EFB02-BB05-E04A-DF6B-458B406F9360}"/>
          </ac:spMkLst>
        </pc:spChg>
        <pc:spChg chg="del">
          <ac:chgData name="Théo BORTOLOTTO" userId="6c10db7e5b5c4e86" providerId="LiveId" clId="{1DF3B03B-8C1D-476F-A31F-50A791A009CB}" dt="2025-03-04T13:18:39.407" v="929" actId="478"/>
          <ac:spMkLst>
            <pc:docMk/>
            <pc:sldMk cId="930086149" sldId="272"/>
            <ac:spMk id="15" creationId="{D04C73C0-F995-C288-A442-F79E5F8AE6D2}"/>
          </ac:spMkLst>
        </pc:spChg>
        <pc:spChg chg="del">
          <ac:chgData name="Théo BORTOLOTTO" userId="6c10db7e5b5c4e86" providerId="LiveId" clId="{1DF3B03B-8C1D-476F-A31F-50A791A009CB}" dt="2025-03-04T13:18:39.407" v="929" actId="478"/>
          <ac:spMkLst>
            <pc:docMk/>
            <pc:sldMk cId="930086149" sldId="272"/>
            <ac:spMk id="16" creationId="{86D71CED-9E27-F650-0BBB-F93A1266E56A}"/>
          </ac:spMkLst>
        </pc:spChg>
        <pc:spChg chg="del">
          <ac:chgData name="Théo BORTOLOTTO" userId="6c10db7e5b5c4e86" providerId="LiveId" clId="{1DF3B03B-8C1D-476F-A31F-50A791A009CB}" dt="2025-03-04T13:18:39.407" v="929" actId="478"/>
          <ac:spMkLst>
            <pc:docMk/>
            <pc:sldMk cId="930086149" sldId="272"/>
            <ac:spMk id="18" creationId="{5DC4ED3D-020E-4C69-8E05-805A3F4E0DBA}"/>
          </ac:spMkLst>
        </pc:spChg>
        <pc:spChg chg="del">
          <ac:chgData name="Théo BORTOLOTTO" userId="6c10db7e5b5c4e86" providerId="LiveId" clId="{1DF3B03B-8C1D-476F-A31F-50A791A009CB}" dt="2025-03-04T13:18:39.407" v="929" actId="478"/>
          <ac:spMkLst>
            <pc:docMk/>
            <pc:sldMk cId="930086149" sldId="272"/>
            <ac:spMk id="20" creationId="{F4954852-BCA8-07B6-9DA8-9802C767496E}"/>
          </ac:spMkLst>
        </pc:spChg>
        <pc:spChg chg="del">
          <ac:chgData name="Théo BORTOLOTTO" userId="6c10db7e5b5c4e86" providerId="LiveId" clId="{1DF3B03B-8C1D-476F-A31F-50A791A009CB}" dt="2025-03-04T13:18:39.407" v="929" actId="478"/>
          <ac:spMkLst>
            <pc:docMk/>
            <pc:sldMk cId="930086149" sldId="272"/>
            <ac:spMk id="21" creationId="{3574FB44-68C2-9D0E-157A-D5CDBFD48BCC}"/>
          </ac:spMkLst>
        </pc:spChg>
        <pc:spChg chg="del">
          <ac:chgData name="Théo BORTOLOTTO" userId="6c10db7e5b5c4e86" providerId="LiveId" clId="{1DF3B03B-8C1D-476F-A31F-50A791A009CB}" dt="2025-03-04T13:18:39.407" v="929" actId="478"/>
          <ac:spMkLst>
            <pc:docMk/>
            <pc:sldMk cId="930086149" sldId="272"/>
            <ac:spMk id="22" creationId="{73B3A406-62B8-68FA-A43A-E9E1EAD2EE92}"/>
          </ac:spMkLst>
        </pc:spChg>
        <pc:spChg chg="del">
          <ac:chgData name="Théo BORTOLOTTO" userId="6c10db7e5b5c4e86" providerId="LiveId" clId="{1DF3B03B-8C1D-476F-A31F-50A791A009CB}" dt="2025-03-04T13:18:39.407" v="929" actId="478"/>
          <ac:spMkLst>
            <pc:docMk/>
            <pc:sldMk cId="930086149" sldId="272"/>
            <ac:spMk id="23" creationId="{86F620ED-339A-C5AF-6244-064B82EF3C43}"/>
          </ac:spMkLst>
        </pc:spChg>
        <pc:spChg chg="del">
          <ac:chgData name="Théo BORTOLOTTO" userId="6c10db7e5b5c4e86" providerId="LiveId" clId="{1DF3B03B-8C1D-476F-A31F-50A791A009CB}" dt="2025-03-04T13:18:39.407" v="929" actId="478"/>
          <ac:spMkLst>
            <pc:docMk/>
            <pc:sldMk cId="930086149" sldId="272"/>
            <ac:spMk id="27" creationId="{3647D8A3-E21B-AD85-370E-A77244867F6A}"/>
          </ac:spMkLst>
        </pc:spChg>
        <pc:spChg chg="del">
          <ac:chgData name="Théo BORTOLOTTO" userId="6c10db7e5b5c4e86" providerId="LiveId" clId="{1DF3B03B-8C1D-476F-A31F-50A791A009CB}" dt="2025-03-04T13:18:39.407" v="929" actId="478"/>
          <ac:spMkLst>
            <pc:docMk/>
            <pc:sldMk cId="930086149" sldId="272"/>
            <ac:spMk id="28" creationId="{758AB996-8C31-62E7-8891-EF1BB1FD8468}"/>
          </ac:spMkLst>
        </pc:spChg>
        <pc:spChg chg="add del mod">
          <ac:chgData name="Théo BORTOLOTTO" userId="6c10db7e5b5c4e86" providerId="LiveId" clId="{1DF3B03B-8C1D-476F-A31F-50A791A009CB}" dt="2025-03-04T13:24:16.187" v="1124" actId="478"/>
          <ac:spMkLst>
            <pc:docMk/>
            <pc:sldMk cId="930086149" sldId="272"/>
            <ac:spMk id="29" creationId="{E32FCBF4-33D9-02E9-0875-A55153003456}"/>
          </ac:spMkLst>
        </pc:spChg>
        <pc:spChg chg="add mod">
          <ac:chgData name="Théo BORTOLOTTO" userId="6c10db7e5b5c4e86" providerId="LiveId" clId="{1DF3B03B-8C1D-476F-A31F-50A791A009CB}" dt="2025-03-04T13:24:16.383" v="1125"/>
          <ac:spMkLst>
            <pc:docMk/>
            <pc:sldMk cId="930086149" sldId="272"/>
            <ac:spMk id="30" creationId="{5D545B85-4FDB-F7BA-AC25-A7466BF4FC4F}"/>
          </ac:spMkLst>
        </pc:spChg>
        <pc:spChg chg="add mod">
          <ac:chgData name="Théo BORTOLOTTO" userId="6c10db7e5b5c4e86" providerId="LiveId" clId="{1DF3B03B-8C1D-476F-A31F-50A791A009CB}" dt="2025-03-04T13:24:16.383" v="1125"/>
          <ac:spMkLst>
            <pc:docMk/>
            <pc:sldMk cId="930086149" sldId="272"/>
            <ac:spMk id="31" creationId="{3241457C-5DF9-5FFA-7EB9-2FDCB333FC55}"/>
          </ac:spMkLst>
        </pc:spChg>
        <pc:spChg chg="add mod">
          <ac:chgData name="Théo BORTOLOTTO" userId="6c10db7e5b5c4e86" providerId="LiveId" clId="{1DF3B03B-8C1D-476F-A31F-50A791A009CB}" dt="2025-03-04T13:24:16.383" v="1125"/>
          <ac:spMkLst>
            <pc:docMk/>
            <pc:sldMk cId="930086149" sldId="272"/>
            <ac:spMk id="32" creationId="{813F69F4-7CE3-BFBC-13D0-288ACF7E0CCF}"/>
          </ac:spMkLst>
        </pc:spChg>
        <pc:spChg chg="add mod">
          <ac:chgData name="Théo BORTOLOTTO" userId="6c10db7e5b5c4e86" providerId="LiveId" clId="{1DF3B03B-8C1D-476F-A31F-50A791A009CB}" dt="2025-03-04T13:24:16.383" v="1125"/>
          <ac:spMkLst>
            <pc:docMk/>
            <pc:sldMk cId="930086149" sldId="272"/>
            <ac:spMk id="33" creationId="{DE339E0B-2659-33D1-5AEB-F9319D7BF36A}"/>
          </ac:spMkLst>
        </pc:spChg>
        <pc:spChg chg="add mod">
          <ac:chgData name="Théo BORTOLOTTO" userId="6c10db7e5b5c4e86" providerId="LiveId" clId="{1DF3B03B-8C1D-476F-A31F-50A791A009CB}" dt="2025-03-04T13:24:16.383" v="1125"/>
          <ac:spMkLst>
            <pc:docMk/>
            <pc:sldMk cId="930086149" sldId="272"/>
            <ac:spMk id="34" creationId="{977A0532-C376-9233-E0F3-B10A70E66E54}"/>
          </ac:spMkLst>
        </pc:spChg>
        <pc:spChg chg="add mod">
          <ac:chgData name="Théo BORTOLOTTO" userId="6c10db7e5b5c4e86" providerId="LiveId" clId="{1DF3B03B-8C1D-476F-A31F-50A791A009CB}" dt="2025-03-04T13:24:16.383" v="1125"/>
          <ac:spMkLst>
            <pc:docMk/>
            <pc:sldMk cId="930086149" sldId="272"/>
            <ac:spMk id="35" creationId="{431C687E-548F-A15D-4249-8B0D5CBE3F90}"/>
          </ac:spMkLst>
        </pc:spChg>
        <pc:spChg chg="add mod">
          <ac:chgData name="Théo BORTOLOTTO" userId="6c10db7e5b5c4e86" providerId="LiveId" clId="{1DF3B03B-8C1D-476F-A31F-50A791A009CB}" dt="2025-03-04T13:24:16.383" v="1125"/>
          <ac:spMkLst>
            <pc:docMk/>
            <pc:sldMk cId="930086149" sldId="272"/>
            <ac:spMk id="36" creationId="{16FAA39A-463A-F00F-3F42-649EB3A86226}"/>
          </ac:spMkLst>
        </pc:spChg>
      </pc:sldChg>
      <pc:sldChg chg="addSp delSp modSp mod">
        <pc:chgData name="Théo BORTOLOTTO" userId="6c10db7e5b5c4e86" providerId="LiveId" clId="{1DF3B03B-8C1D-476F-A31F-50A791A009CB}" dt="2025-03-04T13:24:23.411" v="1130"/>
        <pc:sldMkLst>
          <pc:docMk/>
          <pc:sldMk cId="1792834489" sldId="273"/>
        </pc:sldMkLst>
        <pc:spChg chg="add del mod">
          <ac:chgData name="Théo BORTOLOTTO" userId="6c10db7e5b5c4e86" providerId="LiveId" clId="{1DF3B03B-8C1D-476F-A31F-50A791A009CB}" dt="2025-03-04T13:24:23.175" v="1129" actId="478"/>
          <ac:spMkLst>
            <pc:docMk/>
            <pc:sldMk cId="1792834489" sldId="273"/>
            <ac:spMk id="3" creationId="{0DC7546C-29BB-D8BB-4BFE-86E263E420FA}"/>
          </ac:spMkLst>
        </pc:spChg>
        <pc:spChg chg="add del mod">
          <ac:chgData name="Théo BORTOLOTTO" userId="6c10db7e5b5c4e86" providerId="LiveId" clId="{1DF3B03B-8C1D-476F-A31F-50A791A009CB}" dt="2025-03-04T13:24:23.175" v="1129" actId="478"/>
          <ac:spMkLst>
            <pc:docMk/>
            <pc:sldMk cId="1792834489" sldId="273"/>
            <ac:spMk id="6" creationId="{D73AFFBC-E54F-A1A0-9EE7-C3B389776414}"/>
          </ac:spMkLst>
        </pc:spChg>
        <pc:spChg chg="add del mod">
          <ac:chgData name="Théo BORTOLOTTO" userId="6c10db7e5b5c4e86" providerId="LiveId" clId="{1DF3B03B-8C1D-476F-A31F-50A791A009CB}" dt="2025-03-04T13:24:23.175" v="1129" actId="478"/>
          <ac:spMkLst>
            <pc:docMk/>
            <pc:sldMk cId="1792834489" sldId="273"/>
            <ac:spMk id="7" creationId="{EE32CFDD-1389-6DFC-147D-06E938555639}"/>
          </ac:spMkLst>
        </pc:spChg>
        <pc:spChg chg="del">
          <ac:chgData name="Théo BORTOLOTTO" userId="6c10db7e5b5c4e86" providerId="LiveId" clId="{1DF3B03B-8C1D-476F-A31F-50A791A009CB}" dt="2025-03-04T13:18:44.077" v="931" actId="478"/>
          <ac:spMkLst>
            <pc:docMk/>
            <pc:sldMk cId="1792834489" sldId="273"/>
            <ac:spMk id="12" creationId="{9DA11557-2BCA-62AE-5A1C-3D4717398399}"/>
          </ac:spMkLst>
        </pc:spChg>
        <pc:spChg chg="add del mod">
          <ac:chgData name="Théo BORTOLOTTO" userId="6c10db7e5b5c4e86" providerId="LiveId" clId="{1DF3B03B-8C1D-476F-A31F-50A791A009CB}" dt="2025-03-04T13:24:23.175" v="1129" actId="478"/>
          <ac:spMkLst>
            <pc:docMk/>
            <pc:sldMk cId="1792834489" sldId="273"/>
            <ac:spMk id="13" creationId="{BE7ACA3A-B81C-DE6F-8575-7F6CD165DBC4}"/>
          </ac:spMkLst>
        </pc:spChg>
        <pc:spChg chg="del">
          <ac:chgData name="Théo BORTOLOTTO" userId="6c10db7e5b5c4e86" providerId="LiveId" clId="{1DF3B03B-8C1D-476F-A31F-50A791A009CB}" dt="2025-03-04T13:18:44.077" v="931" actId="478"/>
          <ac:spMkLst>
            <pc:docMk/>
            <pc:sldMk cId="1792834489" sldId="273"/>
            <ac:spMk id="14" creationId="{A94D54CA-4AA4-B99F-340E-BDD4F98573FD}"/>
          </ac:spMkLst>
        </pc:spChg>
        <pc:spChg chg="del">
          <ac:chgData name="Théo BORTOLOTTO" userId="6c10db7e5b5c4e86" providerId="LiveId" clId="{1DF3B03B-8C1D-476F-A31F-50A791A009CB}" dt="2025-03-04T13:18:44.077" v="931" actId="478"/>
          <ac:spMkLst>
            <pc:docMk/>
            <pc:sldMk cId="1792834489" sldId="273"/>
            <ac:spMk id="15" creationId="{9BEE8207-0AEE-17CF-196F-328560C1390A}"/>
          </ac:spMkLst>
        </pc:spChg>
        <pc:spChg chg="add del mod">
          <ac:chgData name="Théo BORTOLOTTO" userId="6c10db7e5b5c4e86" providerId="LiveId" clId="{1DF3B03B-8C1D-476F-A31F-50A791A009CB}" dt="2025-03-04T13:24:23.175" v="1129" actId="478"/>
          <ac:spMkLst>
            <pc:docMk/>
            <pc:sldMk cId="1792834489" sldId="273"/>
            <ac:spMk id="16" creationId="{C0DB748A-FC65-C1F5-7F77-5F4BCD91FFA4}"/>
          </ac:spMkLst>
        </pc:spChg>
        <pc:spChg chg="add del mod">
          <ac:chgData name="Théo BORTOLOTTO" userId="6c10db7e5b5c4e86" providerId="LiveId" clId="{1DF3B03B-8C1D-476F-A31F-50A791A009CB}" dt="2025-03-04T13:24:23.175" v="1129" actId="478"/>
          <ac:spMkLst>
            <pc:docMk/>
            <pc:sldMk cId="1792834489" sldId="273"/>
            <ac:spMk id="17" creationId="{2F1D9A04-1B66-F03B-744F-7FAC37BA4D28}"/>
          </ac:spMkLst>
        </pc:spChg>
        <pc:spChg chg="del">
          <ac:chgData name="Théo BORTOLOTTO" userId="6c10db7e5b5c4e86" providerId="LiveId" clId="{1DF3B03B-8C1D-476F-A31F-50A791A009CB}" dt="2025-03-04T13:18:44.077" v="931" actId="478"/>
          <ac:spMkLst>
            <pc:docMk/>
            <pc:sldMk cId="1792834489" sldId="273"/>
            <ac:spMk id="18" creationId="{934A200F-51D9-A99D-0F54-AD7A9713F59C}"/>
          </ac:spMkLst>
        </pc:spChg>
        <pc:spChg chg="del">
          <ac:chgData name="Théo BORTOLOTTO" userId="6c10db7e5b5c4e86" providerId="LiveId" clId="{1DF3B03B-8C1D-476F-A31F-50A791A009CB}" dt="2025-03-04T13:18:44.077" v="931" actId="478"/>
          <ac:spMkLst>
            <pc:docMk/>
            <pc:sldMk cId="1792834489" sldId="273"/>
            <ac:spMk id="20" creationId="{BE0012C3-EFCE-FB04-48FE-49671F24CE67}"/>
          </ac:spMkLst>
        </pc:spChg>
        <pc:spChg chg="del">
          <ac:chgData name="Théo BORTOLOTTO" userId="6c10db7e5b5c4e86" providerId="LiveId" clId="{1DF3B03B-8C1D-476F-A31F-50A791A009CB}" dt="2025-03-04T13:18:44.077" v="931" actId="478"/>
          <ac:spMkLst>
            <pc:docMk/>
            <pc:sldMk cId="1792834489" sldId="273"/>
            <ac:spMk id="23" creationId="{109A9A87-343C-9F31-3DAE-A5CDA55D2815}"/>
          </ac:spMkLst>
        </pc:spChg>
        <pc:spChg chg="del">
          <ac:chgData name="Théo BORTOLOTTO" userId="6c10db7e5b5c4e86" providerId="LiveId" clId="{1DF3B03B-8C1D-476F-A31F-50A791A009CB}" dt="2025-03-04T13:18:44.077" v="931" actId="478"/>
          <ac:spMkLst>
            <pc:docMk/>
            <pc:sldMk cId="1792834489" sldId="273"/>
            <ac:spMk id="24" creationId="{E60AEB47-8295-F872-F0C8-E1780505FD67}"/>
          </ac:spMkLst>
        </pc:spChg>
        <pc:spChg chg="del">
          <ac:chgData name="Théo BORTOLOTTO" userId="6c10db7e5b5c4e86" providerId="LiveId" clId="{1DF3B03B-8C1D-476F-A31F-50A791A009CB}" dt="2025-03-04T13:18:44.077" v="931" actId="478"/>
          <ac:spMkLst>
            <pc:docMk/>
            <pc:sldMk cId="1792834489" sldId="273"/>
            <ac:spMk id="26" creationId="{E5B5AFD5-A144-F3F2-C947-FBABD8967BCC}"/>
          </ac:spMkLst>
        </pc:spChg>
        <pc:spChg chg="del">
          <ac:chgData name="Théo BORTOLOTTO" userId="6c10db7e5b5c4e86" providerId="LiveId" clId="{1DF3B03B-8C1D-476F-A31F-50A791A009CB}" dt="2025-03-04T13:18:44.077" v="931" actId="478"/>
          <ac:spMkLst>
            <pc:docMk/>
            <pc:sldMk cId="1792834489" sldId="273"/>
            <ac:spMk id="27" creationId="{C9DAFAEB-40F3-FC6A-6035-4FBCDE70A949}"/>
          </ac:spMkLst>
        </pc:spChg>
        <pc:spChg chg="del">
          <ac:chgData name="Théo BORTOLOTTO" userId="6c10db7e5b5c4e86" providerId="LiveId" clId="{1DF3B03B-8C1D-476F-A31F-50A791A009CB}" dt="2025-03-04T13:18:44.077" v="931" actId="478"/>
          <ac:spMkLst>
            <pc:docMk/>
            <pc:sldMk cId="1792834489" sldId="273"/>
            <ac:spMk id="28" creationId="{CC16F641-429B-5BF5-B297-1EDD97304B92}"/>
          </ac:spMkLst>
        </pc:spChg>
        <pc:spChg chg="add del mod">
          <ac:chgData name="Théo BORTOLOTTO" userId="6c10db7e5b5c4e86" providerId="LiveId" clId="{1DF3B03B-8C1D-476F-A31F-50A791A009CB}" dt="2025-03-04T13:24:23.175" v="1129" actId="478"/>
          <ac:spMkLst>
            <pc:docMk/>
            <pc:sldMk cId="1792834489" sldId="273"/>
            <ac:spMk id="29" creationId="{057729ED-1127-DFF4-01E4-0FE2E38C553E}"/>
          </ac:spMkLst>
        </pc:spChg>
        <pc:spChg chg="add mod">
          <ac:chgData name="Théo BORTOLOTTO" userId="6c10db7e5b5c4e86" providerId="LiveId" clId="{1DF3B03B-8C1D-476F-A31F-50A791A009CB}" dt="2025-03-04T13:24:23.411" v="1130"/>
          <ac:spMkLst>
            <pc:docMk/>
            <pc:sldMk cId="1792834489" sldId="273"/>
            <ac:spMk id="30" creationId="{CECB160C-4479-7AE2-9E49-672DFA11BD8E}"/>
          </ac:spMkLst>
        </pc:spChg>
        <pc:spChg chg="add mod">
          <ac:chgData name="Théo BORTOLOTTO" userId="6c10db7e5b5c4e86" providerId="LiveId" clId="{1DF3B03B-8C1D-476F-A31F-50A791A009CB}" dt="2025-03-04T13:24:23.411" v="1130"/>
          <ac:spMkLst>
            <pc:docMk/>
            <pc:sldMk cId="1792834489" sldId="273"/>
            <ac:spMk id="31" creationId="{C69A4F65-AC64-C701-A279-311044897DC7}"/>
          </ac:spMkLst>
        </pc:spChg>
        <pc:spChg chg="add mod">
          <ac:chgData name="Théo BORTOLOTTO" userId="6c10db7e5b5c4e86" providerId="LiveId" clId="{1DF3B03B-8C1D-476F-A31F-50A791A009CB}" dt="2025-03-04T13:24:23.411" v="1130"/>
          <ac:spMkLst>
            <pc:docMk/>
            <pc:sldMk cId="1792834489" sldId="273"/>
            <ac:spMk id="32" creationId="{3B8B56A0-B160-F85F-8ADD-81FF8401C0A7}"/>
          </ac:spMkLst>
        </pc:spChg>
        <pc:spChg chg="add mod">
          <ac:chgData name="Théo BORTOLOTTO" userId="6c10db7e5b5c4e86" providerId="LiveId" clId="{1DF3B03B-8C1D-476F-A31F-50A791A009CB}" dt="2025-03-04T13:24:23.411" v="1130"/>
          <ac:spMkLst>
            <pc:docMk/>
            <pc:sldMk cId="1792834489" sldId="273"/>
            <ac:spMk id="33" creationId="{A2CF2F0A-22A2-3C30-B89F-EE969A9DF9CA}"/>
          </ac:spMkLst>
        </pc:spChg>
        <pc:spChg chg="add mod">
          <ac:chgData name="Théo BORTOLOTTO" userId="6c10db7e5b5c4e86" providerId="LiveId" clId="{1DF3B03B-8C1D-476F-A31F-50A791A009CB}" dt="2025-03-04T13:24:23.411" v="1130"/>
          <ac:spMkLst>
            <pc:docMk/>
            <pc:sldMk cId="1792834489" sldId="273"/>
            <ac:spMk id="34" creationId="{D6F6AF71-B278-1813-EF86-CC80676E056A}"/>
          </ac:spMkLst>
        </pc:spChg>
        <pc:spChg chg="add mod">
          <ac:chgData name="Théo BORTOLOTTO" userId="6c10db7e5b5c4e86" providerId="LiveId" clId="{1DF3B03B-8C1D-476F-A31F-50A791A009CB}" dt="2025-03-04T13:24:23.411" v="1130"/>
          <ac:spMkLst>
            <pc:docMk/>
            <pc:sldMk cId="1792834489" sldId="273"/>
            <ac:spMk id="35" creationId="{FB24DEB8-26E5-1CA2-BBA8-E3907EFE0E04}"/>
          </ac:spMkLst>
        </pc:spChg>
        <pc:spChg chg="add mod">
          <ac:chgData name="Théo BORTOLOTTO" userId="6c10db7e5b5c4e86" providerId="LiveId" clId="{1DF3B03B-8C1D-476F-A31F-50A791A009CB}" dt="2025-03-04T13:24:23.411" v="1130"/>
          <ac:spMkLst>
            <pc:docMk/>
            <pc:sldMk cId="1792834489" sldId="273"/>
            <ac:spMk id="36" creationId="{517A4704-7675-0D28-CF10-BE9DD6606D65}"/>
          </ac:spMkLst>
        </pc:spChg>
      </pc:sldChg>
      <pc:sldChg chg="addSp delSp modSp mod">
        <pc:chgData name="Théo BORTOLOTTO" userId="6c10db7e5b5c4e86" providerId="LiveId" clId="{1DF3B03B-8C1D-476F-A31F-50A791A009CB}" dt="2025-03-04T13:24:27.786" v="1134"/>
        <pc:sldMkLst>
          <pc:docMk/>
          <pc:sldMk cId="2467907452" sldId="274"/>
        </pc:sldMkLst>
        <pc:spChg chg="add del mod">
          <ac:chgData name="Théo BORTOLOTTO" userId="6c10db7e5b5c4e86" providerId="LiveId" clId="{1DF3B03B-8C1D-476F-A31F-50A791A009CB}" dt="2025-03-04T13:24:27.502" v="1133" actId="478"/>
          <ac:spMkLst>
            <pc:docMk/>
            <pc:sldMk cId="2467907452" sldId="274"/>
            <ac:spMk id="3" creationId="{BBB8BFAB-C2AC-0454-B67E-4C8148A87BEE}"/>
          </ac:spMkLst>
        </pc:spChg>
        <pc:spChg chg="add del mod">
          <ac:chgData name="Théo BORTOLOTTO" userId="6c10db7e5b5c4e86" providerId="LiveId" clId="{1DF3B03B-8C1D-476F-A31F-50A791A009CB}" dt="2025-03-04T13:24:27.502" v="1133" actId="478"/>
          <ac:spMkLst>
            <pc:docMk/>
            <pc:sldMk cId="2467907452" sldId="274"/>
            <ac:spMk id="6" creationId="{AADA67D1-F3EC-9532-C86D-9345EC9F4D88}"/>
          </ac:spMkLst>
        </pc:spChg>
        <pc:spChg chg="add del mod">
          <ac:chgData name="Théo BORTOLOTTO" userId="6c10db7e5b5c4e86" providerId="LiveId" clId="{1DF3B03B-8C1D-476F-A31F-50A791A009CB}" dt="2025-03-04T13:24:27.502" v="1133" actId="478"/>
          <ac:spMkLst>
            <pc:docMk/>
            <pc:sldMk cId="2467907452" sldId="274"/>
            <ac:spMk id="8" creationId="{02D7C7FB-E2DD-6175-480F-1050E6A27000}"/>
          </ac:spMkLst>
        </pc:spChg>
        <pc:spChg chg="del">
          <ac:chgData name="Théo BORTOLOTTO" userId="6c10db7e5b5c4e86" providerId="LiveId" clId="{1DF3B03B-8C1D-476F-A31F-50A791A009CB}" dt="2025-03-04T13:18:49.422" v="934" actId="478"/>
          <ac:spMkLst>
            <pc:docMk/>
            <pc:sldMk cId="2467907452" sldId="274"/>
            <ac:spMk id="11" creationId="{4159431F-1BE7-7926-C4E2-857B8F6AF24B}"/>
          </ac:spMkLst>
        </pc:spChg>
        <pc:spChg chg="del">
          <ac:chgData name="Théo BORTOLOTTO" userId="6c10db7e5b5c4e86" providerId="LiveId" clId="{1DF3B03B-8C1D-476F-A31F-50A791A009CB}" dt="2025-03-04T13:18:49.422" v="934" actId="478"/>
          <ac:spMkLst>
            <pc:docMk/>
            <pc:sldMk cId="2467907452" sldId="274"/>
            <ac:spMk id="12" creationId="{C90F8E4C-46E7-CED5-BE42-D5DE4D7A5D69}"/>
          </ac:spMkLst>
        </pc:spChg>
        <pc:spChg chg="del">
          <ac:chgData name="Théo BORTOLOTTO" userId="6c10db7e5b5c4e86" providerId="LiveId" clId="{1DF3B03B-8C1D-476F-A31F-50A791A009CB}" dt="2025-03-04T13:18:49.422" v="934" actId="478"/>
          <ac:spMkLst>
            <pc:docMk/>
            <pc:sldMk cId="2467907452" sldId="274"/>
            <ac:spMk id="13" creationId="{05AFA79E-9B56-8C11-0195-CA3C5534D2BC}"/>
          </ac:spMkLst>
        </pc:spChg>
        <pc:spChg chg="del">
          <ac:chgData name="Théo BORTOLOTTO" userId="6c10db7e5b5c4e86" providerId="LiveId" clId="{1DF3B03B-8C1D-476F-A31F-50A791A009CB}" dt="2025-03-04T13:18:49.422" v="934" actId="478"/>
          <ac:spMkLst>
            <pc:docMk/>
            <pc:sldMk cId="2467907452" sldId="274"/>
            <ac:spMk id="14" creationId="{DFEC44F5-8F0F-BEEE-0024-821624B39794}"/>
          </ac:spMkLst>
        </pc:spChg>
        <pc:spChg chg="add del mod">
          <ac:chgData name="Théo BORTOLOTTO" userId="6c10db7e5b5c4e86" providerId="LiveId" clId="{1DF3B03B-8C1D-476F-A31F-50A791A009CB}" dt="2025-03-04T13:24:27.502" v="1133" actId="478"/>
          <ac:spMkLst>
            <pc:docMk/>
            <pc:sldMk cId="2467907452" sldId="274"/>
            <ac:spMk id="15" creationId="{287D4B95-5A94-DDED-F7AF-83A6417B8796}"/>
          </ac:spMkLst>
        </pc:spChg>
        <pc:spChg chg="add del mod">
          <ac:chgData name="Théo BORTOLOTTO" userId="6c10db7e5b5c4e86" providerId="LiveId" clId="{1DF3B03B-8C1D-476F-A31F-50A791A009CB}" dt="2025-03-04T13:24:27.502" v="1133" actId="478"/>
          <ac:spMkLst>
            <pc:docMk/>
            <pc:sldMk cId="2467907452" sldId="274"/>
            <ac:spMk id="16" creationId="{D5754C29-444D-7F51-F699-20223ECD2A68}"/>
          </ac:spMkLst>
        </pc:spChg>
        <pc:spChg chg="del">
          <ac:chgData name="Théo BORTOLOTTO" userId="6c10db7e5b5c4e86" providerId="LiveId" clId="{1DF3B03B-8C1D-476F-A31F-50A791A009CB}" dt="2025-03-04T13:18:49.422" v="934" actId="478"/>
          <ac:spMkLst>
            <pc:docMk/>
            <pc:sldMk cId="2467907452" sldId="274"/>
            <ac:spMk id="17" creationId="{F663A217-B561-BA71-828D-27841C999252}"/>
          </ac:spMkLst>
        </pc:spChg>
        <pc:spChg chg="del">
          <ac:chgData name="Théo BORTOLOTTO" userId="6c10db7e5b5c4e86" providerId="LiveId" clId="{1DF3B03B-8C1D-476F-A31F-50A791A009CB}" dt="2025-03-04T13:18:49.422" v="934" actId="478"/>
          <ac:spMkLst>
            <pc:docMk/>
            <pc:sldMk cId="2467907452" sldId="274"/>
            <ac:spMk id="18" creationId="{7CC3CBDD-A150-CCAE-FF02-032FF1954AB4}"/>
          </ac:spMkLst>
        </pc:spChg>
        <pc:spChg chg="del">
          <ac:chgData name="Théo BORTOLOTTO" userId="6c10db7e5b5c4e86" providerId="LiveId" clId="{1DF3B03B-8C1D-476F-A31F-50A791A009CB}" dt="2025-03-04T13:18:49.422" v="934" actId="478"/>
          <ac:spMkLst>
            <pc:docMk/>
            <pc:sldMk cId="2467907452" sldId="274"/>
            <ac:spMk id="19" creationId="{AA689065-8273-6C53-D1AB-B3D0365CB1DB}"/>
          </ac:spMkLst>
        </pc:spChg>
        <pc:spChg chg="del">
          <ac:chgData name="Théo BORTOLOTTO" userId="6c10db7e5b5c4e86" providerId="LiveId" clId="{1DF3B03B-8C1D-476F-A31F-50A791A009CB}" dt="2025-03-04T13:18:49.422" v="934" actId="478"/>
          <ac:spMkLst>
            <pc:docMk/>
            <pc:sldMk cId="2467907452" sldId="274"/>
            <ac:spMk id="20" creationId="{E377C046-9043-E4E4-3AE4-040BC31D8E7B}"/>
          </ac:spMkLst>
        </pc:spChg>
        <pc:spChg chg="del">
          <ac:chgData name="Théo BORTOLOTTO" userId="6c10db7e5b5c4e86" providerId="LiveId" clId="{1DF3B03B-8C1D-476F-A31F-50A791A009CB}" dt="2025-03-04T13:18:49.422" v="934" actId="478"/>
          <ac:spMkLst>
            <pc:docMk/>
            <pc:sldMk cId="2467907452" sldId="274"/>
            <ac:spMk id="21" creationId="{4CF4B512-47CB-4439-1B30-A16075517A38}"/>
          </ac:spMkLst>
        </pc:spChg>
        <pc:spChg chg="del">
          <ac:chgData name="Théo BORTOLOTTO" userId="6c10db7e5b5c4e86" providerId="LiveId" clId="{1DF3B03B-8C1D-476F-A31F-50A791A009CB}" dt="2025-03-04T13:18:49.422" v="934" actId="478"/>
          <ac:spMkLst>
            <pc:docMk/>
            <pc:sldMk cId="2467907452" sldId="274"/>
            <ac:spMk id="22" creationId="{5A5AF636-8247-B8AC-E31E-8CA1747F8F0C}"/>
          </ac:spMkLst>
        </pc:spChg>
        <pc:spChg chg="del">
          <ac:chgData name="Théo BORTOLOTTO" userId="6c10db7e5b5c4e86" providerId="LiveId" clId="{1DF3B03B-8C1D-476F-A31F-50A791A009CB}" dt="2025-03-04T13:18:48.373" v="933" actId="478"/>
          <ac:spMkLst>
            <pc:docMk/>
            <pc:sldMk cId="2467907452" sldId="274"/>
            <ac:spMk id="23" creationId="{2FBBAE6C-A827-5591-2AFF-F8AE27BDF433}"/>
          </ac:spMkLst>
        </pc:spChg>
        <pc:spChg chg="del">
          <ac:chgData name="Théo BORTOLOTTO" userId="6c10db7e5b5c4e86" providerId="LiveId" clId="{1DF3B03B-8C1D-476F-A31F-50A791A009CB}" dt="2025-03-04T13:18:48.373" v="933" actId="478"/>
          <ac:spMkLst>
            <pc:docMk/>
            <pc:sldMk cId="2467907452" sldId="274"/>
            <ac:spMk id="24" creationId="{5E4EF94A-4997-9425-FE99-DC2A78A019B1}"/>
          </ac:spMkLst>
        </pc:spChg>
        <pc:spChg chg="del">
          <ac:chgData name="Théo BORTOLOTTO" userId="6c10db7e5b5c4e86" providerId="LiveId" clId="{1DF3B03B-8C1D-476F-A31F-50A791A009CB}" dt="2025-03-04T13:18:48.373" v="933" actId="478"/>
          <ac:spMkLst>
            <pc:docMk/>
            <pc:sldMk cId="2467907452" sldId="274"/>
            <ac:spMk id="25" creationId="{188C9DC8-C1D8-20A5-62BE-470339972E0B}"/>
          </ac:spMkLst>
        </pc:spChg>
        <pc:spChg chg="del">
          <ac:chgData name="Théo BORTOLOTTO" userId="6c10db7e5b5c4e86" providerId="LiveId" clId="{1DF3B03B-8C1D-476F-A31F-50A791A009CB}" dt="2025-03-04T13:18:48.373" v="933" actId="478"/>
          <ac:spMkLst>
            <pc:docMk/>
            <pc:sldMk cId="2467907452" sldId="274"/>
            <ac:spMk id="26" creationId="{75253E76-3EE4-3DA3-00BD-7AD747FA96D1}"/>
          </ac:spMkLst>
        </pc:spChg>
        <pc:spChg chg="del">
          <ac:chgData name="Théo BORTOLOTTO" userId="6c10db7e5b5c4e86" providerId="LiveId" clId="{1DF3B03B-8C1D-476F-A31F-50A791A009CB}" dt="2025-03-04T13:18:48.373" v="933" actId="478"/>
          <ac:spMkLst>
            <pc:docMk/>
            <pc:sldMk cId="2467907452" sldId="274"/>
            <ac:spMk id="27" creationId="{B708109F-F741-4600-0AA3-73FB2FC7AD99}"/>
          </ac:spMkLst>
        </pc:spChg>
        <pc:spChg chg="add del mod">
          <ac:chgData name="Théo BORTOLOTTO" userId="6c10db7e5b5c4e86" providerId="LiveId" clId="{1DF3B03B-8C1D-476F-A31F-50A791A009CB}" dt="2025-03-04T13:24:27.502" v="1133" actId="478"/>
          <ac:spMkLst>
            <pc:docMk/>
            <pc:sldMk cId="2467907452" sldId="274"/>
            <ac:spMk id="28" creationId="{AA75ACFF-69BD-C5E1-CB6E-7CCE345FB447}"/>
          </ac:spMkLst>
        </pc:spChg>
        <pc:spChg chg="add del mod">
          <ac:chgData name="Théo BORTOLOTTO" userId="6c10db7e5b5c4e86" providerId="LiveId" clId="{1DF3B03B-8C1D-476F-A31F-50A791A009CB}" dt="2025-03-04T13:24:27.502" v="1133" actId="478"/>
          <ac:spMkLst>
            <pc:docMk/>
            <pc:sldMk cId="2467907452" sldId="274"/>
            <ac:spMk id="29" creationId="{701F3B4C-17CC-044D-D2B3-66854F6CD4BB}"/>
          </ac:spMkLst>
        </pc:spChg>
        <pc:spChg chg="add mod">
          <ac:chgData name="Théo BORTOLOTTO" userId="6c10db7e5b5c4e86" providerId="LiveId" clId="{1DF3B03B-8C1D-476F-A31F-50A791A009CB}" dt="2025-03-04T13:24:27.786" v="1134"/>
          <ac:spMkLst>
            <pc:docMk/>
            <pc:sldMk cId="2467907452" sldId="274"/>
            <ac:spMk id="30" creationId="{8972157A-F1AF-0C37-9428-0E72C23AD178}"/>
          </ac:spMkLst>
        </pc:spChg>
        <pc:spChg chg="add mod">
          <ac:chgData name="Théo BORTOLOTTO" userId="6c10db7e5b5c4e86" providerId="LiveId" clId="{1DF3B03B-8C1D-476F-A31F-50A791A009CB}" dt="2025-03-04T13:24:27.786" v="1134"/>
          <ac:spMkLst>
            <pc:docMk/>
            <pc:sldMk cId="2467907452" sldId="274"/>
            <ac:spMk id="31" creationId="{3DE006C2-D550-65F5-DD6F-C9BE345D96CC}"/>
          </ac:spMkLst>
        </pc:spChg>
        <pc:spChg chg="add mod">
          <ac:chgData name="Théo BORTOLOTTO" userId="6c10db7e5b5c4e86" providerId="LiveId" clId="{1DF3B03B-8C1D-476F-A31F-50A791A009CB}" dt="2025-03-04T13:24:27.786" v="1134"/>
          <ac:spMkLst>
            <pc:docMk/>
            <pc:sldMk cId="2467907452" sldId="274"/>
            <ac:spMk id="32" creationId="{FE8FE29F-AEA8-D578-6926-9109D728DFB3}"/>
          </ac:spMkLst>
        </pc:spChg>
        <pc:spChg chg="add mod">
          <ac:chgData name="Théo BORTOLOTTO" userId="6c10db7e5b5c4e86" providerId="LiveId" clId="{1DF3B03B-8C1D-476F-A31F-50A791A009CB}" dt="2025-03-04T13:24:27.786" v="1134"/>
          <ac:spMkLst>
            <pc:docMk/>
            <pc:sldMk cId="2467907452" sldId="274"/>
            <ac:spMk id="33" creationId="{F0D6F4DA-835D-92BF-6998-0D0A79408E98}"/>
          </ac:spMkLst>
        </pc:spChg>
        <pc:spChg chg="add mod">
          <ac:chgData name="Théo BORTOLOTTO" userId="6c10db7e5b5c4e86" providerId="LiveId" clId="{1DF3B03B-8C1D-476F-A31F-50A791A009CB}" dt="2025-03-04T13:24:27.786" v="1134"/>
          <ac:spMkLst>
            <pc:docMk/>
            <pc:sldMk cId="2467907452" sldId="274"/>
            <ac:spMk id="34" creationId="{ED98D901-452B-EBA8-A5B3-75E74D5C4232}"/>
          </ac:spMkLst>
        </pc:spChg>
        <pc:spChg chg="add mod">
          <ac:chgData name="Théo BORTOLOTTO" userId="6c10db7e5b5c4e86" providerId="LiveId" clId="{1DF3B03B-8C1D-476F-A31F-50A791A009CB}" dt="2025-03-04T13:24:27.786" v="1134"/>
          <ac:spMkLst>
            <pc:docMk/>
            <pc:sldMk cId="2467907452" sldId="274"/>
            <ac:spMk id="35" creationId="{AD61B02A-30CA-8DB2-D78B-5F52B7F633FE}"/>
          </ac:spMkLst>
        </pc:spChg>
        <pc:spChg chg="add mod">
          <ac:chgData name="Théo BORTOLOTTO" userId="6c10db7e5b5c4e86" providerId="LiveId" clId="{1DF3B03B-8C1D-476F-A31F-50A791A009CB}" dt="2025-03-04T13:24:27.786" v="1134"/>
          <ac:spMkLst>
            <pc:docMk/>
            <pc:sldMk cId="2467907452" sldId="274"/>
            <ac:spMk id="36" creationId="{D67CB69D-0FBF-F1E5-0D12-DF06151E283E}"/>
          </ac:spMkLst>
        </pc:spChg>
      </pc:sldChg>
      <pc:sldChg chg="addSp delSp modSp mod">
        <pc:chgData name="Théo BORTOLOTTO" userId="6c10db7e5b5c4e86" providerId="LiveId" clId="{1DF3B03B-8C1D-476F-A31F-50A791A009CB}" dt="2025-03-04T13:24:30.610" v="1136"/>
        <pc:sldMkLst>
          <pc:docMk/>
          <pc:sldMk cId="3591418279" sldId="275"/>
        </pc:sldMkLst>
        <pc:spChg chg="add del mod">
          <ac:chgData name="Théo BORTOLOTTO" userId="6c10db7e5b5c4e86" providerId="LiveId" clId="{1DF3B03B-8C1D-476F-A31F-50A791A009CB}" dt="2025-03-04T13:24:30.325" v="1135" actId="478"/>
          <ac:spMkLst>
            <pc:docMk/>
            <pc:sldMk cId="3591418279" sldId="275"/>
            <ac:spMk id="6" creationId="{EB79CEB1-4D2A-C9D7-4BCE-A31829E0F8CC}"/>
          </ac:spMkLst>
        </pc:spChg>
        <pc:spChg chg="add del mod">
          <ac:chgData name="Théo BORTOLOTTO" userId="6c10db7e5b5c4e86" providerId="LiveId" clId="{1DF3B03B-8C1D-476F-A31F-50A791A009CB}" dt="2025-03-04T13:24:30.325" v="1135" actId="478"/>
          <ac:spMkLst>
            <pc:docMk/>
            <pc:sldMk cId="3591418279" sldId="275"/>
            <ac:spMk id="7" creationId="{DFEE2045-6B42-0ED4-48E0-DF05D6ECF43A}"/>
          </ac:spMkLst>
        </pc:spChg>
        <pc:spChg chg="add del mod">
          <ac:chgData name="Théo BORTOLOTTO" userId="6c10db7e5b5c4e86" providerId="LiveId" clId="{1DF3B03B-8C1D-476F-A31F-50A791A009CB}" dt="2025-03-04T13:24:30.325" v="1135" actId="478"/>
          <ac:spMkLst>
            <pc:docMk/>
            <pc:sldMk cId="3591418279" sldId="275"/>
            <ac:spMk id="8" creationId="{E6B81AC4-9271-4CA2-F5F0-FF784943AF34}"/>
          </ac:spMkLst>
        </pc:spChg>
        <pc:spChg chg="add del mod">
          <ac:chgData name="Théo BORTOLOTTO" userId="6c10db7e5b5c4e86" providerId="LiveId" clId="{1DF3B03B-8C1D-476F-A31F-50A791A009CB}" dt="2025-03-04T13:24:30.325" v="1135" actId="478"/>
          <ac:spMkLst>
            <pc:docMk/>
            <pc:sldMk cId="3591418279" sldId="275"/>
            <ac:spMk id="9" creationId="{C3A1B14E-DC88-0D13-6FBC-B28A3808E401}"/>
          </ac:spMkLst>
        </pc:spChg>
        <pc:spChg chg="add del mod">
          <ac:chgData name="Théo BORTOLOTTO" userId="6c10db7e5b5c4e86" providerId="LiveId" clId="{1DF3B03B-8C1D-476F-A31F-50A791A009CB}" dt="2025-03-04T13:24:30.325" v="1135" actId="478"/>
          <ac:spMkLst>
            <pc:docMk/>
            <pc:sldMk cId="3591418279" sldId="275"/>
            <ac:spMk id="11" creationId="{CD025945-FD41-937D-7A77-53419E1DC3E2}"/>
          </ac:spMkLst>
        </pc:spChg>
        <pc:spChg chg="add del mod">
          <ac:chgData name="Théo BORTOLOTTO" userId="6c10db7e5b5c4e86" providerId="LiveId" clId="{1DF3B03B-8C1D-476F-A31F-50A791A009CB}" dt="2025-03-04T13:24:30.325" v="1135" actId="478"/>
          <ac:spMkLst>
            <pc:docMk/>
            <pc:sldMk cId="3591418279" sldId="275"/>
            <ac:spMk id="12" creationId="{DD7E17A3-D8B3-1E9D-82CE-E833DB5E8B0E}"/>
          </ac:spMkLst>
        </pc:spChg>
        <pc:spChg chg="add del mod">
          <ac:chgData name="Théo BORTOLOTTO" userId="6c10db7e5b5c4e86" providerId="LiveId" clId="{1DF3B03B-8C1D-476F-A31F-50A791A009CB}" dt="2025-03-04T13:24:30.325" v="1135" actId="478"/>
          <ac:spMkLst>
            <pc:docMk/>
            <pc:sldMk cId="3591418279" sldId="275"/>
            <ac:spMk id="13" creationId="{2AF2DD96-C22A-F105-608A-CBF33D6CEBB6}"/>
          </ac:spMkLst>
        </pc:spChg>
        <pc:spChg chg="add mod">
          <ac:chgData name="Théo BORTOLOTTO" userId="6c10db7e5b5c4e86" providerId="LiveId" clId="{1DF3B03B-8C1D-476F-A31F-50A791A009CB}" dt="2025-03-04T13:24:30.610" v="1136"/>
          <ac:spMkLst>
            <pc:docMk/>
            <pc:sldMk cId="3591418279" sldId="275"/>
            <ac:spMk id="14" creationId="{A1B26D33-F41B-26C7-73EC-180ADAFFFB9D}"/>
          </ac:spMkLst>
        </pc:spChg>
        <pc:spChg chg="add mod">
          <ac:chgData name="Théo BORTOLOTTO" userId="6c10db7e5b5c4e86" providerId="LiveId" clId="{1DF3B03B-8C1D-476F-A31F-50A791A009CB}" dt="2025-03-04T13:24:30.610" v="1136"/>
          <ac:spMkLst>
            <pc:docMk/>
            <pc:sldMk cId="3591418279" sldId="275"/>
            <ac:spMk id="15" creationId="{926D8CB8-076E-7FFE-2724-C0881148E128}"/>
          </ac:spMkLst>
        </pc:spChg>
        <pc:spChg chg="del">
          <ac:chgData name="Théo BORTOLOTTO" userId="6c10db7e5b5c4e86" providerId="LiveId" clId="{1DF3B03B-8C1D-476F-A31F-50A791A009CB}" dt="2025-03-04T13:18:51.633" v="935" actId="478"/>
          <ac:spMkLst>
            <pc:docMk/>
            <pc:sldMk cId="3591418279" sldId="275"/>
            <ac:spMk id="18" creationId="{E46326EA-F45B-BD37-C872-D2311AD3D82B}"/>
          </ac:spMkLst>
        </pc:spChg>
        <pc:spChg chg="del">
          <ac:chgData name="Théo BORTOLOTTO" userId="6c10db7e5b5c4e86" providerId="LiveId" clId="{1DF3B03B-8C1D-476F-A31F-50A791A009CB}" dt="2025-03-04T13:18:51.633" v="935" actId="478"/>
          <ac:spMkLst>
            <pc:docMk/>
            <pc:sldMk cId="3591418279" sldId="275"/>
            <ac:spMk id="19" creationId="{722E67FA-2CFA-4F9C-A9AE-E544639B261B}"/>
          </ac:spMkLst>
        </pc:spChg>
        <pc:spChg chg="del">
          <ac:chgData name="Théo BORTOLOTTO" userId="6c10db7e5b5c4e86" providerId="LiveId" clId="{1DF3B03B-8C1D-476F-A31F-50A791A009CB}" dt="2025-03-04T13:18:51.633" v="935" actId="478"/>
          <ac:spMkLst>
            <pc:docMk/>
            <pc:sldMk cId="3591418279" sldId="275"/>
            <ac:spMk id="20" creationId="{307CCAE7-8BCF-326D-E423-CE48944B6AD9}"/>
          </ac:spMkLst>
        </pc:spChg>
        <pc:spChg chg="del">
          <ac:chgData name="Théo BORTOLOTTO" userId="6c10db7e5b5c4e86" providerId="LiveId" clId="{1DF3B03B-8C1D-476F-A31F-50A791A009CB}" dt="2025-03-04T13:18:51.633" v="935" actId="478"/>
          <ac:spMkLst>
            <pc:docMk/>
            <pc:sldMk cId="3591418279" sldId="275"/>
            <ac:spMk id="21" creationId="{8DDA06F1-13FB-2508-00E3-6B770457A9A5}"/>
          </ac:spMkLst>
        </pc:spChg>
        <pc:spChg chg="add mod">
          <ac:chgData name="Théo BORTOLOTTO" userId="6c10db7e5b5c4e86" providerId="LiveId" clId="{1DF3B03B-8C1D-476F-A31F-50A791A009CB}" dt="2025-03-04T13:24:30.610" v="1136"/>
          <ac:spMkLst>
            <pc:docMk/>
            <pc:sldMk cId="3591418279" sldId="275"/>
            <ac:spMk id="22" creationId="{3F222EFF-5198-4125-46C5-819B6E0D63B9}"/>
          </ac:spMkLst>
        </pc:spChg>
        <pc:spChg chg="add mod">
          <ac:chgData name="Théo BORTOLOTTO" userId="6c10db7e5b5c4e86" providerId="LiveId" clId="{1DF3B03B-8C1D-476F-A31F-50A791A009CB}" dt="2025-03-04T13:24:30.610" v="1136"/>
          <ac:spMkLst>
            <pc:docMk/>
            <pc:sldMk cId="3591418279" sldId="275"/>
            <ac:spMk id="23" creationId="{FE73C706-D40D-A76E-2D3C-9B0320FB16CB}"/>
          </ac:spMkLst>
        </pc:spChg>
        <pc:spChg chg="del">
          <ac:chgData name="Théo BORTOLOTTO" userId="6c10db7e5b5c4e86" providerId="LiveId" clId="{1DF3B03B-8C1D-476F-A31F-50A791A009CB}" dt="2025-03-04T13:18:51.633" v="935" actId="478"/>
          <ac:spMkLst>
            <pc:docMk/>
            <pc:sldMk cId="3591418279" sldId="275"/>
            <ac:spMk id="26" creationId="{8FF4B6EB-2BC6-4202-97A9-B7AC99B7A1DF}"/>
          </ac:spMkLst>
        </pc:spChg>
        <pc:spChg chg="del">
          <ac:chgData name="Théo BORTOLOTTO" userId="6c10db7e5b5c4e86" providerId="LiveId" clId="{1DF3B03B-8C1D-476F-A31F-50A791A009CB}" dt="2025-03-04T13:18:51.633" v="935" actId="478"/>
          <ac:spMkLst>
            <pc:docMk/>
            <pc:sldMk cId="3591418279" sldId="275"/>
            <ac:spMk id="30" creationId="{3528F4B3-0B98-F498-3482-514973678690}"/>
          </ac:spMkLst>
        </pc:spChg>
        <pc:spChg chg="del">
          <ac:chgData name="Théo BORTOLOTTO" userId="6c10db7e5b5c4e86" providerId="LiveId" clId="{1DF3B03B-8C1D-476F-A31F-50A791A009CB}" dt="2025-03-04T13:18:51.633" v="935" actId="478"/>
          <ac:spMkLst>
            <pc:docMk/>
            <pc:sldMk cId="3591418279" sldId="275"/>
            <ac:spMk id="31" creationId="{4E7F83EF-A182-BC26-6F7D-E1BC9DA88A72}"/>
          </ac:spMkLst>
        </pc:spChg>
        <pc:spChg chg="del">
          <ac:chgData name="Théo BORTOLOTTO" userId="6c10db7e5b5c4e86" providerId="LiveId" clId="{1DF3B03B-8C1D-476F-A31F-50A791A009CB}" dt="2025-03-04T13:18:51.633" v="935" actId="478"/>
          <ac:spMkLst>
            <pc:docMk/>
            <pc:sldMk cId="3591418279" sldId="275"/>
            <ac:spMk id="32" creationId="{222820F6-C5FF-032E-7404-0FC81335DF63}"/>
          </ac:spMkLst>
        </pc:spChg>
        <pc:spChg chg="del">
          <ac:chgData name="Théo BORTOLOTTO" userId="6c10db7e5b5c4e86" providerId="LiveId" clId="{1DF3B03B-8C1D-476F-A31F-50A791A009CB}" dt="2025-03-04T13:18:51.633" v="935" actId="478"/>
          <ac:spMkLst>
            <pc:docMk/>
            <pc:sldMk cId="3591418279" sldId="275"/>
            <ac:spMk id="33" creationId="{C1AD1831-67B1-0CBD-852D-7884C1E0FF5F}"/>
          </ac:spMkLst>
        </pc:spChg>
        <pc:spChg chg="del">
          <ac:chgData name="Théo BORTOLOTTO" userId="6c10db7e5b5c4e86" providerId="LiveId" clId="{1DF3B03B-8C1D-476F-A31F-50A791A009CB}" dt="2025-03-04T13:18:51.633" v="935" actId="478"/>
          <ac:spMkLst>
            <pc:docMk/>
            <pc:sldMk cId="3591418279" sldId="275"/>
            <ac:spMk id="34" creationId="{97B86997-9952-4A8D-1D07-E19AADC0C7B9}"/>
          </ac:spMkLst>
        </pc:spChg>
        <pc:spChg chg="add mod">
          <ac:chgData name="Théo BORTOLOTTO" userId="6c10db7e5b5c4e86" providerId="LiveId" clId="{1DF3B03B-8C1D-476F-A31F-50A791A009CB}" dt="2025-03-04T13:24:30.610" v="1136"/>
          <ac:spMkLst>
            <pc:docMk/>
            <pc:sldMk cId="3591418279" sldId="275"/>
            <ac:spMk id="35" creationId="{9E2D3E0C-BFF1-9F2D-8FFA-84AEA4B25AE1}"/>
          </ac:spMkLst>
        </pc:spChg>
        <pc:spChg chg="add mod">
          <ac:chgData name="Théo BORTOLOTTO" userId="6c10db7e5b5c4e86" providerId="LiveId" clId="{1DF3B03B-8C1D-476F-A31F-50A791A009CB}" dt="2025-03-04T13:24:30.610" v="1136"/>
          <ac:spMkLst>
            <pc:docMk/>
            <pc:sldMk cId="3591418279" sldId="275"/>
            <ac:spMk id="36" creationId="{A7D1F528-7835-D527-8157-54BCE331049C}"/>
          </ac:spMkLst>
        </pc:spChg>
        <pc:spChg chg="add mod">
          <ac:chgData name="Théo BORTOLOTTO" userId="6c10db7e5b5c4e86" providerId="LiveId" clId="{1DF3B03B-8C1D-476F-A31F-50A791A009CB}" dt="2025-03-04T13:24:30.610" v="1136"/>
          <ac:spMkLst>
            <pc:docMk/>
            <pc:sldMk cId="3591418279" sldId="275"/>
            <ac:spMk id="37" creationId="{F1A696CC-C557-5A70-A38C-A19F10241C4E}"/>
          </ac:spMkLst>
        </pc:spChg>
      </pc:sldChg>
      <pc:sldChg chg="del">
        <pc:chgData name="Théo BORTOLOTTO" userId="6c10db7e5b5c4e86" providerId="LiveId" clId="{1DF3B03B-8C1D-476F-A31F-50A791A009CB}" dt="2025-03-03T14:13:46.865" v="476" actId="47"/>
        <pc:sldMkLst>
          <pc:docMk/>
          <pc:sldMk cId="1806086464" sldId="277"/>
        </pc:sldMkLst>
      </pc:sldChg>
      <pc:sldChg chg="addSp delSp modSp mod">
        <pc:chgData name="Théo BORTOLOTTO" userId="6c10db7e5b5c4e86" providerId="LiveId" clId="{1DF3B03B-8C1D-476F-A31F-50A791A009CB}" dt="2025-03-04T13:24:32.392" v="1138"/>
        <pc:sldMkLst>
          <pc:docMk/>
          <pc:sldMk cId="2753408002" sldId="278"/>
        </pc:sldMkLst>
        <pc:spChg chg="add del mod">
          <ac:chgData name="Théo BORTOLOTTO" userId="6c10db7e5b5c4e86" providerId="LiveId" clId="{1DF3B03B-8C1D-476F-A31F-50A791A009CB}" dt="2025-03-04T13:24:32.239" v="1137" actId="478"/>
          <ac:spMkLst>
            <pc:docMk/>
            <pc:sldMk cId="2753408002" sldId="278"/>
            <ac:spMk id="3" creationId="{725E14EE-0514-7852-4E68-1E27163861B8}"/>
          </ac:spMkLst>
        </pc:spChg>
        <pc:spChg chg="add del mod">
          <ac:chgData name="Théo BORTOLOTTO" userId="6c10db7e5b5c4e86" providerId="LiveId" clId="{1DF3B03B-8C1D-476F-A31F-50A791A009CB}" dt="2025-03-04T13:24:32.239" v="1137" actId="478"/>
          <ac:spMkLst>
            <pc:docMk/>
            <pc:sldMk cId="2753408002" sldId="278"/>
            <ac:spMk id="6" creationId="{C112DD39-12ED-E550-B006-76CE6E81EAF3}"/>
          </ac:spMkLst>
        </pc:spChg>
        <pc:spChg chg="add del mod">
          <ac:chgData name="Théo BORTOLOTTO" userId="6c10db7e5b5c4e86" providerId="LiveId" clId="{1DF3B03B-8C1D-476F-A31F-50A791A009CB}" dt="2025-03-04T13:24:32.239" v="1137" actId="478"/>
          <ac:spMkLst>
            <pc:docMk/>
            <pc:sldMk cId="2753408002" sldId="278"/>
            <ac:spMk id="8" creationId="{90DAB3C9-A763-0F8F-E17D-D48901227E13}"/>
          </ac:spMkLst>
        </pc:spChg>
        <pc:spChg chg="del">
          <ac:chgData name="Théo BORTOLOTTO" userId="6c10db7e5b5c4e86" providerId="LiveId" clId="{1DF3B03B-8C1D-476F-A31F-50A791A009CB}" dt="2025-03-04T13:18:53.586" v="936" actId="478"/>
          <ac:spMkLst>
            <pc:docMk/>
            <pc:sldMk cId="2753408002" sldId="278"/>
            <ac:spMk id="11" creationId="{4314C6B8-D729-7FB4-D715-DE1D98100F22}"/>
          </ac:spMkLst>
        </pc:spChg>
        <pc:spChg chg="del">
          <ac:chgData name="Théo BORTOLOTTO" userId="6c10db7e5b5c4e86" providerId="LiveId" clId="{1DF3B03B-8C1D-476F-A31F-50A791A009CB}" dt="2025-03-04T13:18:53.586" v="936" actId="478"/>
          <ac:spMkLst>
            <pc:docMk/>
            <pc:sldMk cId="2753408002" sldId="278"/>
            <ac:spMk id="12" creationId="{03ACAE0C-91BF-C2C6-826B-C6A204A0E448}"/>
          </ac:spMkLst>
        </pc:spChg>
        <pc:spChg chg="add del mod">
          <ac:chgData name="Théo BORTOLOTTO" userId="6c10db7e5b5c4e86" providerId="LiveId" clId="{1DF3B03B-8C1D-476F-A31F-50A791A009CB}" dt="2025-03-04T13:24:32.239" v="1137" actId="478"/>
          <ac:spMkLst>
            <pc:docMk/>
            <pc:sldMk cId="2753408002" sldId="278"/>
            <ac:spMk id="15" creationId="{FF7C6918-0AE7-0621-B77E-882352393794}"/>
          </ac:spMkLst>
        </pc:spChg>
        <pc:spChg chg="del">
          <ac:chgData name="Théo BORTOLOTTO" userId="6c10db7e5b5c4e86" providerId="LiveId" clId="{1DF3B03B-8C1D-476F-A31F-50A791A009CB}" dt="2025-03-04T13:18:53.586" v="936" actId="478"/>
          <ac:spMkLst>
            <pc:docMk/>
            <pc:sldMk cId="2753408002" sldId="278"/>
            <ac:spMk id="16" creationId="{04BAC1D4-2715-E0CF-A3C4-EA84AD0C23AE}"/>
          </ac:spMkLst>
        </pc:spChg>
        <pc:spChg chg="add del mod">
          <ac:chgData name="Théo BORTOLOTTO" userId="6c10db7e5b5c4e86" providerId="LiveId" clId="{1DF3B03B-8C1D-476F-A31F-50A791A009CB}" dt="2025-03-04T13:24:32.239" v="1137" actId="478"/>
          <ac:spMkLst>
            <pc:docMk/>
            <pc:sldMk cId="2753408002" sldId="278"/>
            <ac:spMk id="17" creationId="{748D8696-0D76-1D98-6DCB-77DA54964394}"/>
          </ac:spMkLst>
        </pc:spChg>
        <pc:spChg chg="del">
          <ac:chgData name="Théo BORTOLOTTO" userId="6c10db7e5b5c4e86" providerId="LiveId" clId="{1DF3B03B-8C1D-476F-A31F-50A791A009CB}" dt="2025-03-04T13:18:53.586" v="936" actId="478"/>
          <ac:spMkLst>
            <pc:docMk/>
            <pc:sldMk cId="2753408002" sldId="278"/>
            <ac:spMk id="18" creationId="{B920F0FC-1C04-1866-917E-938E4D471F17}"/>
          </ac:spMkLst>
        </pc:spChg>
        <pc:spChg chg="del">
          <ac:chgData name="Théo BORTOLOTTO" userId="6c10db7e5b5c4e86" providerId="LiveId" clId="{1DF3B03B-8C1D-476F-A31F-50A791A009CB}" dt="2025-03-04T13:18:53.586" v="936" actId="478"/>
          <ac:spMkLst>
            <pc:docMk/>
            <pc:sldMk cId="2753408002" sldId="278"/>
            <ac:spMk id="19" creationId="{03F0EF38-3B41-9270-69D6-C0238B8AEB16}"/>
          </ac:spMkLst>
        </pc:spChg>
        <pc:spChg chg="del">
          <ac:chgData name="Théo BORTOLOTTO" userId="6c10db7e5b5c4e86" providerId="LiveId" clId="{1DF3B03B-8C1D-476F-A31F-50A791A009CB}" dt="2025-03-04T13:18:53.586" v="936" actId="478"/>
          <ac:spMkLst>
            <pc:docMk/>
            <pc:sldMk cId="2753408002" sldId="278"/>
            <ac:spMk id="21" creationId="{30354317-0A1B-3696-25FA-E6A8FCF9F40B}"/>
          </ac:spMkLst>
        </pc:spChg>
        <pc:spChg chg="del">
          <ac:chgData name="Théo BORTOLOTTO" userId="6c10db7e5b5c4e86" providerId="LiveId" clId="{1DF3B03B-8C1D-476F-A31F-50A791A009CB}" dt="2025-03-04T13:18:53.586" v="936" actId="478"/>
          <ac:spMkLst>
            <pc:docMk/>
            <pc:sldMk cId="2753408002" sldId="278"/>
            <ac:spMk id="23" creationId="{B52BCAE7-8412-EABC-1526-11EE7D645157}"/>
          </ac:spMkLst>
        </pc:spChg>
        <pc:spChg chg="del">
          <ac:chgData name="Théo BORTOLOTTO" userId="6c10db7e5b5c4e86" providerId="LiveId" clId="{1DF3B03B-8C1D-476F-A31F-50A791A009CB}" dt="2025-03-04T13:18:53.586" v="936" actId="478"/>
          <ac:spMkLst>
            <pc:docMk/>
            <pc:sldMk cId="2753408002" sldId="278"/>
            <ac:spMk id="24" creationId="{D1216B66-05F9-AE85-A777-2CA96B929C3B}"/>
          </ac:spMkLst>
        </pc:spChg>
        <pc:spChg chg="del">
          <ac:chgData name="Théo BORTOLOTTO" userId="6c10db7e5b5c4e86" providerId="LiveId" clId="{1DF3B03B-8C1D-476F-A31F-50A791A009CB}" dt="2025-03-04T13:18:53.586" v="936" actId="478"/>
          <ac:spMkLst>
            <pc:docMk/>
            <pc:sldMk cId="2753408002" sldId="278"/>
            <ac:spMk id="25" creationId="{04FD3FC9-306F-6FA7-FF55-81E14E7759CA}"/>
          </ac:spMkLst>
        </pc:spChg>
        <pc:spChg chg="del">
          <ac:chgData name="Théo BORTOLOTTO" userId="6c10db7e5b5c4e86" providerId="LiveId" clId="{1DF3B03B-8C1D-476F-A31F-50A791A009CB}" dt="2025-03-04T13:18:53.586" v="936" actId="478"/>
          <ac:spMkLst>
            <pc:docMk/>
            <pc:sldMk cId="2753408002" sldId="278"/>
            <ac:spMk id="26" creationId="{96CD1069-8F2B-973C-21ED-97726E343330}"/>
          </ac:spMkLst>
        </pc:spChg>
        <pc:spChg chg="add del mod">
          <ac:chgData name="Théo BORTOLOTTO" userId="6c10db7e5b5c4e86" providerId="LiveId" clId="{1DF3B03B-8C1D-476F-A31F-50A791A009CB}" dt="2025-03-04T13:24:32.239" v="1137" actId="478"/>
          <ac:spMkLst>
            <pc:docMk/>
            <pc:sldMk cId="2753408002" sldId="278"/>
            <ac:spMk id="28" creationId="{0F38D6E5-9972-9939-0AE8-2554C71FB978}"/>
          </ac:spMkLst>
        </pc:spChg>
        <pc:spChg chg="add del mod">
          <ac:chgData name="Théo BORTOLOTTO" userId="6c10db7e5b5c4e86" providerId="LiveId" clId="{1DF3B03B-8C1D-476F-A31F-50A791A009CB}" dt="2025-03-04T13:24:32.239" v="1137" actId="478"/>
          <ac:spMkLst>
            <pc:docMk/>
            <pc:sldMk cId="2753408002" sldId="278"/>
            <ac:spMk id="29" creationId="{5F2D7935-C80E-491D-2358-35FFCA639D11}"/>
          </ac:spMkLst>
        </pc:spChg>
        <pc:spChg chg="add mod">
          <ac:chgData name="Théo BORTOLOTTO" userId="6c10db7e5b5c4e86" providerId="LiveId" clId="{1DF3B03B-8C1D-476F-A31F-50A791A009CB}" dt="2025-03-04T13:24:32.392" v="1138"/>
          <ac:spMkLst>
            <pc:docMk/>
            <pc:sldMk cId="2753408002" sldId="278"/>
            <ac:spMk id="30" creationId="{928AA9F2-F8C7-CB90-8095-3C66D0CC34F5}"/>
          </ac:spMkLst>
        </pc:spChg>
        <pc:spChg chg="add mod">
          <ac:chgData name="Théo BORTOLOTTO" userId="6c10db7e5b5c4e86" providerId="LiveId" clId="{1DF3B03B-8C1D-476F-A31F-50A791A009CB}" dt="2025-03-04T13:24:32.392" v="1138"/>
          <ac:spMkLst>
            <pc:docMk/>
            <pc:sldMk cId="2753408002" sldId="278"/>
            <ac:spMk id="31" creationId="{175F6D55-E6AB-DC23-BB2A-879129236288}"/>
          </ac:spMkLst>
        </pc:spChg>
        <pc:spChg chg="add mod">
          <ac:chgData name="Théo BORTOLOTTO" userId="6c10db7e5b5c4e86" providerId="LiveId" clId="{1DF3B03B-8C1D-476F-A31F-50A791A009CB}" dt="2025-03-04T13:24:32.392" v="1138"/>
          <ac:spMkLst>
            <pc:docMk/>
            <pc:sldMk cId="2753408002" sldId="278"/>
            <ac:spMk id="32" creationId="{C60097AD-533B-15BF-34CE-8405E2979BAE}"/>
          </ac:spMkLst>
        </pc:spChg>
        <pc:spChg chg="add mod">
          <ac:chgData name="Théo BORTOLOTTO" userId="6c10db7e5b5c4e86" providerId="LiveId" clId="{1DF3B03B-8C1D-476F-A31F-50A791A009CB}" dt="2025-03-04T13:24:32.392" v="1138"/>
          <ac:spMkLst>
            <pc:docMk/>
            <pc:sldMk cId="2753408002" sldId="278"/>
            <ac:spMk id="33" creationId="{3B946F6B-D1FC-EA59-C807-171D3E78A9B3}"/>
          </ac:spMkLst>
        </pc:spChg>
        <pc:spChg chg="add mod">
          <ac:chgData name="Théo BORTOLOTTO" userId="6c10db7e5b5c4e86" providerId="LiveId" clId="{1DF3B03B-8C1D-476F-A31F-50A791A009CB}" dt="2025-03-04T13:24:32.392" v="1138"/>
          <ac:spMkLst>
            <pc:docMk/>
            <pc:sldMk cId="2753408002" sldId="278"/>
            <ac:spMk id="34" creationId="{07AE8BE6-3749-D2DD-19E4-19F3F0BCA0B5}"/>
          </ac:spMkLst>
        </pc:spChg>
        <pc:spChg chg="add mod">
          <ac:chgData name="Théo BORTOLOTTO" userId="6c10db7e5b5c4e86" providerId="LiveId" clId="{1DF3B03B-8C1D-476F-A31F-50A791A009CB}" dt="2025-03-04T13:24:32.392" v="1138"/>
          <ac:spMkLst>
            <pc:docMk/>
            <pc:sldMk cId="2753408002" sldId="278"/>
            <ac:spMk id="35" creationId="{E5018028-AC1B-DB7D-2558-FEA91CC363E7}"/>
          </ac:spMkLst>
        </pc:spChg>
        <pc:spChg chg="add mod">
          <ac:chgData name="Théo BORTOLOTTO" userId="6c10db7e5b5c4e86" providerId="LiveId" clId="{1DF3B03B-8C1D-476F-A31F-50A791A009CB}" dt="2025-03-04T13:24:32.392" v="1138"/>
          <ac:spMkLst>
            <pc:docMk/>
            <pc:sldMk cId="2753408002" sldId="278"/>
            <ac:spMk id="36" creationId="{DDC61354-52D0-471F-4D11-78D3BE4AB2D7}"/>
          </ac:spMkLst>
        </pc:spChg>
        <pc:graphicFrameChg chg="modGraphic">
          <ac:chgData name="Théo BORTOLOTTO" userId="6c10db7e5b5c4e86" providerId="LiveId" clId="{1DF3B03B-8C1D-476F-A31F-50A791A009CB}" dt="2025-03-03T14:14:35.667" v="501" actId="20577"/>
          <ac:graphicFrameMkLst>
            <pc:docMk/>
            <pc:sldMk cId="2753408002" sldId="278"/>
            <ac:graphicFrameMk id="7" creationId="{941C365E-4F00-B679-65DA-6CAE25C3B4B7}"/>
          </ac:graphicFrameMkLst>
        </pc:graphicFrameChg>
      </pc:sldChg>
      <pc:sldChg chg="addSp delSp modSp mod">
        <pc:chgData name="Théo BORTOLOTTO" userId="6c10db7e5b5c4e86" providerId="LiveId" clId="{1DF3B03B-8C1D-476F-A31F-50A791A009CB}" dt="2025-03-04T13:24:35.020" v="1140"/>
        <pc:sldMkLst>
          <pc:docMk/>
          <pc:sldMk cId="2685127941" sldId="279"/>
        </pc:sldMkLst>
        <pc:spChg chg="add del mod">
          <ac:chgData name="Théo BORTOLOTTO" userId="6c10db7e5b5c4e86" providerId="LiveId" clId="{1DF3B03B-8C1D-476F-A31F-50A791A009CB}" dt="2025-03-04T13:24:34.777" v="1139" actId="478"/>
          <ac:spMkLst>
            <pc:docMk/>
            <pc:sldMk cId="2685127941" sldId="279"/>
            <ac:spMk id="3" creationId="{A0E3C51B-716A-5F26-2FAE-D03308B6F174}"/>
          </ac:spMkLst>
        </pc:spChg>
        <pc:spChg chg="add del mod">
          <ac:chgData name="Théo BORTOLOTTO" userId="6c10db7e5b5c4e86" providerId="LiveId" clId="{1DF3B03B-8C1D-476F-A31F-50A791A009CB}" dt="2025-03-04T13:24:34.777" v="1139" actId="478"/>
          <ac:spMkLst>
            <pc:docMk/>
            <pc:sldMk cId="2685127941" sldId="279"/>
            <ac:spMk id="6" creationId="{41DA0053-776D-EAB1-CB6D-D1BCFB1E56CF}"/>
          </ac:spMkLst>
        </pc:spChg>
        <pc:spChg chg="add del mod">
          <ac:chgData name="Théo BORTOLOTTO" userId="6c10db7e5b5c4e86" providerId="LiveId" clId="{1DF3B03B-8C1D-476F-A31F-50A791A009CB}" dt="2025-03-04T13:24:34.777" v="1139" actId="478"/>
          <ac:spMkLst>
            <pc:docMk/>
            <pc:sldMk cId="2685127941" sldId="279"/>
            <ac:spMk id="7" creationId="{A5D497AC-FF90-3E1B-7E5E-F0685AA05DC8}"/>
          </ac:spMkLst>
        </pc:spChg>
        <pc:spChg chg="del">
          <ac:chgData name="Théo BORTOLOTTO" userId="6c10db7e5b5c4e86" providerId="LiveId" clId="{1DF3B03B-8C1D-476F-A31F-50A791A009CB}" dt="2025-03-04T13:18:56.222" v="937" actId="478"/>
          <ac:spMkLst>
            <pc:docMk/>
            <pc:sldMk cId="2685127941" sldId="279"/>
            <ac:spMk id="13" creationId="{E15F2A78-DAD8-5D76-D6B8-B8668DCB72DD}"/>
          </ac:spMkLst>
        </pc:spChg>
        <pc:spChg chg="add del mod">
          <ac:chgData name="Théo BORTOLOTTO" userId="6c10db7e5b5c4e86" providerId="LiveId" clId="{1DF3B03B-8C1D-476F-A31F-50A791A009CB}" dt="2025-03-04T13:24:34.777" v="1139" actId="478"/>
          <ac:spMkLst>
            <pc:docMk/>
            <pc:sldMk cId="2685127941" sldId="279"/>
            <ac:spMk id="15" creationId="{88237D62-55C4-309B-67BB-EF699E77BB04}"/>
          </ac:spMkLst>
        </pc:spChg>
        <pc:spChg chg="del">
          <ac:chgData name="Théo BORTOLOTTO" userId="6c10db7e5b5c4e86" providerId="LiveId" clId="{1DF3B03B-8C1D-476F-A31F-50A791A009CB}" dt="2025-03-04T13:18:56.222" v="937" actId="478"/>
          <ac:spMkLst>
            <pc:docMk/>
            <pc:sldMk cId="2685127941" sldId="279"/>
            <ac:spMk id="16" creationId="{8502829B-50F9-0BFA-76B5-8619CD9AADE5}"/>
          </ac:spMkLst>
        </pc:spChg>
        <pc:spChg chg="add del mod">
          <ac:chgData name="Théo BORTOLOTTO" userId="6c10db7e5b5c4e86" providerId="LiveId" clId="{1DF3B03B-8C1D-476F-A31F-50A791A009CB}" dt="2025-03-04T13:24:34.777" v="1139" actId="478"/>
          <ac:spMkLst>
            <pc:docMk/>
            <pc:sldMk cId="2685127941" sldId="279"/>
            <ac:spMk id="17" creationId="{BEC10313-CC85-DC56-0B0C-5B87C5479500}"/>
          </ac:spMkLst>
        </pc:spChg>
        <pc:spChg chg="del">
          <ac:chgData name="Théo BORTOLOTTO" userId="6c10db7e5b5c4e86" providerId="LiveId" clId="{1DF3B03B-8C1D-476F-A31F-50A791A009CB}" dt="2025-03-04T13:18:56.222" v="937" actId="478"/>
          <ac:spMkLst>
            <pc:docMk/>
            <pc:sldMk cId="2685127941" sldId="279"/>
            <ac:spMk id="18" creationId="{97C5ABF1-F7ED-666F-0626-76B4A2922DDB}"/>
          </ac:spMkLst>
        </pc:spChg>
        <pc:spChg chg="del">
          <ac:chgData name="Théo BORTOLOTTO" userId="6c10db7e5b5c4e86" providerId="LiveId" clId="{1DF3B03B-8C1D-476F-A31F-50A791A009CB}" dt="2025-03-04T13:18:56.222" v="937" actId="478"/>
          <ac:spMkLst>
            <pc:docMk/>
            <pc:sldMk cId="2685127941" sldId="279"/>
            <ac:spMk id="20" creationId="{0F9F5102-D54F-2460-D0D5-3FBDCD1D316B}"/>
          </ac:spMkLst>
        </pc:spChg>
        <pc:spChg chg="del">
          <ac:chgData name="Théo BORTOLOTTO" userId="6c10db7e5b5c4e86" providerId="LiveId" clId="{1DF3B03B-8C1D-476F-A31F-50A791A009CB}" dt="2025-03-04T13:18:56.222" v="937" actId="478"/>
          <ac:spMkLst>
            <pc:docMk/>
            <pc:sldMk cId="2685127941" sldId="279"/>
            <ac:spMk id="21" creationId="{CB63C3B4-8E46-EB66-07D6-16CFB3C2D5E1}"/>
          </ac:spMkLst>
        </pc:spChg>
        <pc:spChg chg="del">
          <ac:chgData name="Théo BORTOLOTTO" userId="6c10db7e5b5c4e86" providerId="LiveId" clId="{1DF3B03B-8C1D-476F-A31F-50A791A009CB}" dt="2025-03-04T13:18:56.222" v="937" actId="478"/>
          <ac:spMkLst>
            <pc:docMk/>
            <pc:sldMk cId="2685127941" sldId="279"/>
            <ac:spMk id="22" creationId="{DB9DE73B-7388-55BD-C393-3A9EE0532A56}"/>
          </ac:spMkLst>
        </pc:spChg>
        <pc:spChg chg="del">
          <ac:chgData name="Théo BORTOLOTTO" userId="6c10db7e5b5c4e86" providerId="LiveId" clId="{1DF3B03B-8C1D-476F-A31F-50A791A009CB}" dt="2025-03-04T13:18:56.222" v="937" actId="478"/>
          <ac:spMkLst>
            <pc:docMk/>
            <pc:sldMk cId="2685127941" sldId="279"/>
            <ac:spMk id="23" creationId="{7C4BA2E6-0DDE-406C-29B6-D3496BB4E40B}"/>
          </ac:spMkLst>
        </pc:spChg>
        <pc:spChg chg="del">
          <ac:chgData name="Théo BORTOLOTTO" userId="6c10db7e5b5c4e86" providerId="LiveId" clId="{1DF3B03B-8C1D-476F-A31F-50A791A009CB}" dt="2025-03-04T13:18:56.222" v="937" actId="478"/>
          <ac:spMkLst>
            <pc:docMk/>
            <pc:sldMk cId="2685127941" sldId="279"/>
            <ac:spMk id="24" creationId="{FE2F50F1-DD30-D277-65D1-11F5C77542AA}"/>
          </ac:spMkLst>
        </pc:spChg>
        <pc:spChg chg="del">
          <ac:chgData name="Théo BORTOLOTTO" userId="6c10db7e5b5c4e86" providerId="LiveId" clId="{1DF3B03B-8C1D-476F-A31F-50A791A009CB}" dt="2025-03-04T13:18:56.222" v="937" actId="478"/>
          <ac:spMkLst>
            <pc:docMk/>
            <pc:sldMk cId="2685127941" sldId="279"/>
            <ac:spMk id="25" creationId="{B33614BC-5495-9DAE-DDE0-4A6794965B17}"/>
          </ac:spMkLst>
        </pc:spChg>
        <pc:spChg chg="del">
          <ac:chgData name="Théo BORTOLOTTO" userId="6c10db7e5b5c4e86" providerId="LiveId" clId="{1DF3B03B-8C1D-476F-A31F-50A791A009CB}" dt="2025-03-04T13:18:56.222" v="937" actId="478"/>
          <ac:spMkLst>
            <pc:docMk/>
            <pc:sldMk cId="2685127941" sldId="279"/>
            <ac:spMk id="27" creationId="{8BDD6933-1550-AB52-8FCE-82C88824D9C0}"/>
          </ac:spMkLst>
        </pc:spChg>
        <pc:spChg chg="add del mod">
          <ac:chgData name="Théo BORTOLOTTO" userId="6c10db7e5b5c4e86" providerId="LiveId" clId="{1DF3B03B-8C1D-476F-A31F-50A791A009CB}" dt="2025-03-04T13:24:34.777" v="1139" actId="478"/>
          <ac:spMkLst>
            <pc:docMk/>
            <pc:sldMk cId="2685127941" sldId="279"/>
            <ac:spMk id="28" creationId="{6E3A9F97-B0EC-00B7-A037-655621012CE0}"/>
          </ac:spMkLst>
        </pc:spChg>
        <pc:spChg chg="add del mod">
          <ac:chgData name="Théo BORTOLOTTO" userId="6c10db7e5b5c4e86" providerId="LiveId" clId="{1DF3B03B-8C1D-476F-A31F-50A791A009CB}" dt="2025-03-04T13:24:34.777" v="1139" actId="478"/>
          <ac:spMkLst>
            <pc:docMk/>
            <pc:sldMk cId="2685127941" sldId="279"/>
            <ac:spMk id="29" creationId="{191BBD2D-FEDC-D167-F946-7C8B678D0DB0}"/>
          </ac:spMkLst>
        </pc:spChg>
        <pc:spChg chg="add mod">
          <ac:chgData name="Théo BORTOLOTTO" userId="6c10db7e5b5c4e86" providerId="LiveId" clId="{1DF3B03B-8C1D-476F-A31F-50A791A009CB}" dt="2025-03-04T13:24:35.020" v="1140"/>
          <ac:spMkLst>
            <pc:docMk/>
            <pc:sldMk cId="2685127941" sldId="279"/>
            <ac:spMk id="30" creationId="{9085D0ED-5A8E-47BC-14C2-81E79712C83F}"/>
          </ac:spMkLst>
        </pc:spChg>
        <pc:spChg chg="add mod">
          <ac:chgData name="Théo BORTOLOTTO" userId="6c10db7e5b5c4e86" providerId="LiveId" clId="{1DF3B03B-8C1D-476F-A31F-50A791A009CB}" dt="2025-03-04T13:24:35.020" v="1140"/>
          <ac:spMkLst>
            <pc:docMk/>
            <pc:sldMk cId="2685127941" sldId="279"/>
            <ac:spMk id="31" creationId="{C8F2BDC7-16B1-0877-03FB-D9EBB19ECC22}"/>
          </ac:spMkLst>
        </pc:spChg>
        <pc:spChg chg="add mod">
          <ac:chgData name="Théo BORTOLOTTO" userId="6c10db7e5b5c4e86" providerId="LiveId" clId="{1DF3B03B-8C1D-476F-A31F-50A791A009CB}" dt="2025-03-04T13:24:35.020" v="1140"/>
          <ac:spMkLst>
            <pc:docMk/>
            <pc:sldMk cId="2685127941" sldId="279"/>
            <ac:spMk id="32" creationId="{CD2B36D3-28EA-32D3-6B96-1D190151E7A1}"/>
          </ac:spMkLst>
        </pc:spChg>
        <pc:spChg chg="add mod">
          <ac:chgData name="Théo BORTOLOTTO" userId="6c10db7e5b5c4e86" providerId="LiveId" clId="{1DF3B03B-8C1D-476F-A31F-50A791A009CB}" dt="2025-03-04T13:24:35.020" v="1140"/>
          <ac:spMkLst>
            <pc:docMk/>
            <pc:sldMk cId="2685127941" sldId="279"/>
            <ac:spMk id="33" creationId="{0296EBD9-9504-1A3B-50EF-B1DD58BF56F6}"/>
          </ac:spMkLst>
        </pc:spChg>
        <pc:spChg chg="add mod">
          <ac:chgData name="Théo BORTOLOTTO" userId="6c10db7e5b5c4e86" providerId="LiveId" clId="{1DF3B03B-8C1D-476F-A31F-50A791A009CB}" dt="2025-03-04T13:24:35.020" v="1140"/>
          <ac:spMkLst>
            <pc:docMk/>
            <pc:sldMk cId="2685127941" sldId="279"/>
            <ac:spMk id="34" creationId="{4BF875DA-246E-2869-B4B8-1E1BB126E301}"/>
          </ac:spMkLst>
        </pc:spChg>
        <pc:spChg chg="add mod">
          <ac:chgData name="Théo BORTOLOTTO" userId="6c10db7e5b5c4e86" providerId="LiveId" clId="{1DF3B03B-8C1D-476F-A31F-50A791A009CB}" dt="2025-03-04T13:24:35.020" v="1140"/>
          <ac:spMkLst>
            <pc:docMk/>
            <pc:sldMk cId="2685127941" sldId="279"/>
            <ac:spMk id="35" creationId="{2B4BF936-3668-61F0-1ABF-455C84A38F74}"/>
          </ac:spMkLst>
        </pc:spChg>
        <pc:spChg chg="add mod">
          <ac:chgData name="Théo BORTOLOTTO" userId="6c10db7e5b5c4e86" providerId="LiveId" clId="{1DF3B03B-8C1D-476F-A31F-50A791A009CB}" dt="2025-03-04T13:24:35.020" v="1140"/>
          <ac:spMkLst>
            <pc:docMk/>
            <pc:sldMk cId="2685127941" sldId="279"/>
            <ac:spMk id="36" creationId="{6860F52E-A125-7F20-B931-FAFFB7D71BCF}"/>
          </ac:spMkLst>
        </pc:spChg>
      </pc:sldChg>
      <pc:sldChg chg="del">
        <pc:chgData name="Théo BORTOLOTTO" userId="6c10db7e5b5c4e86" providerId="LiveId" clId="{1DF3B03B-8C1D-476F-A31F-50A791A009CB}" dt="2025-03-03T14:13:51.953" v="477" actId="47"/>
        <pc:sldMkLst>
          <pc:docMk/>
          <pc:sldMk cId="3013955481" sldId="280"/>
        </pc:sldMkLst>
      </pc:sldChg>
      <pc:sldChg chg="addSp delSp modSp mod">
        <pc:chgData name="Théo BORTOLOTTO" userId="6c10db7e5b5c4e86" providerId="LiveId" clId="{1DF3B03B-8C1D-476F-A31F-50A791A009CB}" dt="2025-03-04T13:24:37.012" v="1142"/>
        <pc:sldMkLst>
          <pc:docMk/>
          <pc:sldMk cId="4195929530" sldId="281"/>
        </pc:sldMkLst>
        <pc:spChg chg="add del mod">
          <ac:chgData name="Théo BORTOLOTTO" userId="6c10db7e5b5c4e86" providerId="LiveId" clId="{1DF3B03B-8C1D-476F-A31F-50A791A009CB}" dt="2025-03-04T13:24:36.774" v="1141" actId="478"/>
          <ac:spMkLst>
            <pc:docMk/>
            <pc:sldMk cId="4195929530" sldId="281"/>
            <ac:spMk id="6" creationId="{080E9F01-0468-9B7E-8F6D-3C1D947C06AB}"/>
          </ac:spMkLst>
        </pc:spChg>
        <pc:spChg chg="add del mod">
          <ac:chgData name="Théo BORTOLOTTO" userId="6c10db7e5b5c4e86" providerId="LiveId" clId="{1DF3B03B-8C1D-476F-A31F-50A791A009CB}" dt="2025-03-04T13:24:36.774" v="1141" actId="478"/>
          <ac:spMkLst>
            <pc:docMk/>
            <pc:sldMk cId="4195929530" sldId="281"/>
            <ac:spMk id="7" creationId="{39E5A87C-588B-3D5E-1A8E-2EA57939392E}"/>
          </ac:spMkLst>
        </pc:spChg>
        <pc:spChg chg="del">
          <ac:chgData name="Théo BORTOLOTTO" userId="6c10db7e5b5c4e86" providerId="LiveId" clId="{1DF3B03B-8C1D-476F-A31F-50A791A009CB}" dt="2025-03-04T13:18:58.191" v="938" actId="478"/>
          <ac:spMkLst>
            <pc:docMk/>
            <pc:sldMk cId="4195929530" sldId="281"/>
            <ac:spMk id="9" creationId="{1F8910F5-9B68-FC40-205F-BE2A60C7CA54}"/>
          </ac:spMkLst>
        </pc:spChg>
        <pc:spChg chg="del">
          <ac:chgData name="Théo BORTOLOTTO" userId="6c10db7e5b5c4e86" providerId="LiveId" clId="{1DF3B03B-8C1D-476F-A31F-50A791A009CB}" dt="2025-03-04T13:18:58.191" v="938" actId="478"/>
          <ac:spMkLst>
            <pc:docMk/>
            <pc:sldMk cId="4195929530" sldId="281"/>
            <ac:spMk id="12" creationId="{FEEF91BA-B1EF-C8DC-DA3E-FCBEA5C0061B}"/>
          </ac:spMkLst>
        </pc:spChg>
        <pc:spChg chg="del">
          <ac:chgData name="Théo BORTOLOTTO" userId="6c10db7e5b5c4e86" providerId="LiveId" clId="{1DF3B03B-8C1D-476F-A31F-50A791A009CB}" dt="2025-03-04T13:18:58.191" v="938" actId="478"/>
          <ac:spMkLst>
            <pc:docMk/>
            <pc:sldMk cId="4195929530" sldId="281"/>
            <ac:spMk id="13" creationId="{4EAD499E-5477-AB6B-3733-E5EDA18CB6D0}"/>
          </ac:spMkLst>
        </pc:spChg>
        <pc:spChg chg="add del mod">
          <ac:chgData name="Théo BORTOLOTTO" userId="6c10db7e5b5c4e86" providerId="LiveId" clId="{1DF3B03B-8C1D-476F-A31F-50A791A009CB}" dt="2025-03-04T13:24:36.774" v="1141" actId="478"/>
          <ac:spMkLst>
            <pc:docMk/>
            <pc:sldMk cId="4195929530" sldId="281"/>
            <ac:spMk id="14" creationId="{B47448FB-5041-E164-93E7-8816AC6B2C02}"/>
          </ac:spMkLst>
        </pc:spChg>
        <pc:spChg chg="del">
          <ac:chgData name="Théo BORTOLOTTO" userId="6c10db7e5b5c4e86" providerId="LiveId" clId="{1DF3B03B-8C1D-476F-A31F-50A791A009CB}" dt="2025-03-04T13:18:58.191" v="938" actId="478"/>
          <ac:spMkLst>
            <pc:docMk/>
            <pc:sldMk cId="4195929530" sldId="281"/>
            <ac:spMk id="17" creationId="{590499B4-AEC5-E7D5-DE07-257AD186EB33}"/>
          </ac:spMkLst>
        </pc:spChg>
        <pc:spChg chg="del">
          <ac:chgData name="Théo BORTOLOTTO" userId="6c10db7e5b5c4e86" providerId="LiveId" clId="{1DF3B03B-8C1D-476F-A31F-50A791A009CB}" dt="2025-03-04T13:18:58.191" v="938" actId="478"/>
          <ac:spMkLst>
            <pc:docMk/>
            <pc:sldMk cId="4195929530" sldId="281"/>
            <ac:spMk id="19" creationId="{CED5C0F6-4968-E18F-2424-D44B056C60AC}"/>
          </ac:spMkLst>
        </pc:spChg>
        <pc:spChg chg="del">
          <ac:chgData name="Théo BORTOLOTTO" userId="6c10db7e5b5c4e86" providerId="LiveId" clId="{1DF3B03B-8C1D-476F-A31F-50A791A009CB}" dt="2025-03-04T13:18:58.191" v="938" actId="478"/>
          <ac:spMkLst>
            <pc:docMk/>
            <pc:sldMk cId="4195929530" sldId="281"/>
            <ac:spMk id="20" creationId="{C03E3082-F09F-CB8F-F2E5-085BE24C4BA4}"/>
          </ac:spMkLst>
        </pc:spChg>
        <pc:spChg chg="del">
          <ac:chgData name="Théo BORTOLOTTO" userId="6c10db7e5b5c4e86" providerId="LiveId" clId="{1DF3B03B-8C1D-476F-A31F-50A791A009CB}" dt="2025-03-04T13:18:58.191" v="938" actId="478"/>
          <ac:spMkLst>
            <pc:docMk/>
            <pc:sldMk cId="4195929530" sldId="281"/>
            <ac:spMk id="21" creationId="{56B6E1C0-3FDD-901E-7A55-F2053DFB2118}"/>
          </ac:spMkLst>
        </pc:spChg>
        <pc:spChg chg="del">
          <ac:chgData name="Théo BORTOLOTTO" userId="6c10db7e5b5c4e86" providerId="LiveId" clId="{1DF3B03B-8C1D-476F-A31F-50A791A009CB}" dt="2025-03-04T13:18:58.191" v="938" actId="478"/>
          <ac:spMkLst>
            <pc:docMk/>
            <pc:sldMk cId="4195929530" sldId="281"/>
            <ac:spMk id="22" creationId="{253AF892-B4E4-2502-B3C1-F725C4500507}"/>
          </ac:spMkLst>
        </pc:spChg>
        <pc:spChg chg="del">
          <ac:chgData name="Théo BORTOLOTTO" userId="6c10db7e5b5c4e86" providerId="LiveId" clId="{1DF3B03B-8C1D-476F-A31F-50A791A009CB}" dt="2025-03-04T13:18:58.191" v="938" actId="478"/>
          <ac:spMkLst>
            <pc:docMk/>
            <pc:sldMk cId="4195929530" sldId="281"/>
            <ac:spMk id="23" creationId="{B71CB729-D1E7-DB97-BAFB-1D18E2677327}"/>
          </ac:spMkLst>
        </pc:spChg>
        <pc:spChg chg="del">
          <ac:chgData name="Théo BORTOLOTTO" userId="6c10db7e5b5c4e86" providerId="LiveId" clId="{1DF3B03B-8C1D-476F-A31F-50A791A009CB}" dt="2025-03-04T13:18:58.191" v="938" actId="478"/>
          <ac:spMkLst>
            <pc:docMk/>
            <pc:sldMk cId="4195929530" sldId="281"/>
            <ac:spMk id="24" creationId="{6236C5DD-0BC0-EF8B-9BD6-03E06BD12A00}"/>
          </ac:spMkLst>
        </pc:spChg>
        <pc:spChg chg="add del mod">
          <ac:chgData name="Théo BORTOLOTTO" userId="6c10db7e5b5c4e86" providerId="LiveId" clId="{1DF3B03B-8C1D-476F-A31F-50A791A009CB}" dt="2025-03-04T13:24:36.774" v="1141" actId="478"/>
          <ac:spMkLst>
            <pc:docMk/>
            <pc:sldMk cId="4195929530" sldId="281"/>
            <ac:spMk id="26" creationId="{5721BC7F-ED0E-59E2-685E-FC35CAE68C44}"/>
          </ac:spMkLst>
        </pc:spChg>
        <pc:spChg chg="add del mod">
          <ac:chgData name="Théo BORTOLOTTO" userId="6c10db7e5b5c4e86" providerId="LiveId" clId="{1DF3B03B-8C1D-476F-A31F-50A791A009CB}" dt="2025-03-04T13:24:36.774" v="1141" actId="478"/>
          <ac:spMkLst>
            <pc:docMk/>
            <pc:sldMk cId="4195929530" sldId="281"/>
            <ac:spMk id="27" creationId="{24D01881-ED97-F161-9F4B-F76631079605}"/>
          </ac:spMkLst>
        </pc:spChg>
        <pc:spChg chg="add del mod">
          <ac:chgData name="Théo BORTOLOTTO" userId="6c10db7e5b5c4e86" providerId="LiveId" clId="{1DF3B03B-8C1D-476F-A31F-50A791A009CB}" dt="2025-03-04T13:24:36.774" v="1141" actId="478"/>
          <ac:spMkLst>
            <pc:docMk/>
            <pc:sldMk cId="4195929530" sldId="281"/>
            <ac:spMk id="28" creationId="{E1ED77FB-605E-6B2F-47F9-E1618207F7AE}"/>
          </ac:spMkLst>
        </pc:spChg>
        <pc:spChg chg="add del mod">
          <ac:chgData name="Théo BORTOLOTTO" userId="6c10db7e5b5c4e86" providerId="LiveId" clId="{1DF3B03B-8C1D-476F-A31F-50A791A009CB}" dt="2025-03-04T13:24:36.774" v="1141" actId="478"/>
          <ac:spMkLst>
            <pc:docMk/>
            <pc:sldMk cId="4195929530" sldId="281"/>
            <ac:spMk id="29" creationId="{2E139DB0-FA16-6C75-326E-B7586348EE64}"/>
          </ac:spMkLst>
        </pc:spChg>
        <pc:spChg chg="add mod">
          <ac:chgData name="Théo BORTOLOTTO" userId="6c10db7e5b5c4e86" providerId="LiveId" clId="{1DF3B03B-8C1D-476F-A31F-50A791A009CB}" dt="2025-03-04T13:24:37.012" v="1142"/>
          <ac:spMkLst>
            <pc:docMk/>
            <pc:sldMk cId="4195929530" sldId="281"/>
            <ac:spMk id="30" creationId="{18906FC1-2DFC-8855-8378-0DA08F6FA095}"/>
          </ac:spMkLst>
        </pc:spChg>
        <pc:spChg chg="add mod">
          <ac:chgData name="Théo BORTOLOTTO" userId="6c10db7e5b5c4e86" providerId="LiveId" clId="{1DF3B03B-8C1D-476F-A31F-50A791A009CB}" dt="2025-03-04T13:24:37.012" v="1142"/>
          <ac:spMkLst>
            <pc:docMk/>
            <pc:sldMk cId="4195929530" sldId="281"/>
            <ac:spMk id="31" creationId="{0BE7D7EB-2F1C-3B45-2F94-13CF33E18C54}"/>
          </ac:spMkLst>
        </pc:spChg>
        <pc:spChg chg="add mod">
          <ac:chgData name="Théo BORTOLOTTO" userId="6c10db7e5b5c4e86" providerId="LiveId" clId="{1DF3B03B-8C1D-476F-A31F-50A791A009CB}" dt="2025-03-04T13:24:37.012" v="1142"/>
          <ac:spMkLst>
            <pc:docMk/>
            <pc:sldMk cId="4195929530" sldId="281"/>
            <ac:spMk id="32" creationId="{22B5B52E-0940-7CE2-CC3B-8895E9F17612}"/>
          </ac:spMkLst>
        </pc:spChg>
        <pc:spChg chg="add mod">
          <ac:chgData name="Théo BORTOLOTTO" userId="6c10db7e5b5c4e86" providerId="LiveId" clId="{1DF3B03B-8C1D-476F-A31F-50A791A009CB}" dt="2025-03-04T13:24:37.012" v="1142"/>
          <ac:spMkLst>
            <pc:docMk/>
            <pc:sldMk cId="4195929530" sldId="281"/>
            <ac:spMk id="33" creationId="{076AA6CB-4B54-2890-65CB-980329544598}"/>
          </ac:spMkLst>
        </pc:spChg>
        <pc:spChg chg="add mod">
          <ac:chgData name="Théo BORTOLOTTO" userId="6c10db7e5b5c4e86" providerId="LiveId" clId="{1DF3B03B-8C1D-476F-A31F-50A791A009CB}" dt="2025-03-04T13:24:37.012" v="1142"/>
          <ac:spMkLst>
            <pc:docMk/>
            <pc:sldMk cId="4195929530" sldId="281"/>
            <ac:spMk id="34" creationId="{57A56569-4A7C-4261-E842-D1985519BE16}"/>
          </ac:spMkLst>
        </pc:spChg>
        <pc:spChg chg="add mod">
          <ac:chgData name="Théo BORTOLOTTO" userId="6c10db7e5b5c4e86" providerId="LiveId" clId="{1DF3B03B-8C1D-476F-A31F-50A791A009CB}" dt="2025-03-04T13:24:37.012" v="1142"/>
          <ac:spMkLst>
            <pc:docMk/>
            <pc:sldMk cId="4195929530" sldId="281"/>
            <ac:spMk id="35" creationId="{E156C321-FBA3-C609-24E4-FE6E8C5014C3}"/>
          </ac:spMkLst>
        </pc:spChg>
        <pc:spChg chg="add mod">
          <ac:chgData name="Théo BORTOLOTTO" userId="6c10db7e5b5c4e86" providerId="LiveId" clId="{1DF3B03B-8C1D-476F-A31F-50A791A009CB}" dt="2025-03-04T13:24:37.012" v="1142"/>
          <ac:spMkLst>
            <pc:docMk/>
            <pc:sldMk cId="4195929530" sldId="281"/>
            <ac:spMk id="36" creationId="{DB5D82FF-E8CD-149A-219F-EB79A2D26B93}"/>
          </ac:spMkLst>
        </pc:spChg>
      </pc:sldChg>
      <pc:sldChg chg="addSp delSp modSp mod">
        <pc:chgData name="Théo BORTOLOTTO" userId="6c10db7e5b5c4e86" providerId="LiveId" clId="{1DF3B03B-8C1D-476F-A31F-50A791A009CB}" dt="2025-03-04T13:24:39.112" v="1144"/>
        <pc:sldMkLst>
          <pc:docMk/>
          <pc:sldMk cId="4159112190" sldId="282"/>
        </pc:sldMkLst>
        <pc:spChg chg="add del mod">
          <ac:chgData name="Théo BORTOLOTTO" userId="6c10db7e5b5c4e86" providerId="LiveId" clId="{1DF3B03B-8C1D-476F-A31F-50A791A009CB}" dt="2025-03-04T13:24:38.823" v="1143" actId="478"/>
          <ac:spMkLst>
            <pc:docMk/>
            <pc:sldMk cId="4159112190" sldId="282"/>
            <ac:spMk id="3" creationId="{DF1592F2-0A79-67D7-168F-714D1C9588E5}"/>
          </ac:spMkLst>
        </pc:spChg>
        <pc:spChg chg="add del mod">
          <ac:chgData name="Théo BORTOLOTTO" userId="6c10db7e5b5c4e86" providerId="LiveId" clId="{1DF3B03B-8C1D-476F-A31F-50A791A009CB}" dt="2025-03-04T13:24:38.823" v="1143" actId="478"/>
          <ac:spMkLst>
            <pc:docMk/>
            <pc:sldMk cId="4159112190" sldId="282"/>
            <ac:spMk id="6" creationId="{123AD1D0-63F6-C3AF-AFE1-5B0C20FC5D28}"/>
          </ac:spMkLst>
        </pc:spChg>
        <pc:spChg chg="add del mod">
          <ac:chgData name="Théo BORTOLOTTO" userId="6c10db7e5b5c4e86" providerId="LiveId" clId="{1DF3B03B-8C1D-476F-A31F-50A791A009CB}" dt="2025-03-04T13:24:38.823" v="1143" actId="478"/>
          <ac:spMkLst>
            <pc:docMk/>
            <pc:sldMk cId="4159112190" sldId="282"/>
            <ac:spMk id="7" creationId="{6B27AAD9-959C-D8B4-4BB2-0C49B5C185F7}"/>
          </ac:spMkLst>
        </pc:spChg>
        <pc:spChg chg="del">
          <ac:chgData name="Théo BORTOLOTTO" userId="6c10db7e5b5c4e86" providerId="LiveId" clId="{1DF3B03B-8C1D-476F-A31F-50A791A009CB}" dt="2025-03-04T13:19:00.107" v="939" actId="478"/>
          <ac:spMkLst>
            <pc:docMk/>
            <pc:sldMk cId="4159112190" sldId="282"/>
            <ac:spMk id="11" creationId="{DD9C86F6-038F-E6C9-6046-B74F4FEA35FA}"/>
          </ac:spMkLst>
        </pc:spChg>
        <pc:spChg chg="del">
          <ac:chgData name="Théo BORTOLOTTO" userId="6c10db7e5b5c4e86" providerId="LiveId" clId="{1DF3B03B-8C1D-476F-A31F-50A791A009CB}" dt="2025-03-04T13:19:00.107" v="939" actId="478"/>
          <ac:spMkLst>
            <pc:docMk/>
            <pc:sldMk cId="4159112190" sldId="282"/>
            <ac:spMk id="12" creationId="{C2CD1500-08CA-8C3D-377A-4402FDCD7269}"/>
          </ac:spMkLst>
        </pc:spChg>
        <pc:spChg chg="del">
          <ac:chgData name="Théo BORTOLOTTO" userId="6c10db7e5b5c4e86" providerId="LiveId" clId="{1DF3B03B-8C1D-476F-A31F-50A791A009CB}" dt="2025-03-04T13:19:00.107" v="939" actId="478"/>
          <ac:spMkLst>
            <pc:docMk/>
            <pc:sldMk cId="4159112190" sldId="282"/>
            <ac:spMk id="14" creationId="{A1E99C8B-7B18-2562-8E3A-738A99A32A45}"/>
          </ac:spMkLst>
        </pc:spChg>
        <pc:spChg chg="add del mod">
          <ac:chgData name="Théo BORTOLOTTO" userId="6c10db7e5b5c4e86" providerId="LiveId" clId="{1DF3B03B-8C1D-476F-A31F-50A791A009CB}" dt="2025-03-04T13:24:38.823" v="1143" actId="478"/>
          <ac:spMkLst>
            <pc:docMk/>
            <pc:sldMk cId="4159112190" sldId="282"/>
            <ac:spMk id="15" creationId="{5E1119C7-37BD-22C7-820B-8E684F137D0F}"/>
          </ac:spMkLst>
        </pc:spChg>
        <pc:spChg chg="del">
          <ac:chgData name="Théo BORTOLOTTO" userId="6c10db7e5b5c4e86" providerId="LiveId" clId="{1DF3B03B-8C1D-476F-A31F-50A791A009CB}" dt="2025-03-04T13:19:00.107" v="939" actId="478"/>
          <ac:spMkLst>
            <pc:docMk/>
            <pc:sldMk cId="4159112190" sldId="282"/>
            <ac:spMk id="16" creationId="{64CDDBAC-C28E-760B-619C-D002E6422B9B}"/>
          </ac:spMkLst>
        </pc:spChg>
        <pc:spChg chg="del">
          <ac:chgData name="Théo BORTOLOTTO" userId="6c10db7e5b5c4e86" providerId="LiveId" clId="{1DF3B03B-8C1D-476F-A31F-50A791A009CB}" dt="2025-03-04T13:19:00.107" v="939" actId="478"/>
          <ac:spMkLst>
            <pc:docMk/>
            <pc:sldMk cId="4159112190" sldId="282"/>
            <ac:spMk id="17" creationId="{11114AF4-B6C8-1B87-11BA-18878902F466}"/>
          </ac:spMkLst>
        </pc:spChg>
        <pc:spChg chg="add del mod">
          <ac:chgData name="Théo BORTOLOTTO" userId="6c10db7e5b5c4e86" providerId="LiveId" clId="{1DF3B03B-8C1D-476F-A31F-50A791A009CB}" dt="2025-03-04T13:24:38.823" v="1143" actId="478"/>
          <ac:spMkLst>
            <pc:docMk/>
            <pc:sldMk cId="4159112190" sldId="282"/>
            <ac:spMk id="18" creationId="{CC03AED9-7913-4608-F569-25F8C417A583}"/>
          </ac:spMkLst>
        </pc:spChg>
        <pc:spChg chg="del">
          <ac:chgData name="Théo BORTOLOTTO" userId="6c10db7e5b5c4e86" providerId="LiveId" clId="{1DF3B03B-8C1D-476F-A31F-50A791A009CB}" dt="2025-03-04T13:19:00.107" v="939" actId="478"/>
          <ac:spMkLst>
            <pc:docMk/>
            <pc:sldMk cId="4159112190" sldId="282"/>
            <ac:spMk id="19" creationId="{5C648A15-2288-58F8-95C3-8166A9390245}"/>
          </ac:spMkLst>
        </pc:spChg>
        <pc:spChg chg="del">
          <ac:chgData name="Théo BORTOLOTTO" userId="6c10db7e5b5c4e86" providerId="LiveId" clId="{1DF3B03B-8C1D-476F-A31F-50A791A009CB}" dt="2025-03-04T13:19:00.107" v="939" actId="478"/>
          <ac:spMkLst>
            <pc:docMk/>
            <pc:sldMk cId="4159112190" sldId="282"/>
            <ac:spMk id="20" creationId="{F790C199-0398-A622-DFBD-38F0B2A74322}"/>
          </ac:spMkLst>
        </pc:spChg>
        <pc:spChg chg="del">
          <ac:chgData name="Théo BORTOLOTTO" userId="6c10db7e5b5c4e86" providerId="LiveId" clId="{1DF3B03B-8C1D-476F-A31F-50A791A009CB}" dt="2025-03-04T13:19:00.107" v="939" actId="478"/>
          <ac:spMkLst>
            <pc:docMk/>
            <pc:sldMk cId="4159112190" sldId="282"/>
            <ac:spMk id="22" creationId="{45D0F541-5B5C-4045-D4E1-CCDB4EB9A428}"/>
          </ac:spMkLst>
        </pc:spChg>
        <pc:spChg chg="del">
          <ac:chgData name="Théo BORTOLOTTO" userId="6c10db7e5b5c4e86" providerId="LiveId" clId="{1DF3B03B-8C1D-476F-A31F-50A791A009CB}" dt="2025-03-04T13:19:00.107" v="939" actId="478"/>
          <ac:spMkLst>
            <pc:docMk/>
            <pc:sldMk cId="4159112190" sldId="282"/>
            <ac:spMk id="23" creationId="{48D7106F-9E84-50D5-781E-AC2ADFBBCA20}"/>
          </ac:spMkLst>
        </pc:spChg>
        <pc:spChg chg="del">
          <ac:chgData name="Théo BORTOLOTTO" userId="6c10db7e5b5c4e86" providerId="LiveId" clId="{1DF3B03B-8C1D-476F-A31F-50A791A009CB}" dt="2025-03-04T13:19:00.107" v="939" actId="478"/>
          <ac:spMkLst>
            <pc:docMk/>
            <pc:sldMk cId="4159112190" sldId="282"/>
            <ac:spMk id="24" creationId="{7B6E4919-EF5F-CA2D-E590-EEA7F7AD4398}"/>
          </ac:spMkLst>
        </pc:spChg>
        <pc:spChg chg="add del mod">
          <ac:chgData name="Théo BORTOLOTTO" userId="6c10db7e5b5c4e86" providerId="LiveId" clId="{1DF3B03B-8C1D-476F-A31F-50A791A009CB}" dt="2025-03-04T13:24:38.823" v="1143" actId="478"/>
          <ac:spMkLst>
            <pc:docMk/>
            <pc:sldMk cId="4159112190" sldId="282"/>
            <ac:spMk id="27" creationId="{57CC4466-870C-6561-16B6-7A07375417F3}"/>
          </ac:spMkLst>
        </pc:spChg>
        <pc:spChg chg="add del mod">
          <ac:chgData name="Théo BORTOLOTTO" userId="6c10db7e5b5c4e86" providerId="LiveId" clId="{1DF3B03B-8C1D-476F-A31F-50A791A009CB}" dt="2025-03-04T13:24:38.823" v="1143" actId="478"/>
          <ac:spMkLst>
            <pc:docMk/>
            <pc:sldMk cId="4159112190" sldId="282"/>
            <ac:spMk id="29" creationId="{F82DA540-2539-4032-A674-704313BC8CC7}"/>
          </ac:spMkLst>
        </pc:spChg>
        <pc:spChg chg="add mod">
          <ac:chgData name="Théo BORTOLOTTO" userId="6c10db7e5b5c4e86" providerId="LiveId" clId="{1DF3B03B-8C1D-476F-A31F-50A791A009CB}" dt="2025-03-04T13:24:39.112" v="1144"/>
          <ac:spMkLst>
            <pc:docMk/>
            <pc:sldMk cId="4159112190" sldId="282"/>
            <ac:spMk id="30" creationId="{C992E1AC-8788-3808-3569-0792617D25CF}"/>
          </ac:spMkLst>
        </pc:spChg>
        <pc:spChg chg="add mod">
          <ac:chgData name="Théo BORTOLOTTO" userId="6c10db7e5b5c4e86" providerId="LiveId" clId="{1DF3B03B-8C1D-476F-A31F-50A791A009CB}" dt="2025-03-04T13:24:39.112" v="1144"/>
          <ac:spMkLst>
            <pc:docMk/>
            <pc:sldMk cId="4159112190" sldId="282"/>
            <ac:spMk id="31" creationId="{007711FE-305A-AC00-891E-2ECDD7CAB047}"/>
          </ac:spMkLst>
        </pc:spChg>
        <pc:spChg chg="add mod">
          <ac:chgData name="Théo BORTOLOTTO" userId="6c10db7e5b5c4e86" providerId="LiveId" clId="{1DF3B03B-8C1D-476F-A31F-50A791A009CB}" dt="2025-03-04T13:24:39.112" v="1144"/>
          <ac:spMkLst>
            <pc:docMk/>
            <pc:sldMk cId="4159112190" sldId="282"/>
            <ac:spMk id="32" creationId="{D6500209-D1EB-7FE9-5449-7D23F0A766AA}"/>
          </ac:spMkLst>
        </pc:spChg>
        <pc:spChg chg="add mod">
          <ac:chgData name="Théo BORTOLOTTO" userId="6c10db7e5b5c4e86" providerId="LiveId" clId="{1DF3B03B-8C1D-476F-A31F-50A791A009CB}" dt="2025-03-04T13:24:39.112" v="1144"/>
          <ac:spMkLst>
            <pc:docMk/>
            <pc:sldMk cId="4159112190" sldId="282"/>
            <ac:spMk id="33" creationId="{8AA49605-AB01-2960-A153-FDDE590053EF}"/>
          </ac:spMkLst>
        </pc:spChg>
        <pc:spChg chg="add mod">
          <ac:chgData name="Théo BORTOLOTTO" userId="6c10db7e5b5c4e86" providerId="LiveId" clId="{1DF3B03B-8C1D-476F-A31F-50A791A009CB}" dt="2025-03-04T13:24:39.112" v="1144"/>
          <ac:spMkLst>
            <pc:docMk/>
            <pc:sldMk cId="4159112190" sldId="282"/>
            <ac:spMk id="34" creationId="{39328A9B-334A-17CA-4AC4-C8985BEF0999}"/>
          </ac:spMkLst>
        </pc:spChg>
        <pc:spChg chg="add mod">
          <ac:chgData name="Théo BORTOLOTTO" userId="6c10db7e5b5c4e86" providerId="LiveId" clId="{1DF3B03B-8C1D-476F-A31F-50A791A009CB}" dt="2025-03-04T13:24:39.112" v="1144"/>
          <ac:spMkLst>
            <pc:docMk/>
            <pc:sldMk cId="4159112190" sldId="282"/>
            <ac:spMk id="35" creationId="{FAF6C638-CB10-E9C6-A429-274CC87503A2}"/>
          </ac:spMkLst>
        </pc:spChg>
        <pc:spChg chg="add mod">
          <ac:chgData name="Théo BORTOLOTTO" userId="6c10db7e5b5c4e86" providerId="LiveId" clId="{1DF3B03B-8C1D-476F-A31F-50A791A009CB}" dt="2025-03-04T13:24:39.112" v="1144"/>
          <ac:spMkLst>
            <pc:docMk/>
            <pc:sldMk cId="4159112190" sldId="282"/>
            <ac:spMk id="36" creationId="{E1043C4C-6B82-3E07-148F-B5513C8646BA}"/>
          </ac:spMkLst>
        </pc:spChg>
      </pc:sldChg>
      <pc:sldChg chg="addSp delSp modSp mod">
        <pc:chgData name="Théo BORTOLOTTO" userId="6c10db7e5b5c4e86" providerId="LiveId" clId="{1DF3B03B-8C1D-476F-A31F-50A791A009CB}" dt="2025-03-04T13:24:42.123" v="1146"/>
        <pc:sldMkLst>
          <pc:docMk/>
          <pc:sldMk cId="3670945490" sldId="283"/>
        </pc:sldMkLst>
        <pc:spChg chg="add del mod">
          <ac:chgData name="Théo BORTOLOTTO" userId="6c10db7e5b5c4e86" providerId="LiveId" clId="{1DF3B03B-8C1D-476F-A31F-50A791A009CB}" dt="2025-03-04T13:24:41.668" v="1145" actId="478"/>
          <ac:spMkLst>
            <pc:docMk/>
            <pc:sldMk cId="3670945490" sldId="283"/>
            <ac:spMk id="3" creationId="{FC5A34F5-3347-96C0-B6EE-DA9B3334C30E}"/>
          </ac:spMkLst>
        </pc:spChg>
        <pc:spChg chg="add del mod">
          <ac:chgData name="Théo BORTOLOTTO" userId="6c10db7e5b5c4e86" providerId="LiveId" clId="{1DF3B03B-8C1D-476F-A31F-50A791A009CB}" dt="2025-03-04T13:24:41.668" v="1145" actId="478"/>
          <ac:spMkLst>
            <pc:docMk/>
            <pc:sldMk cId="3670945490" sldId="283"/>
            <ac:spMk id="6" creationId="{0771DE7D-4884-3820-B50D-AF05AB067C1D}"/>
          </ac:spMkLst>
        </pc:spChg>
        <pc:spChg chg="add del mod">
          <ac:chgData name="Théo BORTOLOTTO" userId="6c10db7e5b5c4e86" providerId="LiveId" clId="{1DF3B03B-8C1D-476F-A31F-50A791A009CB}" dt="2025-03-04T13:24:41.668" v="1145" actId="478"/>
          <ac:spMkLst>
            <pc:docMk/>
            <pc:sldMk cId="3670945490" sldId="283"/>
            <ac:spMk id="7" creationId="{AF2E67B7-8C23-C4AE-32A5-06EB6B9D4632}"/>
          </ac:spMkLst>
        </pc:spChg>
        <pc:spChg chg="add del mod">
          <ac:chgData name="Théo BORTOLOTTO" userId="6c10db7e5b5c4e86" providerId="LiveId" clId="{1DF3B03B-8C1D-476F-A31F-50A791A009CB}" dt="2025-03-04T13:24:41.668" v="1145" actId="478"/>
          <ac:spMkLst>
            <pc:docMk/>
            <pc:sldMk cId="3670945490" sldId="283"/>
            <ac:spMk id="8" creationId="{65C846BC-264E-2CBA-028C-985A767D60E7}"/>
          </ac:spMkLst>
        </pc:spChg>
        <pc:spChg chg="add del mod">
          <ac:chgData name="Théo BORTOLOTTO" userId="6c10db7e5b5c4e86" providerId="LiveId" clId="{1DF3B03B-8C1D-476F-A31F-50A791A009CB}" dt="2025-03-04T13:24:41.668" v="1145" actId="478"/>
          <ac:spMkLst>
            <pc:docMk/>
            <pc:sldMk cId="3670945490" sldId="283"/>
            <ac:spMk id="9" creationId="{3DBF4C22-125A-AB36-446C-0B1AEC68B264}"/>
          </ac:spMkLst>
        </pc:spChg>
        <pc:spChg chg="add del mod">
          <ac:chgData name="Théo BORTOLOTTO" userId="6c10db7e5b5c4e86" providerId="LiveId" clId="{1DF3B03B-8C1D-476F-A31F-50A791A009CB}" dt="2025-03-04T13:24:41.668" v="1145" actId="478"/>
          <ac:spMkLst>
            <pc:docMk/>
            <pc:sldMk cId="3670945490" sldId="283"/>
            <ac:spMk id="11" creationId="{D4CE3C80-51FC-DD07-3CE0-A2C4F62E87B9}"/>
          </ac:spMkLst>
        </pc:spChg>
        <pc:spChg chg="add del mod">
          <ac:chgData name="Théo BORTOLOTTO" userId="6c10db7e5b5c4e86" providerId="LiveId" clId="{1DF3B03B-8C1D-476F-A31F-50A791A009CB}" dt="2025-03-04T13:24:41.668" v="1145" actId="478"/>
          <ac:spMkLst>
            <pc:docMk/>
            <pc:sldMk cId="3670945490" sldId="283"/>
            <ac:spMk id="12" creationId="{BD744FFA-B5E2-E304-6263-B354C5E4AE34}"/>
          </ac:spMkLst>
        </pc:spChg>
        <pc:spChg chg="del">
          <ac:chgData name="Théo BORTOLOTTO" userId="6c10db7e5b5c4e86" providerId="LiveId" clId="{1DF3B03B-8C1D-476F-A31F-50A791A009CB}" dt="2025-03-04T13:19:02.535" v="940" actId="478"/>
          <ac:spMkLst>
            <pc:docMk/>
            <pc:sldMk cId="3670945490" sldId="283"/>
            <ac:spMk id="16" creationId="{13439C0E-A7BE-516B-C038-95C26575DC81}"/>
          </ac:spMkLst>
        </pc:spChg>
        <pc:spChg chg="del">
          <ac:chgData name="Théo BORTOLOTTO" userId="6c10db7e5b5c4e86" providerId="LiveId" clId="{1DF3B03B-8C1D-476F-A31F-50A791A009CB}" dt="2025-03-04T13:19:02.535" v="940" actId="478"/>
          <ac:spMkLst>
            <pc:docMk/>
            <pc:sldMk cId="3670945490" sldId="283"/>
            <ac:spMk id="17" creationId="{833981BB-B77C-EB01-40F0-54F24B92E3AF}"/>
          </ac:spMkLst>
        </pc:spChg>
        <pc:spChg chg="del">
          <ac:chgData name="Théo BORTOLOTTO" userId="6c10db7e5b5c4e86" providerId="LiveId" clId="{1DF3B03B-8C1D-476F-A31F-50A791A009CB}" dt="2025-03-04T13:19:02.535" v="940" actId="478"/>
          <ac:spMkLst>
            <pc:docMk/>
            <pc:sldMk cId="3670945490" sldId="283"/>
            <ac:spMk id="18" creationId="{818FE256-AD80-49DE-D669-8FBA6C68D231}"/>
          </ac:spMkLst>
        </pc:spChg>
        <pc:spChg chg="add mod">
          <ac:chgData name="Théo BORTOLOTTO" userId="6c10db7e5b5c4e86" providerId="LiveId" clId="{1DF3B03B-8C1D-476F-A31F-50A791A009CB}" dt="2025-03-04T13:24:42.123" v="1146"/>
          <ac:spMkLst>
            <pc:docMk/>
            <pc:sldMk cId="3670945490" sldId="283"/>
            <ac:spMk id="19" creationId="{437DFCDF-F79D-A2AE-2207-EDE67FF977F4}"/>
          </ac:spMkLst>
        </pc:spChg>
        <pc:spChg chg="del">
          <ac:chgData name="Théo BORTOLOTTO" userId="6c10db7e5b5c4e86" providerId="LiveId" clId="{1DF3B03B-8C1D-476F-A31F-50A791A009CB}" dt="2025-03-04T13:19:02.535" v="940" actId="478"/>
          <ac:spMkLst>
            <pc:docMk/>
            <pc:sldMk cId="3670945490" sldId="283"/>
            <ac:spMk id="21" creationId="{85E4CBEB-D3C5-60BD-1582-2342EB6EEEFC}"/>
          </ac:spMkLst>
        </pc:spChg>
        <pc:spChg chg="add mod">
          <ac:chgData name="Théo BORTOLOTTO" userId="6c10db7e5b5c4e86" providerId="LiveId" clId="{1DF3B03B-8C1D-476F-A31F-50A791A009CB}" dt="2025-03-04T13:24:42.123" v="1146"/>
          <ac:spMkLst>
            <pc:docMk/>
            <pc:sldMk cId="3670945490" sldId="283"/>
            <ac:spMk id="22" creationId="{B15E3A40-BDCB-EC2B-9D11-0F8BE3B09992}"/>
          </ac:spMkLst>
        </pc:spChg>
        <pc:spChg chg="del">
          <ac:chgData name="Théo BORTOLOTTO" userId="6c10db7e5b5c4e86" providerId="LiveId" clId="{1DF3B03B-8C1D-476F-A31F-50A791A009CB}" dt="2025-03-04T13:19:02.535" v="940" actId="478"/>
          <ac:spMkLst>
            <pc:docMk/>
            <pc:sldMk cId="3670945490" sldId="283"/>
            <ac:spMk id="23" creationId="{0428B16D-953C-363F-DC63-A7441ADA955E}"/>
          </ac:spMkLst>
        </pc:spChg>
        <pc:spChg chg="del">
          <ac:chgData name="Théo BORTOLOTTO" userId="6c10db7e5b5c4e86" providerId="LiveId" clId="{1DF3B03B-8C1D-476F-A31F-50A791A009CB}" dt="2025-03-04T13:19:02.535" v="940" actId="478"/>
          <ac:spMkLst>
            <pc:docMk/>
            <pc:sldMk cId="3670945490" sldId="283"/>
            <ac:spMk id="25" creationId="{E9FF0BDC-E2B4-8BAF-0D2A-FECCD2AB04CC}"/>
          </ac:spMkLst>
        </pc:spChg>
        <pc:spChg chg="del">
          <ac:chgData name="Théo BORTOLOTTO" userId="6c10db7e5b5c4e86" providerId="LiveId" clId="{1DF3B03B-8C1D-476F-A31F-50A791A009CB}" dt="2025-03-04T13:19:02.535" v="940" actId="478"/>
          <ac:spMkLst>
            <pc:docMk/>
            <pc:sldMk cId="3670945490" sldId="283"/>
            <ac:spMk id="26" creationId="{7F78B587-41D3-897F-C220-68C619D9BD33}"/>
          </ac:spMkLst>
        </pc:spChg>
        <pc:spChg chg="del">
          <ac:chgData name="Théo BORTOLOTTO" userId="6c10db7e5b5c4e86" providerId="LiveId" clId="{1DF3B03B-8C1D-476F-A31F-50A791A009CB}" dt="2025-03-04T13:19:02.535" v="940" actId="478"/>
          <ac:spMkLst>
            <pc:docMk/>
            <pc:sldMk cId="3670945490" sldId="283"/>
            <ac:spMk id="28" creationId="{44C92794-AFA1-15BB-09D9-62837854A147}"/>
          </ac:spMkLst>
        </pc:spChg>
        <pc:spChg chg="del">
          <ac:chgData name="Théo BORTOLOTTO" userId="6c10db7e5b5c4e86" providerId="LiveId" clId="{1DF3B03B-8C1D-476F-A31F-50A791A009CB}" dt="2025-03-04T13:19:02.535" v="940" actId="478"/>
          <ac:spMkLst>
            <pc:docMk/>
            <pc:sldMk cId="3670945490" sldId="283"/>
            <ac:spMk id="29" creationId="{E46621B5-17D3-6DCF-CCFD-280239E478C1}"/>
          </ac:spMkLst>
        </pc:spChg>
        <pc:spChg chg="del">
          <ac:chgData name="Théo BORTOLOTTO" userId="6c10db7e5b5c4e86" providerId="LiveId" clId="{1DF3B03B-8C1D-476F-A31F-50A791A009CB}" dt="2025-03-04T13:19:02.535" v="940" actId="478"/>
          <ac:spMkLst>
            <pc:docMk/>
            <pc:sldMk cId="3670945490" sldId="283"/>
            <ac:spMk id="30" creationId="{A3D574B5-EB03-E680-E84C-3AB5C8DCB7ED}"/>
          </ac:spMkLst>
        </pc:spChg>
        <pc:spChg chg="add mod">
          <ac:chgData name="Théo BORTOLOTTO" userId="6c10db7e5b5c4e86" providerId="LiveId" clId="{1DF3B03B-8C1D-476F-A31F-50A791A009CB}" dt="2025-03-04T13:24:42.123" v="1146"/>
          <ac:spMkLst>
            <pc:docMk/>
            <pc:sldMk cId="3670945490" sldId="283"/>
            <ac:spMk id="31" creationId="{B7CE9ACB-5D30-784D-A0C2-E158E035D5D8}"/>
          </ac:spMkLst>
        </pc:spChg>
        <pc:spChg chg="add mod">
          <ac:chgData name="Théo BORTOLOTTO" userId="6c10db7e5b5c4e86" providerId="LiveId" clId="{1DF3B03B-8C1D-476F-A31F-50A791A009CB}" dt="2025-03-04T13:24:42.123" v="1146"/>
          <ac:spMkLst>
            <pc:docMk/>
            <pc:sldMk cId="3670945490" sldId="283"/>
            <ac:spMk id="33" creationId="{BD77BF28-D1EB-EC95-F941-39B6E303E75C}"/>
          </ac:spMkLst>
        </pc:spChg>
        <pc:spChg chg="add mod">
          <ac:chgData name="Théo BORTOLOTTO" userId="6c10db7e5b5c4e86" providerId="LiveId" clId="{1DF3B03B-8C1D-476F-A31F-50A791A009CB}" dt="2025-03-04T13:24:42.123" v="1146"/>
          <ac:spMkLst>
            <pc:docMk/>
            <pc:sldMk cId="3670945490" sldId="283"/>
            <ac:spMk id="34" creationId="{6A8C7CFD-A3AE-3148-CF39-3C3F8363430D}"/>
          </ac:spMkLst>
        </pc:spChg>
        <pc:spChg chg="add mod">
          <ac:chgData name="Théo BORTOLOTTO" userId="6c10db7e5b5c4e86" providerId="LiveId" clId="{1DF3B03B-8C1D-476F-A31F-50A791A009CB}" dt="2025-03-04T13:24:42.123" v="1146"/>
          <ac:spMkLst>
            <pc:docMk/>
            <pc:sldMk cId="3670945490" sldId="283"/>
            <ac:spMk id="35" creationId="{5C87286F-F1A2-7425-465B-E42FA8B41739}"/>
          </ac:spMkLst>
        </pc:spChg>
        <pc:spChg chg="add mod">
          <ac:chgData name="Théo BORTOLOTTO" userId="6c10db7e5b5c4e86" providerId="LiveId" clId="{1DF3B03B-8C1D-476F-A31F-50A791A009CB}" dt="2025-03-04T13:24:42.123" v="1146"/>
          <ac:spMkLst>
            <pc:docMk/>
            <pc:sldMk cId="3670945490" sldId="283"/>
            <ac:spMk id="36" creationId="{E3AAF7A0-8045-03CF-F6E3-1CFEFDA48173}"/>
          </ac:spMkLst>
        </pc:spChg>
      </pc:sldChg>
      <pc:sldChg chg="addSp delSp modSp mod">
        <pc:chgData name="Théo BORTOLOTTO" userId="6c10db7e5b5c4e86" providerId="LiveId" clId="{1DF3B03B-8C1D-476F-A31F-50A791A009CB}" dt="2025-03-04T13:24:49.276" v="1150"/>
        <pc:sldMkLst>
          <pc:docMk/>
          <pc:sldMk cId="3988971030" sldId="284"/>
        </pc:sldMkLst>
        <pc:spChg chg="add del mod">
          <ac:chgData name="Théo BORTOLOTTO" userId="6c10db7e5b5c4e86" providerId="LiveId" clId="{1DF3B03B-8C1D-476F-A31F-50A791A009CB}" dt="2025-03-04T13:24:48.361" v="1149" actId="478"/>
          <ac:spMkLst>
            <pc:docMk/>
            <pc:sldMk cId="3988971030" sldId="284"/>
            <ac:spMk id="3" creationId="{33F339C3-9FA6-2280-F3A5-24AF9622CCB3}"/>
          </ac:spMkLst>
        </pc:spChg>
        <pc:spChg chg="del">
          <ac:chgData name="Théo BORTOLOTTO" userId="6c10db7e5b5c4e86" providerId="LiveId" clId="{1DF3B03B-8C1D-476F-A31F-50A791A009CB}" dt="2025-03-04T13:19:04.797" v="941" actId="478"/>
          <ac:spMkLst>
            <pc:docMk/>
            <pc:sldMk cId="3988971030" sldId="284"/>
            <ac:spMk id="9" creationId="{81CB00EF-0C4F-A289-DACA-CEB33EC3CC0D}"/>
          </ac:spMkLst>
        </pc:spChg>
        <pc:spChg chg="add del mod">
          <ac:chgData name="Théo BORTOLOTTO" userId="6c10db7e5b5c4e86" providerId="LiveId" clId="{1DF3B03B-8C1D-476F-A31F-50A791A009CB}" dt="2025-03-04T13:24:48.361" v="1149" actId="478"/>
          <ac:spMkLst>
            <pc:docMk/>
            <pc:sldMk cId="3988971030" sldId="284"/>
            <ac:spMk id="10" creationId="{90903793-D611-6A7E-0F80-F7C22F82930E}"/>
          </ac:spMkLst>
        </pc:spChg>
        <pc:spChg chg="del">
          <ac:chgData name="Théo BORTOLOTTO" userId="6c10db7e5b5c4e86" providerId="LiveId" clId="{1DF3B03B-8C1D-476F-A31F-50A791A009CB}" dt="2025-03-04T13:19:04.797" v="941" actId="478"/>
          <ac:spMkLst>
            <pc:docMk/>
            <pc:sldMk cId="3988971030" sldId="284"/>
            <ac:spMk id="11" creationId="{F5DC84B9-9B04-120E-5A80-AA3DDB439598}"/>
          </ac:spMkLst>
        </pc:spChg>
        <pc:spChg chg="add del mod">
          <ac:chgData name="Théo BORTOLOTTO" userId="6c10db7e5b5c4e86" providerId="LiveId" clId="{1DF3B03B-8C1D-476F-A31F-50A791A009CB}" dt="2025-03-04T13:24:48.361" v="1149" actId="478"/>
          <ac:spMkLst>
            <pc:docMk/>
            <pc:sldMk cId="3988971030" sldId="284"/>
            <ac:spMk id="13" creationId="{3E950930-F39F-0885-0DAD-270F2E3856E5}"/>
          </ac:spMkLst>
        </pc:spChg>
        <pc:spChg chg="add del mod">
          <ac:chgData name="Théo BORTOLOTTO" userId="6c10db7e5b5c4e86" providerId="LiveId" clId="{1DF3B03B-8C1D-476F-A31F-50A791A009CB}" dt="2025-03-04T13:24:48.361" v="1149" actId="478"/>
          <ac:spMkLst>
            <pc:docMk/>
            <pc:sldMk cId="3988971030" sldId="284"/>
            <ac:spMk id="15" creationId="{50A551DD-C825-97FE-A241-00083DA00B74}"/>
          </ac:spMkLst>
        </pc:spChg>
        <pc:spChg chg="del">
          <ac:chgData name="Théo BORTOLOTTO" userId="6c10db7e5b5c4e86" providerId="LiveId" clId="{1DF3B03B-8C1D-476F-A31F-50A791A009CB}" dt="2025-03-04T13:19:04.797" v="941" actId="478"/>
          <ac:spMkLst>
            <pc:docMk/>
            <pc:sldMk cId="3988971030" sldId="284"/>
            <ac:spMk id="16" creationId="{ADBC4765-AD5C-30ED-6EBC-238A637F9F9D}"/>
          </ac:spMkLst>
        </pc:spChg>
        <pc:spChg chg="del">
          <ac:chgData name="Théo BORTOLOTTO" userId="6c10db7e5b5c4e86" providerId="LiveId" clId="{1DF3B03B-8C1D-476F-A31F-50A791A009CB}" dt="2025-03-04T13:19:04.797" v="941" actId="478"/>
          <ac:spMkLst>
            <pc:docMk/>
            <pc:sldMk cId="3988971030" sldId="284"/>
            <ac:spMk id="17" creationId="{C486079E-F326-5F46-4DF2-D0F77C5BFEC2}"/>
          </ac:spMkLst>
        </pc:spChg>
        <pc:spChg chg="add del mod">
          <ac:chgData name="Théo BORTOLOTTO" userId="6c10db7e5b5c4e86" providerId="LiveId" clId="{1DF3B03B-8C1D-476F-A31F-50A791A009CB}" dt="2025-03-04T13:24:48.361" v="1149" actId="478"/>
          <ac:spMkLst>
            <pc:docMk/>
            <pc:sldMk cId="3988971030" sldId="284"/>
            <ac:spMk id="18" creationId="{517FD1F4-6518-0732-4043-33C8E1DF26B3}"/>
          </ac:spMkLst>
        </pc:spChg>
        <pc:spChg chg="del">
          <ac:chgData name="Théo BORTOLOTTO" userId="6c10db7e5b5c4e86" providerId="LiveId" clId="{1DF3B03B-8C1D-476F-A31F-50A791A009CB}" dt="2025-03-04T13:19:04.797" v="941" actId="478"/>
          <ac:spMkLst>
            <pc:docMk/>
            <pc:sldMk cId="3988971030" sldId="284"/>
            <ac:spMk id="19" creationId="{93368539-274E-D00C-9CB4-58F171B0E67A}"/>
          </ac:spMkLst>
        </pc:spChg>
        <pc:spChg chg="del">
          <ac:chgData name="Théo BORTOLOTTO" userId="6c10db7e5b5c4e86" providerId="LiveId" clId="{1DF3B03B-8C1D-476F-A31F-50A791A009CB}" dt="2025-03-04T13:19:04.797" v="941" actId="478"/>
          <ac:spMkLst>
            <pc:docMk/>
            <pc:sldMk cId="3988971030" sldId="284"/>
            <ac:spMk id="20" creationId="{C6F4EE2F-6C76-4E26-0C6B-0AE8D50ACC1A}"/>
          </ac:spMkLst>
        </pc:spChg>
        <pc:spChg chg="del">
          <ac:chgData name="Théo BORTOLOTTO" userId="6c10db7e5b5c4e86" providerId="LiveId" clId="{1DF3B03B-8C1D-476F-A31F-50A791A009CB}" dt="2025-03-04T13:19:04.797" v="941" actId="478"/>
          <ac:spMkLst>
            <pc:docMk/>
            <pc:sldMk cId="3988971030" sldId="284"/>
            <ac:spMk id="21" creationId="{8A766B25-6323-84F9-1F17-0AC92903C5B0}"/>
          </ac:spMkLst>
        </pc:spChg>
        <pc:spChg chg="del">
          <ac:chgData name="Théo BORTOLOTTO" userId="6c10db7e5b5c4e86" providerId="LiveId" clId="{1DF3B03B-8C1D-476F-A31F-50A791A009CB}" dt="2025-03-04T13:19:04.797" v="941" actId="478"/>
          <ac:spMkLst>
            <pc:docMk/>
            <pc:sldMk cId="3988971030" sldId="284"/>
            <ac:spMk id="23" creationId="{27DCCB0E-112C-6D88-A166-F7F757D21C8A}"/>
          </ac:spMkLst>
        </pc:spChg>
        <pc:spChg chg="del">
          <ac:chgData name="Théo BORTOLOTTO" userId="6c10db7e5b5c4e86" providerId="LiveId" clId="{1DF3B03B-8C1D-476F-A31F-50A791A009CB}" dt="2025-03-04T13:19:04.797" v="941" actId="478"/>
          <ac:spMkLst>
            <pc:docMk/>
            <pc:sldMk cId="3988971030" sldId="284"/>
            <ac:spMk id="25" creationId="{EF93D122-231D-D5BD-DBEA-27EDFF0C8F86}"/>
          </ac:spMkLst>
        </pc:spChg>
        <pc:spChg chg="del">
          <ac:chgData name="Théo BORTOLOTTO" userId="6c10db7e5b5c4e86" providerId="LiveId" clId="{1DF3B03B-8C1D-476F-A31F-50A791A009CB}" dt="2025-03-04T13:19:04.797" v="941" actId="478"/>
          <ac:spMkLst>
            <pc:docMk/>
            <pc:sldMk cId="3988971030" sldId="284"/>
            <ac:spMk id="26" creationId="{CB193B07-C61F-C0DC-F4EB-49B3A91055E2}"/>
          </ac:spMkLst>
        </pc:spChg>
        <pc:spChg chg="add del mod">
          <ac:chgData name="Théo BORTOLOTTO" userId="6c10db7e5b5c4e86" providerId="LiveId" clId="{1DF3B03B-8C1D-476F-A31F-50A791A009CB}" dt="2025-03-04T13:24:48.361" v="1149" actId="478"/>
          <ac:spMkLst>
            <pc:docMk/>
            <pc:sldMk cId="3988971030" sldId="284"/>
            <ac:spMk id="28" creationId="{B95BF8E3-6051-142C-27E1-7B198376ADC1}"/>
          </ac:spMkLst>
        </pc:spChg>
        <pc:spChg chg="add del mod">
          <ac:chgData name="Théo BORTOLOTTO" userId="6c10db7e5b5c4e86" providerId="LiveId" clId="{1DF3B03B-8C1D-476F-A31F-50A791A009CB}" dt="2025-03-04T13:24:48.361" v="1149" actId="478"/>
          <ac:spMkLst>
            <pc:docMk/>
            <pc:sldMk cId="3988971030" sldId="284"/>
            <ac:spMk id="29" creationId="{CE180C0D-8741-9ECB-E611-129B869A4835}"/>
          </ac:spMkLst>
        </pc:spChg>
        <pc:spChg chg="add mod">
          <ac:chgData name="Théo BORTOLOTTO" userId="6c10db7e5b5c4e86" providerId="LiveId" clId="{1DF3B03B-8C1D-476F-A31F-50A791A009CB}" dt="2025-03-04T13:24:49.276" v="1150"/>
          <ac:spMkLst>
            <pc:docMk/>
            <pc:sldMk cId="3988971030" sldId="284"/>
            <ac:spMk id="30" creationId="{C1423826-3CDF-8733-9724-6CC4E0079A17}"/>
          </ac:spMkLst>
        </pc:spChg>
        <pc:spChg chg="add mod">
          <ac:chgData name="Théo BORTOLOTTO" userId="6c10db7e5b5c4e86" providerId="LiveId" clId="{1DF3B03B-8C1D-476F-A31F-50A791A009CB}" dt="2025-03-04T13:24:49.276" v="1150"/>
          <ac:spMkLst>
            <pc:docMk/>
            <pc:sldMk cId="3988971030" sldId="284"/>
            <ac:spMk id="31" creationId="{786A0FFA-E267-AE5C-8A34-153EEA73292D}"/>
          </ac:spMkLst>
        </pc:spChg>
        <pc:spChg chg="add mod">
          <ac:chgData name="Théo BORTOLOTTO" userId="6c10db7e5b5c4e86" providerId="LiveId" clId="{1DF3B03B-8C1D-476F-A31F-50A791A009CB}" dt="2025-03-04T13:24:49.276" v="1150"/>
          <ac:spMkLst>
            <pc:docMk/>
            <pc:sldMk cId="3988971030" sldId="284"/>
            <ac:spMk id="32" creationId="{43771281-AF47-595E-5378-AB8A972D103D}"/>
          </ac:spMkLst>
        </pc:spChg>
        <pc:spChg chg="add mod">
          <ac:chgData name="Théo BORTOLOTTO" userId="6c10db7e5b5c4e86" providerId="LiveId" clId="{1DF3B03B-8C1D-476F-A31F-50A791A009CB}" dt="2025-03-04T13:24:49.276" v="1150"/>
          <ac:spMkLst>
            <pc:docMk/>
            <pc:sldMk cId="3988971030" sldId="284"/>
            <ac:spMk id="33" creationId="{6355FB58-CBF0-777F-D00C-3E557646E259}"/>
          </ac:spMkLst>
        </pc:spChg>
        <pc:spChg chg="add mod">
          <ac:chgData name="Théo BORTOLOTTO" userId="6c10db7e5b5c4e86" providerId="LiveId" clId="{1DF3B03B-8C1D-476F-A31F-50A791A009CB}" dt="2025-03-04T13:24:49.276" v="1150"/>
          <ac:spMkLst>
            <pc:docMk/>
            <pc:sldMk cId="3988971030" sldId="284"/>
            <ac:spMk id="34" creationId="{E80D0FCC-2C89-D104-CC2E-517EBB7E163D}"/>
          </ac:spMkLst>
        </pc:spChg>
        <pc:spChg chg="add mod">
          <ac:chgData name="Théo BORTOLOTTO" userId="6c10db7e5b5c4e86" providerId="LiveId" clId="{1DF3B03B-8C1D-476F-A31F-50A791A009CB}" dt="2025-03-04T13:24:49.276" v="1150"/>
          <ac:spMkLst>
            <pc:docMk/>
            <pc:sldMk cId="3988971030" sldId="284"/>
            <ac:spMk id="35" creationId="{09E071AD-7CAF-3544-026B-85BC865835B7}"/>
          </ac:spMkLst>
        </pc:spChg>
        <pc:spChg chg="add mod">
          <ac:chgData name="Théo BORTOLOTTO" userId="6c10db7e5b5c4e86" providerId="LiveId" clId="{1DF3B03B-8C1D-476F-A31F-50A791A009CB}" dt="2025-03-04T13:24:49.276" v="1150"/>
          <ac:spMkLst>
            <pc:docMk/>
            <pc:sldMk cId="3988971030" sldId="284"/>
            <ac:spMk id="36" creationId="{3A9028B2-FCA4-DAFE-1C9C-B71E70038ACF}"/>
          </ac:spMkLst>
        </pc:spChg>
        <pc:picChg chg="add del">
          <ac:chgData name="Théo BORTOLOTTO" userId="6c10db7e5b5c4e86" providerId="LiveId" clId="{1DF3B03B-8C1D-476F-A31F-50A791A009CB}" dt="2025-03-04T13:24:45.056" v="1148" actId="478"/>
          <ac:picMkLst>
            <pc:docMk/>
            <pc:sldMk cId="3988971030" sldId="284"/>
            <ac:picMk id="6" creationId="{73EC44BC-C2C1-D7F9-A7C6-706E36A2F76E}"/>
          </ac:picMkLst>
        </pc:picChg>
      </pc:sldChg>
      <pc:sldChg chg="addSp delSp modSp mod">
        <pc:chgData name="Théo BORTOLOTTO" userId="6c10db7e5b5c4e86" providerId="LiveId" clId="{1DF3B03B-8C1D-476F-A31F-50A791A009CB}" dt="2025-03-04T13:25:01.526" v="1156"/>
        <pc:sldMkLst>
          <pc:docMk/>
          <pc:sldMk cId="993890012" sldId="285"/>
        </pc:sldMkLst>
        <pc:spChg chg="add del mod">
          <ac:chgData name="Théo BORTOLOTTO" userId="6c10db7e5b5c4e86" providerId="LiveId" clId="{1DF3B03B-8C1D-476F-A31F-50A791A009CB}" dt="2025-03-04T13:25:01.252" v="1155" actId="478"/>
          <ac:spMkLst>
            <pc:docMk/>
            <pc:sldMk cId="993890012" sldId="285"/>
            <ac:spMk id="6" creationId="{0411C138-4E59-B01E-9232-B1D3B6AE1FB4}"/>
          </ac:spMkLst>
        </pc:spChg>
        <pc:spChg chg="add del mod">
          <ac:chgData name="Théo BORTOLOTTO" userId="6c10db7e5b5c4e86" providerId="LiveId" clId="{1DF3B03B-8C1D-476F-A31F-50A791A009CB}" dt="2025-03-04T13:25:01.252" v="1155" actId="478"/>
          <ac:spMkLst>
            <pc:docMk/>
            <pc:sldMk cId="993890012" sldId="285"/>
            <ac:spMk id="7" creationId="{D4DB75A5-2DD1-DBC8-AFEB-DE45B894331A}"/>
          </ac:spMkLst>
        </pc:spChg>
        <pc:spChg chg="add del mod">
          <ac:chgData name="Théo BORTOLOTTO" userId="6c10db7e5b5c4e86" providerId="LiveId" clId="{1DF3B03B-8C1D-476F-A31F-50A791A009CB}" dt="2025-03-04T13:25:01.252" v="1155" actId="478"/>
          <ac:spMkLst>
            <pc:docMk/>
            <pc:sldMk cId="993890012" sldId="285"/>
            <ac:spMk id="8" creationId="{754A0BAA-9468-5270-A085-82B51B64914D}"/>
          </ac:spMkLst>
        </pc:spChg>
        <pc:spChg chg="del">
          <ac:chgData name="Théo BORTOLOTTO" userId="6c10db7e5b5c4e86" providerId="LiveId" clId="{1DF3B03B-8C1D-476F-A31F-50A791A009CB}" dt="2025-03-04T13:19:12.341" v="944" actId="478"/>
          <ac:spMkLst>
            <pc:docMk/>
            <pc:sldMk cId="993890012" sldId="285"/>
            <ac:spMk id="11" creationId="{2875A67B-DF87-1411-31B3-7174A36A076A}"/>
          </ac:spMkLst>
        </pc:spChg>
        <pc:spChg chg="del">
          <ac:chgData name="Théo BORTOLOTTO" userId="6c10db7e5b5c4e86" providerId="LiveId" clId="{1DF3B03B-8C1D-476F-A31F-50A791A009CB}" dt="2025-03-04T13:19:12.341" v="944" actId="478"/>
          <ac:spMkLst>
            <pc:docMk/>
            <pc:sldMk cId="993890012" sldId="285"/>
            <ac:spMk id="13" creationId="{45A5142E-4FE8-559E-B1C7-7788D6749E66}"/>
          </ac:spMkLst>
        </pc:spChg>
        <pc:spChg chg="del">
          <ac:chgData name="Théo BORTOLOTTO" userId="6c10db7e5b5c4e86" providerId="LiveId" clId="{1DF3B03B-8C1D-476F-A31F-50A791A009CB}" dt="2025-03-04T13:19:12.341" v="944" actId="478"/>
          <ac:spMkLst>
            <pc:docMk/>
            <pc:sldMk cId="993890012" sldId="285"/>
            <ac:spMk id="14" creationId="{4058D545-54F8-9C0F-B9F6-2C2A303CA787}"/>
          </ac:spMkLst>
        </pc:spChg>
        <pc:spChg chg="add del mod">
          <ac:chgData name="Théo BORTOLOTTO" userId="6c10db7e5b5c4e86" providerId="LiveId" clId="{1DF3B03B-8C1D-476F-A31F-50A791A009CB}" dt="2025-03-04T13:25:01.252" v="1155" actId="478"/>
          <ac:spMkLst>
            <pc:docMk/>
            <pc:sldMk cId="993890012" sldId="285"/>
            <ac:spMk id="15" creationId="{5429B323-E485-22DA-55BE-7FD1C73D6172}"/>
          </ac:spMkLst>
        </pc:spChg>
        <pc:spChg chg="del">
          <ac:chgData name="Théo BORTOLOTTO" userId="6c10db7e5b5c4e86" providerId="LiveId" clId="{1DF3B03B-8C1D-476F-A31F-50A791A009CB}" dt="2025-03-04T13:19:12.341" v="944" actId="478"/>
          <ac:spMkLst>
            <pc:docMk/>
            <pc:sldMk cId="993890012" sldId="285"/>
            <ac:spMk id="18" creationId="{BCCE69A9-F98A-D262-F4B6-5B9EF29FFD15}"/>
          </ac:spMkLst>
        </pc:spChg>
        <pc:spChg chg="del">
          <ac:chgData name="Théo BORTOLOTTO" userId="6c10db7e5b5c4e86" providerId="LiveId" clId="{1DF3B03B-8C1D-476F-A31F-50A791A009CB}" dt="2025-03-04T13:19:12.341" v="944" actId="478"/>
          <ac:spMkLst>
            <pc:docMk/>
            <pc:sldMk cId="993890012" sldId="285"/>
            <ac:spMk id="19" creationId="{3B0BF40F-1CC2-C9DB-E9B6-E9D0A44DA92F}"/>
          </ac:spMkLst>
        </pc:spChg>
        <pc:spChg chg="del">
          <ac:chgData name="Théo BORTOLOTTO" userId="6c10db7e5b5c4e86" providerId="LiveId" clId="{1DF3B03B-8C1D-476F-A31F-50A791A009CB}" dt="2025-03-04T13:19:12.341" v="944" actId="478"/>
          <ac:spMkLst>
            <pc:docMk/>
            <pc:sldMk cId="993890012" sldId="285"/>
            <ac:spMk id="20" creationId="{CACFBFD2-295A-F4F5-5C78-5F3182D25DFA}"/>
          </ac:spMkLst>
        </pc:spChg>
        <pc:spChg chg="del">
          <ac:chgData name="Théo BORTOLOTTO" userId="6c10db7e5b5c4e86" providerId="LiveId" clId="{1DF3B03B-8C1D-476F-A31F-50A791A009CB}" dt="2025-03-04T13:19:12.341" v="944" actId="478"/>
          <ac:spMkLst>
            <pc:docMk/>
            <pc:sldMk cId="993890012" sldId="285"/>
            <ac:spMk id="22" creationId="{B33D9C2B-5553-EA7C-94D8-EA585E71E09F}"/>
          </ac:spMkLst>
        </pc:spChg>
        <pc:spChg chg="del">
          <ac:chgData name="Théo BORTOLOTTO" userId="6c10db7e5b5c4e86" providerId="LiveId" clId="{1DF3B03B-8C1D-476F-A31F-50A791A009CB}" dt="2025-03-04T13:19:12.341" v="944" actId="478"/>
          <ac:spMkLst>
            <pc:docMk/>
            <pc:sldMk cId="993890012" sldId="285"/>
            <ac:spMk id="23" creationId="{17F0AAD5-0803-EE3E-EF2B-FD2D32744951}"/>
          </ac:spMkLst>
        </pc:spChg>
        <pc:spChg chg="del">
          <ac:chgData name="Théo BORTOLOTTO" userId="6c10db7e5b5c4e86" providerId="LiveId" clId="{1DF3B03B-8C1D-476F-A31F-50A791A009CB}" dt="2025-03-04T13:19:12.341" v="944" actId="478"/>
          <ac:spMkLst>
            <pc:docMk/>
            <pc:sldMk cId="993890012" sldId="285"/>
            <ac:spMk id="24" creationId="{3E1660D9-7CFB-0994-178F-6E91E0FBEC75}"/>
          </ac:spMkLst>
        </pc:spChg>
        <pc:spChg chg="del">
          <ac:chgData name="Théo BORTOLOTTO" userId="6c10db7e5b5c4e86" providerId="LiveId" clId="{1DF3B03B-8C1D-476F-A31F-50A791A009CB}" dt="2025-03-04T13:19:12.341" v="944" actId="478"/>
          <ac:spMkLst>
            <pc:docMk/>
            <pc:sldMk cId="993890012" sldId="285"/>
            <ac:spMk id="26" creationId="{6161EB42-A66A-C0F1-345E-142946F83690}"/>
          </ac:spMkLst>
        </pc:spChg>
        <pc:spChg chg="add del mod">
          <ac:chgData name="Théo BORTOLOTTO" userId="6c10db7e5b5c4e86" providerId="LiveId" clId="{1DF3B03B-8C1D-476F-A31F-50A791A009CB}" dt="2025-03-04T13:25:01.252" v="1155" actId="478"/>
          <ac:spMkLst>
            <pc:docMk/>
            <pc:sldMk cId="993890012" sldId="285"/>
            <ac:spMk id="27" creationId="{329BF531-CFD2-E0C9-0F16-220CE9338E6D}"/>
          </ac:spMkLst>
        </pc:spChg>
        <pc:spChg chg="add del mod">
          <ac:chgData name="Théo BORTOLOTTO" userId="6c10db7e5b5c4e86" providerId="LiveId" clId="{1DF3B03B-8C1D-476F-A31F-50A791A009CB}" dt="2025-03-04T13:25:01.252" v="1155" actId="478"/>
          <ac:spMkLst>
            <pc:docMk/>
            <pc:sldMk cId="993890012" sldId="285"/>
            <ac:spMk id="28" creationId="{E6725B05-0AB8-F393-FF1F-5DCF46654FA0}"/>
          </ac:spMkLst>
        </pc:spChg>
        <pc:spChg chg="add del mod">
          <ac:chgData name="Théo BORTOLOTTO" userId="6c10db7e5b5c4e86" providerId="LiveId" clId="{1DF3B03B-8C1D-476F-A31F-50A791A009CB}" dt="2025-03-04T13:25:01.252" v="1155" actId="478"/>
          <ac:spMkLst>
            <pc:docMk/>
            <pc:sldMk cId="993890012" sldId="285"/>
            <ac:spMk id="29" creationId="{75ADA12B-BDD1-045E-3A17-C9F75DE36C40}"/>
          </ac:spMkLst>
        </pc:spChg>
        <pc:spChg chg="add mod">
          <ac:chgData name="Théo BORTOLOTTO" userId="6c10db7e5b5c4e86" providerId="LiveId" clId="{1DF3B03B-8C1D-476F-A31F-50A791A009CB}" dt="2025-03-04T13:25:01.526" v="1156"/>
          <ac:spMkLst>
            <pc:docMk/>
            <pc:sldMk cId="993890012" sldId="285"/>
            <ac:spMk id="30" creationId="{BFC35106-5F02-6295-E311-3C9877B207F8}"/>
          </ac:spMkLst>
        </pc:spChg>
        <pc:spChg chg="add mod">
          <ac:chgData name="Théo BORTOLOTTO" userId="6c10db7e5b5c4e86" providerId="LiveId" clId="{1DF3B03B-8C1D-476F-A31F-50A791A009CB}" dt="2025-03-04T13:25:01.526" v="1156"/>
          <ac:spMkLst>
            <pc:docMk/>
            <pc:sldMk cId="993890012" sldId="285"/>
            <ac:spMk id="31" creationId="{C2B73224-DA1D-B9F5-7858-7A258A0923E0}"/>
          </ac:spMkLst>
        </pc:spChg>
        <pc:spChg chg="add mod">
          <ac:chgData name="Théo BORTOLOTTO" userId="6c10db7e5b5c4e86" providerId="LiveId" clId="{1DF3B03B-8C1D-476F-A31F-50A791A009CB}" dt="2025-03-04T13:25:01.526" v="1156"/>
          <ac:spMkLst>
            <pc:docMk/>
            <pc:sldMk cId="993890012" sldId="285"/>
            <ac:spMk id="32" creationId="{CBD64399-92A3-AF87-617D-9F0C9F5E24EF}"/>
          </ac:spMkLst>
        </pc:spChg>
        <pc:spChg chg="add mod">
          <ac:chgData name="Théo BORTOLOTTO" userId="6c10db7e5b5c4e86" providerId="LiveId" clId="{1DF3B03B-8C1D-476F-A31F-50A791A009CB}" dt="2025-03-04T13:25:01.526" v="1156"/>
          <ac:spMkLst>
            <pc:docMk/>
            <pc:sldMk cId="993890012" sldId="285"/>
            <ac:spMk id="33" creationId="{25C699C6-57BF-9074-EF8F-7889238CCC71}"/>
          </ac:spMkLst>
        </pc:spChg>
        <pc:spChg chg="add mod">
          <ac:chgData name="Théo BORTOLOTTO" userId="6c10db7e5b5c4e86" providerId="LiveId" clId="{1DF3B03B-8C1D-476F-A31F-50A791A009CB}" dt="2025-03-04T13:25:01.526" v="1156"/>
          <ac:spMkLst>
            <pc:docMk/>
            <pc:sldMk cId="993890012" sldId="285"/>
            <ac:spMk id="34" creationId="{6EFCBBDD-B6E6-1E11-2A55-DE81B078C723}"/>
          </ac:spMkLst>
        </pc:spChg>
        <pc:spChg chg="add mod">
          <ac:chgData name="Théo BORTOLOTTO" userId="6c10db7e5b5c4e86" providerId="LiveId" clId="{1DF3B03B-8C1D-476F-A31F-50A791A009CB}" dt="2025-03-04T13:25:01.526" v="1156"/>
          <ac:spMkLst>
            <pc:docMk/>
            <pc:sldMk cId="993890012" sldId="285"/>
            <ac:spMk id="35" creationId="{109F56AF-9ED2-5996-E338-A0F9DEB1A492}"/>
          </ac:spMkLst>
        </pc:spChg>
        <pc:spChg chg="add mod">
          <ac:chgData name="Théo BORTOLOTTO" userId="6c10db7e5b5c4e86" providerId="LiveId" clId="{1DF3B03B-8C1D-476F-A31F-50A791A009CB}" dt="2025-03-04T13:25:01.526" v="1156"/>
          <ac:spMkLst>
            <pc:docMk/>
            <pc:sldMk cId="993890012" sldId="285"/>
            <ac:spMk id="36" creationId="{28CDE12F-3BDB-D549-D806-7EE8007902DC}"/>
          </ac:spMkLst>
        </pc:spChg>
      </pc:sldChg>
      <pc:sldChg chg="addSp delSp modSp mod">
        <pc:chgData name="Théo BORTOLOTTO" userId="6c10db7e5b5c4e86" providerId="LiveId" clId="{1DF3B03B-8C1D-476F-A31F-50A791A009CB}" dt="2025-03-04T13:25:05.177" v="1158"/>
        <pc:sldMkLst>
          <pc:docMk/>
          <pc:sldMk cId="1012592857" sldId="286"/>
        </pc:sldMkLst>
        <pc:spChg chg="add del mod">
          <ac:chgData name="Théo BORTOLOTTO" userId="6c10db7e5b5c4e86" providerId="LiveId" clId="{1DF3B03B-8C1D-476F-A31F-50A791A009CB}" dt="2025-03-04T13:25:05.031" v="1157" actId="478"/>
          <ac:spMkLst>
            <pc:docMk/>
            <pc:sldMk cId="1012592857" sldId="286"/>
            <ac:spMk id="6" creationId="{BC046B0C-3347-5997-0C51-B982E01BD34D}"/>
          </ac:spMkLst>
        </pc:spChg>
        <pc:spChg chg="add del mod">
          <ac:chgData name="Théo BORTOLOTTO" userId="6c10db7e5b5c4e86" providerId="LiveId" clId="{1DF3B03B-8C1D-476F-A31F-50A791A009CB}" dt="2025-03-04T13:25:05.031" v="1157" actId="478"/>
          <ac:spMkLst>
            <pc:docMk/>
            <pc:sldMk cId="1012592857" sldId="286"/>
            <ac:spMk id="7" creationId="{40CB698E-C5F0-20E0-BFFB-64C30CD95D31}"/>
          </ac:spMkLst>
        </pc:spChg>
        <pc:spChg chg="add del mod">
          <ac:chgData name="Théo BORTOLOTTO" userId="6c10db7e5b5c4e86" providerId="LiveId" clId="{1DF3B03B-8C1D-476F-A31F-50A791A009CB}" dt="2025-03-04T13:25:05.031" v="1157" actId="478"/>
          <ac:spMkLst>
            <pc:docMk/>
            <pc:sldMk cId="1012592857" sldId="286"/>
            <ac:spMk id="9" creationId="{9DF3BE01-9BFF-C56D-13BD-2F8CD7D99BBB}"/>
          </ac:spMkLst>
        </pc:spChg>
        <pc:spChg chg="add del">
          <ac:chgData name="Théo BORTOLOTTO" userId="6c10db7e5b5c4e86" providerId="LiveId" clId="{1DF3B03B-8C1D-476F-A31F-50A791A009CB}" dt="2025-03-04T13:19:19.351" v="947" actId="478"/>
          <ac:spMkLst>
            <pc:docMk/>
            <pc:sldMk cId="1012592857" sldId="286"/>
            <ac:spMk id="12" creationId="{DE78EA78-7EA2-9B54-8FCB-C28C8848652B}"/>
          </ac:spMkLst>
        </pc:spChg>
        <pc:spChg chg="add del">
          <ac:chgData name="Théo BORTOLOTTO" userId="6c10db7e5b5c4e86" providerId="LiveId" clId="{1DF3B03B-8C1D-476F-A31F-50A791A009CB}" dt="2025-03-04T13:19:19.351" v="947" actId="478"/>
          <ac:spMkLst>
            <pc:docMk/>
            <pc:sldMk cId="1012592857" sldId="286"/>
            <ac:spMk id="13" creationId="{34575FDA-4C2F-2D9F-3AC4-A3838A45A34F}"/>
          </ac:spMkLst>
        </pc:spChg>
        <pc:spChg chg="add del mod">
          <ac:chgData name="Théo BORTOLOTTO" userId="6c10db7e5b5c4e86" providerId="LiveId" clId="{1DF3B03B-8C1D-476F-A31F-50A791A009CB}" dt="2025-03-04T13:25:05.031" v="1157" actId="478"/>
          <ac:spMkLst>
            <pc:docMk/>
            <pc:sldMk cId="1012592857" sldId="286"/>
            <ac:spMk id="15" creationId="{86D03AE9-62F6-8B66-DC65-91080864A69E}"/>
          </ac:spMkLst>
        </pc:spChg>
        <pc:spChg chg="add del">
          <ac:chgData name="Théo BORTOLOTTO" userId="6c10db7e5b5c4e86" providerId="LiveId" clId="{1DF3B03B-8C1D-476F-A31F-50A791A009CB}" dt="2025-03-04T13:19:19.351" v="947" actId="478"/>
          <ac:spMkLst>
            <pc:docMk/>
            <pc:sldMk cId="1012592857" sldId="286"/>
            <ac:spMk id="16" creationId="{F713A0E0-74E0-CFD2-8202-4DF983AAF1B1}"/>
          </ac:spMkLst>
        </pc:spChg>
        <pc:spChg chg="add del">
          <ac:chgData name="Théo BORTOLOTTO" userId="6c10db7e5b5c4e86" providerId="LiveId" clId="{1DF3B03B-8C1D-476F-A31F-50A791A009CB}" dt="2025-03-04T13:19:19.351" v="947" actId="478"/>
          <ac:spMkLst>
            <pc:docMk/>
            <pc:sldMk cId="1012592857" sldId="286"/>
            <ac:spMk id="17" creationId="{8EAB4CFF-8E4A-1A37-308E-9698931AEAA0}"/>
          </ac:spMkLst>
        </pc:spChg>
        <pc:spChg chg="add del">
          <ac:chgData name="Théo BORTOLOTTO" userId="6c10db7e5b5c4e86" providerId="LiveId" clId="{1DF3B03B-8C1D-476F-A31F-50A791A009CB}" dt="2025-03-04T13:19:19.351" v="947" actId="478"/>
          <ac:spMkLst>
            <pc:docMk/>
            <pc:sldMk cId="1012592857" sldId="286"/>
            <ac:spMk id="18" creationId="{D6A526D6-044D-41E5-2EED-3E4485AC42AE}"/>
          </ac:spMkLst>
        </pc:spChg>
        <pc:spChg chg="add del mod">
          <ac:chgData name="Théo BORTOLOTTO" userId="6c10db7e5b5c4e86" providerId="LiveId" clId="{1DF3B03B-8C1D-476F-A31F-50A791A009CB}" dt="2025-03-04T13:25:05.031" v="1157" actId="478"/>
          <ac:spMkLst>
            <pc:docMk/>
            <pc:sldMk cId="1012592857" sldId="286"/>
            <ac:spMk id="19" creationId="{1EA4F1B3-BACA-8A5D-367F-A3DC9A2DB3EC}"/>
          </ac:spMkLst>
        </pc:spChg>
        <pc:spChg chg="add del">
          <ac:chgData name="Théo BORTOLOTTO" userId="6c10db7e5b5c4e86" providerId="LiveId" clId="{1DF3B03B-8C1D-476F-A31F-50A791A009CB}" dt="2025-03-04T13:19:19.351" v="947" actId="478"/>
          <ac:spMkLst>
            <pc:docMk/>
            <pc:sldMk cId="1012592857" sldId="286"/>
            <ac:spMk id="21" creationId="{259F5747-E4EE-05F0-F32E-B95E045B75FE}"/>
          </ac:spMkLst>
        </pc:spChg>
        <pc:spChg chg="add del">
          <ac:chgData name="Théo BORTOLOTTO" userId="6c10db7e5b5c4e86" providerId="LiveId" clId="{1DF3B03B-8C1D-476F-A31F-50A791A009CB}" dt="2025-03-04T13:19:19.351" v="947" actId="478"/>
          <ac:spMkLst>
            <pc:docMk/>
            <pc:sldMk cId="1012592857" sldId="286"/>
            <ac:spMk id="22" creationId="{7806AC07-A395-47B0-762E-6B42B395D56D}"/>
          </ac:spMkLst>
        </pc:spChg>
        <pc:spChg chg="add del">
          <ac:chgData name="Théo BORTOLOTTO" userId="6c10db7e5b5c4e86" providerId="LiveId" clId="{1DF3B03B-8C1D-476F-A31F-50A791A009CB}" dt="2025-03-04T13:19:19.351" v="947" actId="478"/>
          <ac:spMkLst>
            <pc:docMk/>
            <pc:sldMk cId="1012592857" sldId="286"/>
            <ac:spMk id="23" creationId="{8AE8470F-B03E-6F83-D934-1140F97DC9A9}"/>
          </ac:spMkLst>
        </pc:spChg>
        <pc:spChg chg="add del">
          <ac:chgData name="Théo BORTOLOTTO" userId="6c10db7e5b5c4e86" providerId="LiveId" clId="{1DF3B03B-8C1D-476F-A31F-50A791A009CB}" dt="2025-03-04T13:19:19.351" v="947" actId="478"/>
          <ac:spMkLst>
            <pc:docMk/>
            <pc:sldMk cId="1012592857" sldId="286"/>
            <ac:spMk id="25" creationId="{A20EC2FC-F098-3323-9F9B-5E5B32201D42}"/>
          </ac:spMkLst>
        </pc:spChg>
        <pc:spChg chg="add del">
          <ac:chgData name="Théo BORTOLOTTO" userId="6c10db7e5b5c4e86" providerId="LiveId" clId="{1DF3B03B-8C1D-476F-A31F-50A791A009CB}" dt="2025-03-04T13:19:19.351" v="947" actId="478"/>
          <ac:spMkLst>
            <pc:docMk/>
            <pc:sldMk cId="1012592857" sldId="286"/>
            <ac:spMk id="27" creationId="{3FD8E518-5F6C-CBE3-38B5-E8CEAE5758FE}"/>
          </ac:spMkLst>
        </pc:spChg>
        <pc:spChg chg="add del mod">
          <ac:chgData name="Théo BORTOLOTTO" userId="6c10db7e5b5c4e86" providerId="LiveId" clId="{1DF3B03B-8C1D-476F-A31F-50A791A009CB}" dt="2025-03-04T13:25:05.031" v="1157" actId="478"/>
          <ac:spMkLst>
            <pc:docMk/>
            <pc:sldMk cId="1012592857" sldId="286"/>
            <ac:spMk id="28" creationId="{65785C9B-89AE-249B-273A-84845349CE24}"/>
          </ac:spMkLst>
        </pc:spChg>
        <pc:spChg chg="add del mod">
          <ac:chgData name="Théo BORTOLOTTO" userId="6c10db7e5b5c4e86" providerId="LiveId" clId="{1DF3B03B-8C1D-476F-A31F-50A791A009CB}" dt="2025-03-04T13:25:05.031" v="1157" actId="478"/>
          <ac:spMkLst>
            <pc:docMk/>
            <pc:sldMk cId="1012592857" sldId="286"/>
            <ac:spMk id="29" creationId="{6704CCA1-99B0-5B74-F5BE-48422FEA2DFF}"/>
          </ac:spMkLst>
        </pc:spChg>
        <pc:spChg chg="add mod">
          <ac:chgData name="Théo BORTOLOTTO" userId="6c10db7e5b5c4e86" providerId="LiveId" clId="{1DF3B03B-8C1D-476F-A31F-50A791A009CB}" dt="2025-03-04T13:25:05.177" v="1158"/>
          <ac:spMkLst>
            <pc:docMk/>
            <pc:sldMk cId="1012592857" sldId="286"/>
            <ac:spMk id="30" creationId="{FF779EA8-6159-2693-9A50-EFAA952407B1}"/>
          </ac:spMkLst>
        </pc:spChg>
        <pc:spChg chg="add mod">
          <ac:chgData name="Théo BORTOLOTTO" userId="6c10db7e5b5c4e86" providerId="LiveId" clId="{1DF3B03B-8C1D-476F-A31F-50A791A009CB}" dt="2025-03-04T13:25:05.177" v="1158"/>
          <ac:spMkLst>
            <pc:docMk/>
            <pc:sldMk cId="1012592857" sldId="286"/>
            <ac:spMk id="31" creationId="{B330579E-D183-D81D-E156-B4B16DC60532}"/>
          </ac:spMkLst>
        </pc:spChg>
        <pc:spChg chg="add mod">
          <ac:chgData name="Théo BORTOLOTTO" userId="6c10db7e5b5c4e86" providerId="LiveId" clId="{1DF3B03B-8C1D-476F-A31F-50A791A009CB}" dt="2025-03-04T13:25:05.177" v="1158"/>
          <ac:spMkLst>
            <pc:docMk/>
            <pc:sldMk cId="1012592857" sldId="286"/>
            <ac:spMk id="32" creationId="{322E36D5-FF0B-6CE5-188F-AF67F7C97F7E}"/>
          </ac:spMkLst>
        </pc:spChg>
        <pc:spChg chg="add mod">
          <ac:chgData name="Théo BORTOLOTTO" userId="6c10db7e5b5c4e86" providerId="LiveId" clId="{1DF3B03B-8C1D-476F-A31F-50A791A009CB}" dt="2025-03-04T13:25:05.177" v="1158"/>
          <ac:spMkLst>
            <pc:docMk/>
            <pc:sldMk cId="1012592857" sldId="286"/>
            <ac:spMk id="33" creationId="{DBB7AE6F-9F07-2B72-D893-AE4A5185AFA7}"/>
          </ac:spMkLst>
        </pc:spChg>
        <pc:spChg chg="add mod">
          <ac:chgData name="Théo BORTOLOTTO" userId="6c10db7e5b5c4e86" providerId="LiveId" clId="{1DF3B03B-8C1D-476F-A31F-50A791A009CB}" dt="2025-03-04T13:25:05.177" v="1158"/>
          <ac:spMkLst>
            <pc:docMk/>
            <pc:sldMk cId="1012592857" sldId="286"/>
            <ac:spMk id="34" creationId="{116C0779-BD18-D1D3-9E6A-082F263583AA}"/>
          </ac:spMkLst>
        </pc:spChg>
        <pc:spChg chg="add mod">
          <ac:chgData name="Théo BORTOLOTTO" userId="6c10db7e5b5c4e86" providerId="LiveId" clId="{1DF3B03B-8C1D-476F-A31F-50A791A009CB}" dt="2025-03-04T13:25:05.177" v="1158"/>
          <ac:spMkLst>
            <pc:docMk/>
            <pc:sldMk cId="1012592857" sldId="286"/>
            <ac:spMk id="35" creationId="{C5B8DD8D-9E2E-CD17-B022-0B9400AFD234}"/>
          </ac:spMkLst>
        </pc:spChg>
        <pc:spChg chg="add mod">
          <ac:chgData name="Théo BORTOLOTTO" userId="6c10db7e5b5c4e86" providerId="LiveId" clId="{1DF3B03B-8C1D-476F-A31F-50A791A009CB}" dt="2025-03-04T13:25:05.177" v="1158"/>
          <ac:spMkLst>
            <pc:docMk/>
            <pc:sldMk cId="1012592857" sldId="286"/>
            <ac:spMk id="36" creationId="{F75D0CFD-45FA-3718-9F75-8C5ECC6D5896}"/>
          </ac:spMkLst>
        </pc:spChg>
      </pc:sldChg>
      <pc:sldChg chg="addSp delSp modSp mod">
        <pc:chgData name="Théo BORTOLOTTO" userId="6c10db7e5b5c4e86" providerId="LiveId" clId="{1DF3B03B-8C1D-476F-A31F-50A791A009CB}" dt="2025-03-04T13:25:07.120" v="1160"/>
        <pc:sldMkLst>
          <pc:docMk/>
          <pc:sldMk cId="306892162" sldId="287"/>
        </pc:sldMkLst>
        <pc:spChg chg="add mod">
          <ac:chgData name="Théo BORTOLOTTO" userId="6c10db7e5b5c4e86" providerId="LiveId" clId="{1DF3B03B-8C1D-476F-A31F-50A791A009CB}" dt="2025-03-03T14:15:02.679" v="503"/>
          <ac:spMkLst>
            <pc:docMk/>
            <pc:sldMk cId="306892162" sldId="287"/>
            <ac:spMk id="2" creationId="{2466723C-4033-170A-E895-735248AA8630}"/>
          </ac:spMkLst>
        </pc:spChg>
        <pc:spChg chg="add del mod">
          <ac:chgData name="Théo BORTOLOTTO" userId="6c10db7e5b5c4e86" providerId="LiveId" clId="{1DF3B03B-8C1D-476F-A31F-50A791A009CB}" dt="2025-03-04T13:25:06.938" v="1159" actId="478"/>
          <ac:spMkLst>
            <pc:docMk/>
            <pc:sldMk cId="306892162" sldId="287"/>
            <ac:spMk id="3" creationId="{A5A434F6-FC93-C8A6-5C92-C841C90FB8DC}"/>
          </ac:spMkLst>
        </pc:spChg>
        <pc:spChg chg="del mod">
          <ac:chgData name="Théo BORTOLOTTO" userId="6c10db7e5b5c4e86" providerId="LiveId" clId="{1DF3B03B-8C1D-476F-A31F-50A791A009CB}" dt="2025-03-03T14:15:02.467" v="502" actId="478"/>
          <ac:spMkLst>
            <pc:docMk/>
            <pc:sldMk cId="306892162" sldId="287"/>
            <ac:spMk id="3" creationId="{DE582365-DC18-7A8D-7303-C5D2DEBA2B4D}"/>
          </ac:spMkLst>
        </pc:spChg>
        <pc:spChg chg="add del mod">
          <ac:chgData name="Théo BORTOLOTTO" userId="6c10db7e5b5c4e86" providerId="LiveId" clId="{1DF3B03B-8C1D-476F-A31F-50A791A009CB}" dt="2025-03-04T13:25:06.938" v="1159" actId="478"/>
          <ac:spMkLst>
            <pc:docMk/>
            <pc:sldMk cId="306892162" sldId="287"/>
            <ac:spMk id="6" creationId="{B8C08AA0-C013-56E1-3718-F14B4A8EA23A}"/>
          </ac:spMkLst>
        </pc:spChg>
        <pc:spChg chg="add del mod">
          <ac:chgData name="Théo BORTOLOTTO" userId="6c10db7e5b5c4e86" providerId="LiveId" clId="{1DF3B03B-8C1D-476F-A31F-50A791A009CB}" dt="2025-03-04T13:25:06.938" v="1159" actId="478"/>
          <ac:spMkLst>
            <pc:docMk/>
            <pc:sldMk cId="306892162" sldId="287"/>
            <ac:spMk id="7" creationId="{16F16548-6489-DBC5-B272-E51B81C1AE69}"/>
          </ac:spMkLst>
        </pc:spChg>
        <pc:spChg chg="add mod">
          <ac:chgData name="Théo BORTOLOTTO" userId="6c10db7e5b5c4e86" providerId="LiveId" clId="{1DF3B03B-8C1D-476F-A31F-50A791A009CB}" dt="2025-03-02T11:40:33.868" v="124" actId="1038"/>
          <ac:spMkLst>
            <pc:docMk/>
            <pc:sldMk cId="306892162" sldId="287"/>
            <ac:spMk id="8" creationId="{9682B478-1DF5-6EDC-4F9F-13397632B877}"/>
          </ac:spMkLst>
        </pc:spChg>
        <pc:spChg chg="add del mod">
          <ac:chgData name="Théo BORTOLOTTO" userId="6c10db7e5b5c4e86" providerId="LiveId" clId="{1DF3B03B-8C1D-476F-A31F-50A791A009CB}" dt="2025-03-04T13:25:06.938" v="1159" actId="478"/>
          <ac:spMkLst>
            <pc:docMk/>
            <pc:sldMk cId="306892162" sldId="287"/>
            <ac:spMk id="9" creationId="{3C4A2698-9F39-2D3F-947E-0464E8CCD069}"/>
          </ac:spMkLst>
        </pc:spChg>
        <pc:spChg chg="del">
          <ac:chgData name="Théo BORTOLOTTO" userId="6c10db7e5b5c4e86" providerId="LiveId" clId="{1DF3B03B-8C1D-476F-A31F-50A791A009CB}" dt="2025-03-04T13:19:21.252" v="948" actId="478"/>
          <ac:spMkLst>
            <pc:docMk/>
            <pc:sldMk cId="306892162" sldId="287"/>
            <ac:spMk id="12" creationId="{511E654C-AB89-82ED-363A-40A406C9D290}"/>
          </ac:spMkLst>
        </pc:spChg>
        <pc:spChg chg="del">
          <ac:chgData name="Théo BORTOLOTTO" userId="6c10db7e5b5c4e86" providerId="LiveId" clId="{1DF3B03B-8C1D-476F-A31F-50A791A009CB}" dt="2025-03-04T13:19:21.252" v="948" actId="478"/>
          <ac:spMkLst>
            <pc:docMk/>
            <pc:sldMk cId="306892162" sldId="287"/>
            <ac:spMk id="13" creationId="{9A22B9F7-BF2B-D088-A92B-F615D8A464AB}"/>
          </ac:spMkLst>
        </pc:spChg>
        <pc:spChg chg="add mod">
          <ac:chgData name="Théo BORTOLOTTO" userId="6c10db7e5b5c4e86" providerId="LiveId" clId="{1DF3B03B-8C1D-476F-A31F-50A791A009CB}" dt="2025-03-02T12:07:06.487" v="238" actId="20577"/>
          <ac:spMkLst>
            <pc:docMk/>
            <pc:sldMk cId="306892162" sldId="287"/>
            <ac:spMk id="15" creationId="{3BF9450A-6378-2415-CFCD-3F56A673010A}"/>
          </ac:spMkLst>
        </pc:spChg>
        <pc:spChg chg="del">
          <ac:chgData name="Théo BORTOLOTTO" userId="6c10db7e5b5c4e86" providerId="LiveId" clId="{1DF3B03B-8C1D-476F-A31F-50A791A009CB}" dt="2025-03-04T13:19:21.252" v="948" actId="478"/>
          <ac:spMkLst>
            <pc:docMk/>
            <pc:sldMk cId="306892162" sldId="287"/>
            <ac:spMk id="16" creationId="{54B05918-DBBE-50C9-06B8-E1CC010F7732}"/>
          </ac:spMkLst>
        </pc:spChg>
        <pc:spChg chg="del">
          <ac:chgData name="Théo BORTOLOTTO" userId="6c10db7e5b5c4e86" providerId="LiveId" clId="{1DF3B03B-8C1D-476F-A31F-50A791A009CB}" dt="2025-03-04T13:19:21.252" v="948" actId="478"/>
          <ac:spMkLst>
            <pc:docMk/>
            <pc:sldMk cId="306892162" sldId="287"/>
            <ac:spMk id="17" creationId="{EBB6F0E5-55A8-3304-2DE9-8EBEC0812449}"/>
          </ac:spMkLst>
        </pc:spChg>
        <pc:spChg chg="del">
          <ac:chgData name="Théo BORTOLOTTO" userId="6c10db7e5b5c4e86" providerId="LiveId" clId="{1DF3B03B-8C1D-476F-A31F-50A791A009CB}" dt="2025-03-04T13:19:21.252" v="948" actId="478"/>
          <ac:spMkLst>
            <pc:docMk/>
            <pc:sldMk cId="306892162" sldId="287"/>
            <ac:spMk id="18" creationId="{9C0405D4-9571-A55C-7761-21CFB8013447}"/>
          </ac:spMkLst>
        </pc:spChg>
        <pc:spChg chg="add del mod">
          <ac:chgData name="Théo BORTOLOTTO" userId="6c10db7e5b5c4e86" providerId="LiveId" clId="{1DF3B03B-8C1D-476F-A31F-50A791A009CB}" dt="2025-03-04T13:25:06.938" v="1159" actId="478"/>
          <ac:spMkLst>
            <pc:docMk/>
            <pc:sldMk cId="306892162" sldId="287"/>
            <ac:spMk id="19" creationId="{B5B2FC2A-659A-B7C4-17D0-6001132CA870}"/>
          </ac:spMkLst>
        </pc:spChg>
        <pc:spChg chg="del">
          <ac:chgData name="Théo BORTOLOTTO" userId="6c10db7e5b5c4e86" providerId="LiveId" clId="{1DF3B03B-8C1D-476F-A31F-50A791A009CB}" dt="2025-03-04T13:19:21.252" v="948" actId="478"/>
          <ac:spMkLst>
            <pc:docMk/>
            <pc:sldMk cId="306892162" sldId="287"/>
            <ac:spMk id="21" creationId="{C364A4EF-DA6C-A5E9-D458-53AC265253F7}"/>
          </ac:spMkLst>
        </pc:spChg>
        <pc:spChg chg="del">
          <ac:chgData name="Théo BORTOLOTTO" userId="6c10db7e5b5c4e86" providerId="LiveId" clId="{1DF3B03B-8C1D-476F-A31F-50A791A009CB}" dt="2025-03-04T13:19:21.252" v="948" actId="478"/>
          <ac:spMkLst>
            <pc:docMk/>
            <pc:sldMk cId="306892162" sldId="287"/>
            <ac:spMk id="22" creationId="{3C2048E0-CF1B-FC5C-8836-158BFAA862EE}"/>
          </ac:spMkLst>
        </pc:spChg>
        <pc:spChg chg="del">
          <ac:chgData name="Théo BORTOLOTTO" userId="6c10db7e5b5c4e86" providerId="LiveId" clId="{1DF3B03B-8C1D-476F-A31F-50A791A009CB}" dt="2025-03-04T13:19:21.252" v="948" actId="478"/>
          <ac:spMkLst>
            <pc:docMk/>
            <pc:sldMk cId="306892162" sldId="287"/>
            <ac:spMk id="24" creationId="{4FC51707-6594-5721-033B-CEB9B9311528}"/>
          </ac:spMkLst>
        </pc:spChg>
        <pc:spChg chg="del">
          <ac:chgData name="Théo BORTOLOTTO" userId="6c10db7e5b5c4e86" providerId="LiveId" clId="{1DF3B03B-8C1D-476F-A31F-50A791A009CB}" dt="2025-03-04T13:19:21.252" v="948" actId="478"/>
          <ac:spMkLst>
            <pc:docMk/>
            <pc:sldMk cId="306892162" sldId="287"/>
            <ac:spMk id="25" creationId="{A90A2729-7BD1-63B3-C63C-5F1C2728DB26}"/>
          </ac:spMkLst>
        </pc:spChg>
        <pc:spChg chg="del">
          <ac:chgData name="Théo BORTOLOTTO" userId="6c10db7e5b5c4e86" providerId="LiveId" clId="{1DF3B03B-8C1D-476F-A31F-50A791A009CB}" dt="2025-03-04T13:19:21.252" v="948" actId="478"/>
          <ac:spMkLst>
            <pc:docMk/>
            <pc:sldMk cId="306892162" sldId="287"/>
            <ac:spMk id="27" creationId="{C2B1405E-3775-8A41-F0BA-4B62F62F1467}"/>
          </ac:spMkLst>
        </pc:spChg>
        <pc:spChg chg="add del mod">
          <ac:chgData name="Théo BORTOLOTTO" userId="6c10db7e5b5c4e86" providerId="LiveId" clId="{1DF3B03B-8C1D-476F-A31F-50A791A009CB}" dt="2025-03-04T13:25:06.938" v="1159" actId="478"/>
          <ac:spMkLst>
            <pc:docMk/>
            <pc:sldMk cId="306892162" sldId="287"/>
            <ac:spMk id="28" creationId="{09B610CF-9CA2-30F4-2020-F97B44846972}"/>
          </ac:spMkLst>
        </pc:spChg>
        <pc:spChg chg="add del mod">
          <ac:chgData name="Théo BORTOLOTTO" userId="6c10db7e5b5c4e86" providerId="LiveId" clId="{1DF3B03B-8C1D-476F-A31F-50A791A009CB}" dt="2025-03-04T13:25:06.938" v="1159" actId="478"/>
          <ac:spMkLst>
            <pc:docMk/>
            <pc:sldMk cId="306892162" sldId="287"/>
            <ac:spMk id="29" creationId="{63EF97D5-2F3D-1427-0394-CAC90D89B637}"/>
          </ac:spMkLst>
        </pc:spChg>
        <pc:spChg chg="add mod">
          <ac:chgData name="Théo BORTOLOTTO" userId="6c10db7e5b5c4e86" providerId="LiveId" clId="{1DF3B03B-8C1D-476F-A31F-50A791A009CB}" dt="2025-03-04T13:25:07.120" v="1160"/>
          <ac:spMkLst>
            <pc:docMk/>
            <pc:sldMk cId="306892162" sldId="287"/>
            <ac:spMk id="30" creationId="{246A9262-2183-3A16-D777-B60BE99E694D}"/>
          </ac:spMkLst>
        </pc:spChg>
        <pc:spChg chg="add mod">
          <ac:chgData name="Théo BORTOLOTTO" userId="6c10db7e5b5c4e86" providerId="LiveId" clId="{1DF3B03B-8C1D-476F-A31F-50A791A009CB}" dt="2025-03-04T13:25:07.120" v="1160"/>
          <ac:spMkLst>
            <pc:docMk/>
            <pc:sldMk cId="306892162" sldId="287"/>
            <ac:spMk id="31" creationId="{8C9ACBC9-307B-3045-9AE5-A8B57498BE65}"/>
          </ac:spMkLst>
        </pc:spChg>
        <pc:spChg chg="add mod">
          <ac:chgData name="Théo BORTOLOTTO" userId="6c10db7e5b5c4e86" providerId="LiveId" clId="{1DF3B03B-8C1D-476F-A31F-50A791A009CB}" dt="2025-03-04T13:25:07.120" v="1160"/>
          <ac:spMkLst>
            <pc:docMk/>
            <pc:sldMk cId="306892162" sldId="287"/>
            <ac:spMk id="32" creationId="{0A20204B-943F-5EF7-FD8A-40CC5DADF202}"/>
          </ac:spMkLst>
        </pc:spChg>
        <pc:spChg chg="add mod">
          <ac:chgData name="Théo BORTOLOTTO" userId="6c10db7e5b5c4e86" providerId="LiveId" clId="{1DF3B03B-8C1D-476F-A31F-50A791A009CB}" dt="2025-03-04T13:25:07.120" v="1160"/>
          <ac:spMkLst>
            <pc:docMk/>
            <pc:sldMk cId="306892162" sldId="287"/>
            <ac:spMk id="33" creationId="{5E306ED2-F415-E4AD-B8D9-A29777F1667B}"/>
          </ac:spMkLst>
        </pc:spChg>
        <pc:spChg chg="add mod">
          <ac:chgData name="Théo BORTOLOTTO" userId="6c10db7e5b5c4e86" providerId="LiveId" clId="{1DF3B03B-8C1D-476F-A31F-50A791A009CB}" dt="2025-03-04T13:25:07.120" v="1160"/>
          <ac:spMkLst>
            <pc:docMk/>
            <pc:sldMk cId="306892162" sldId="287"/>
            <ac:spMk id="34" creationId="{9B11921C-E7A6-F705-4DD8-53ADF43BE5C1}"/>
          </ac:spMkLst>
        </pc:spChg>
        <pc:spChg chg="add mod">
          <ac:chgData name="Théo BORTOLOTTO" userId="6c10db7e5b5c4e86" providerId="LiveId" clId="{1DF3B03B-8C1D-476F-A31F-50A791A009CB}" dt="2025-03-04T13:25:07.120" v="1160"/>
          <ac:spMkLst>
            <pc:docMk/>
            <pc:sldMk cId="306892162" sldId="287"/>
            <ac:spMk id="35" creationId="{0D20B001-1A0F-153F-7EE4-2F8355B835FC}"/>
          </ac:spMkLst>
        </pc:spChg>
        <pc:spChg chg="add mod">
          <ac:chgData name="Théo BORTOLOTTO" userId="6c10db7e5b5c4e86" providerId="LiveId" clId="{1DF3B03B-8C1D-476F-A31F-50A791A009CB}" dt="2025-03-04T13:25:07.120" v="1160"/>
          <ac:spMkLst>
            <pc:docMk/>
            <pc:sldMk cId="306892162" sldId="287"/>
            <ac:spMk id="36" creationId="{4D47ED65-E598-8B17-AB68-8C6914BE19DC}"/>
          </ac:spMkLst>
        </pc:spChg>
        <pc:picChg chg="mod">
          <ac:chgData name="Théo BORTOLOTTO" userId="6c10db7e5b5c4e86" providerId="LiveId" clId="{1DF3B03B-8C1D-476F-A31F-50A791A009CB}" dt="2025-03-02T11:38:04.657" v="93" actId="1076"/>
          <ac:picMkLst>
            <pc:docMk/>
            <pc:sldMk cId="306892162" sldId="287"/>
            <ac:picMk id="20482" creationId="{A5943A3C-9B7F-76C7-E1EA-11C6BA72E1DA}"/>
          </ac:picMkLst>
        </pc:picChg>
      </pc:sldChg>
      <pc:sldChg chg="addSp delSp modSp mod">
        <pc:chgData name="Théo BORTOLOTTO" userId="6c10db7e5b5c4e86" providerId="LiveId" clId="{1DF3B03B-8C1D-476F-A31F-50A791A009CB}" dt="2025-03-04T13:28:15.673" v="1275" actId="20577"/>
        <pc:sldMkLst>
          <pc:docMk/>
          <pc:sldMk cId="619224895" sldId="288"/>
        </pc:sldMkLst>
        <pc:spChg chg="mod">
          <ac:chgData name="Théo BORTOLOTTO" userId="6c10db7e5b5c4e86" providerId="LiveId" clId="{1DF3B03B-8C1D-476F-A31F-50A791A009CB}" dt="2025-03-04T13:28:15.673" v="1275" actId="20577"/>
          <ac:spMkLst>
            <pc:docMk/>
            <pc:sldMk cId="619224895" sldId="288"/>
            <ac:spMk id="2" creationId="{0B4FD937-6599-0C82-082E-12AAE754A41D}"/>
          </ac:spMkLst>
        </pc:spChg>
        <pc:spChg chg="add del mod">
          <ac:chgData name="Théo BORTOLOTTO" userId="6c10db7e5b5c4e86" providerId="LiveId" clId="{1DF3B03B-8C1D-476F-A31F-50A791A009CB}" dt="2025-03-04T13:25:16.360" v="1168" actId="478"/>
          <ac:spMkLst>
            <pc:docMk/>
            <pc:sldMk cId="619224895" sldId="288"/>
            <ac:spMk id="3" creationId="{C022C122-E7A4-761F-5259-8492660EC5A9}"/>
          </ac:spMkLst>
        </pc:spChg>
        <pc:spChg chg="add del mod">
          <ac:chgData name="Théo BORTOLOTTO" userId="6c10db7e5b5c4e86" providerId="LiveId" clId="{1DF3B03B-8C1D-476F-A31F-50A791A009CB}" dt="2025-03-04T13:25:16.360" v="1168" actId="478"/>
          <ac:spMkLst>
            <pc:docMk/>
            <pc:sldMk cId="619224895" sldId="288"/>
            <ac:spMk id="6" creationId="{E947DFEF-4903-C3EF-6583-9E5F851D2DAE}"/>
          </ac:spMkLst>
        </pc:spChg>
        <pc:spChg chg="add del mod">
          <ac:chgData name="Théo BORTOLOTTO" userId="6c10db7e5b5c4e86" providerId="LiveId" clId="{1DF3B03B-8C1D-476F-A31F-50A791A009CB}" dt="2025-03-04T13:25:16.360" v="1168" actId="478"/>
          <ac:spMkLst>
            <pc:docMk/>
            <pc:sldMk cId="619224895" sldId="288"/>
            <ac:spMk id="7" creationId="{F77F3CFF-BC01-E07C-E093-D98B3A34CA56}"/>
          </ac:spMkLst>
        </pc:spChg>
        <pc:spChg chg="add del mod">
          <ac:chgData name="Théo BORTOLOTTO" userId="6c10db7e5b5c4e86" providerId="LiveId" clId="{1DF3B03B-8C1D-476F-A31F-50A791A009CB}" dt="2025-03-04T13:25:16.360" v="1168" actId="478"/>
          <ac:spMkLst>
            <pc:docMk/>
            <pc:sldMk cId="619224895" sldId="288"/>
            <ac:spMk id="8" creationId="{49135288-B075-F143-2CDC-48059B5F5A0B}"/>
          </ac:spMkLst>
        </pc:spChg>
        <pc:spChg chg="add del mod">
          <ac:chgData name="Théo BORTOLOTTO" userId="6c10db7e5b5c4e86" providerId="LiveId" clId="{1DF3B03B-8C1D-476F-A31F-50A791A009CB}" dt="2025-03-04T13:25:16.360" v="1168" actId="478"/>
          <ac:spMkLst>
            <pc:docMk/>
            <pc:sldMk cId="619224895" sldId="288"/>
            <ac:spMk id="9" creationId="{F521B3D1-687B-3433-FB1E-1E14FE510DB8}"/>
          </ac:spMkLst>
        </pc:spChg>
        <pc:spChg chg="del">
          <ac:chgData name="Théo BORTOLOTTO" userId="6c10db7e5b5c4e86" providerId="LiveId" clId="{1DF3B03B-8C1D-476F-A31F-50A791A009CB}" dt="2025-03-04T13:19:32.501" v="953" actId="478"/>
          <ac:spMkLst>
            <pc:docMk/>
            <pc:sldMk cId="619224895" sldId="288"/>
            <ac:spMk id="11" creationId="{9CC251C8-22B5-8D3B-A0A2-720B5CB27E1E}"/>
          </ac:spMkLst>
        </pc:spChg>
        <pc:spChg chg="del">
          <ac:chgData name="Théo BORTOLOTTO" userId="6c10db7e5b5c4e86" providerId="LiveId" clId="{1DF3B03B-8C1D-476F-A31F-50A791A009CB}" dt="2025-03-04T13:19:32.501" v="953" actId="478"/>
          <ac:spMkLst>
            <pc:docMk/>
            <pc:sldMk cId="619224895" sldId="288"/>
            <ac:spMk id="12" creationId="{83745E80-B85D-1729-3722-2A46682A2336}"/>
          </ac:spMkLst>
        </pc:spChg>
        <pc:spChg chg="del">
          <ac:chgData name="Théo BORTOLOTTO" userId="6c10db7e5b5c4e86" providerId="LiveId" clId="{1DF3B03B-8C1D-476F-A31F-50A791A009CB}" dt="2025-03-04T13:19:32.501" v="953" actId="478"/>
          <ac:spMkLst>
            <pc:docMk/>
            <pc:sldMk cId="619224895" sldId="288"/>
            <ac:spMk id="13" creationId="{780BA01E-7062-5451-1F70-EED24B4C9CDC}"/>
          </ac:spMkLst>
        </pc:spChg>
        <pc:spChg chg="add del mod">
          <ac:chgData name="Théo BORTOLOTTO" userId="6c10db7e5b5c4e86" providerId="LiveId" clId="{1DF3B03B-8C1D-476F-A31F-50A791A009CB}" dt="2025-03-04T13:25:16.360" v="1168" actId="478"/>
          <ac:spMkLst>
            <pc:docMk/>
            <pc:sldMk cId="619224895" sldId="288"/>
            <ac:spMk id="15" creationId="{0A0BACB7-826A-3B21-54A5-2376E0C10D6B}"/>
          </ac:spMkLst>
        </pc:spChg>
        <pc:spChg chg="del">
          <ac:chgData name="Théo BORTOLOTTO" userId="6c10db7e5b5c4e86" providerId="LiveId" clId="{1DF3B03B-8C1D-476F-A31F-50A791A009CB}" dt="2025-03-04T13:19:32.501" v="953" actId="478"/>
          <ac:spMkLst>
            <pc:docMk/>
            <pc:sldMk cId="619224895" sldId="288"/>
            <ac:spMk id="16" creationId="{D6DA825F-C9D8-3C5B-80F3-39A57D6F501F}"/>
          </ac:spMkLst>
        </pc:spChg>
        <pc:spChg chg="del">
          <ac:chgData name="Théo BORTOLOTTO" userId="6c10db7e5b5c4e86" providerId="LiveId" clId="{1DF3B03B-8C1D-476F-A31F-50A791A009CB}" dt="2025-03-04T13:19:32.501" v="953" actId="478"/>
          <ac:spMkLst>
            <pc:docMk/>
            <pc:sldMk cId="619224895" sldId="288"/>
            <ac:spMk id="17" creationId="{91AD6054-6FE7-254F-9C5F-3F93919205C1}"/>
          </ac:spMkLst>
        </pc:spChg>
        <pc:spChg chg="del">
          <ac:chgData name="Théo BORTOLOTTO" userId="6c10db7e5b5c4e86" providerId="LiveId" clId="{1DF3B03B-8C1D-476F-A31F-50A791A009CB}" dt="2025-03-04T13:19:32.501" v="953" actId="478"/>
          <ac:spMkLst>
            <pc:docMk/>
            <pc:sldMk cId="619224895" sldId="288"/>
            <ac:spMk id="18" creationId="{48BBA602-9081-D1A4-EEC0-4321532F3045}"/>
          </ac:spMkLst>
        </pc:spChg>
        <pc:spChg chg="del">
          <ac:chgData name="Théo BORTOLOTTO" userId="6c10db7e5b5c4e86" providerId="LiveId" clId="{1DF3B03B-8C1D-476F-A31F-50A791A009CB}" dt="2025-03-04T13:19:32.501" v="953" actId="478"/>
          <ac:spMkLst>
            <pc:docMk/>
            <pc:sldMk cId="619224895" sldId="288"/>
            <ac:spMk id="19" creationId="{65D73288-85F6-8DFE-2105-D0ACBA57DEEC}"/>
          </ac:spMkLst>
        </pc:spChg>
        <pc:spChg chg="del">
          <ac:chgData name="Théo BORTOLOTTO" userId="6c10db7e5b5c4e86" providerId="LiveId" clId="{1DF3B03B-8C1D-476F-A31F-50A791A009CB}" dt="2025-03-04T13:19:32.501" v="953" actId="478"/>
          <ac:spMkLst>
            <pc:docMk/>
            <pc:sldMk cId="619224895" sldId="288"/>
            <ac:spMk id="20" creationId="{7F4F62E3-E771-B91D-CC5D-23095DDD5B01}"/>
          </ac:spMkLst>
        </pc:spChg>
        <pc:spChg chg="del">
          <ac:chgData name="Théo BORTOLOTTO" userId="6c10db7e5b5c4e86" providerId="LiveId" clId="{1DF3B03B-8C1D-476F-A31F-50A791A009CB}" dt="2025-03-04T13:19:32.501" v="953" actId="478"/>
          <ac:spMkLst>
            <pc:docMk/>
            <pc:sldMk cId="619224895" sldId="288"/>
            <ac:spMk id="25" creationId="{324FC3C2-0131-AE18-2A18-C9DB168CD54F}"/>
          </ac:spMkLst>
        </pc:spChg>
        <pc:spChg chg="del">
          <ac:chgData name="Théo BORTOLOTTO" userId="6c10db7e5b5c4e86" providerId="LiveId" clId="{1DF3B03B-8C1D-476F-A31F-50A791A009CB}" dt="2025-03-04T13:19:32.501" v="953" actId="478"/>
          <ac:spMkLst>
            <pc:docMk/>
            <pc:sldMk cId="619224895" sldId="288"/>
            <ac:spMk id="26" creationId="{F6E0F237-80DE-55CA-15F7-57BA9FD469D7}"/>
          </ac:spMkLst>
        </pc:spChg>
        <pc:spChg chg="add del mod">
          <ac:chgData name="Théo BORTOLOTTO" userId="6c10db7e5b5c4e86" providerId="LiveId" clId="{1DF3B03B-8C1D-476F-A31F-50A791A009CB}" dt="2025-03-04T13:25:16.360" v="1168" actId="478"/>
          <ac:spMkLst>
            <pc:docMk/>
            <pc:sldMk cId="619224895" sldId="288"/>
            <ac:spMk id="27" creationId="{8BAA5620-EA11-28EF-9088-9929F61EBFF6}"/>
          </ac:spMkLst>
        </pc:spChg>
        <pc:spChg chg="add mod">
          <ac:chgData name="Théo BORTOLOTTO" userId="6c10db7e5b5c4e86" providerId="LiveId" clId="{1DF3B03B-8C1D-476F-A31F-50A791A009CB}" dt="2025-03-04T13:25:16.571" v="1169"/>
          <ac:spMkLst>
            <pc:docMk/>
            <pc:sldMk cId="619224895" sldId="288"/>
            <ac:spMk id="28" creationId="{DD18E1DD-73AF-4329-2C61-155570CC6D01}"/>
          </ac:spMkLst>
        </pc:spChg>
        <pc:spChg chg="add mod">
          <ac:chgData name="Théo BORTOLOTTO" userId="6c10db7e5b5c4e86" providerId="LiveId" clId="{1DF3B03B-8C1D-476F-A31F-50A791A009CB}" dt="2025-03-04T13:25:16.571" v="1169"/>
          <ac:spMkLst>
            <pc:docMk/>
            <pc:sldMk cId="619224895" sldId="288"/>
            <ac:spMk id="29" creationId="{14F5039F-EC16-D436-B160-8637BAF581C5}"/>
          </ac:spMkLst>
        </pc:spChg>
        <pc:spChg chg="add mod">
          <ac:chgData name="Théo BORTOLOTTO" userId="6c10db7e5b5c4e86" providerId="LiveId" clId="{1DF3B03B-8C1D-476F-A31F-50A791A009CB}" dt="2025-03-04T13:25:16.571" v="1169"/>
          <ac:spMkLst>
            <pc:docMk/>
            <pc:sldMk cId="619224895" sldId="288"/>
            <ac:spMk id="30" creationId="{459E8330-9320-56A3-2B24-8799A9DFE26F}"/>
          </ac:spMkLst>
        </pc:spChg>
        <pc:spChg chg="add mod">
          <ac:chgData name="Théo BORTOLOTTO" userId="6c10db7e5b5c4e86" providerId="LiveId" clId="{1DF3B03B-8C1D-476F-A31F-50A791A009CB}" dt="2025-03-04T13:25:16.571" v="1169"/>
          <ac:spMkLst>
            <pc:docMk/>
            <pc:sldMk cId="619224895" sldId="288"/>
            <ac:spMk id="31" creationId="{AD95989D-7202-036A-E7CD-A681EDB3D414}"/>
          </ac:spMkLst>
        </pc:spChg>
        <pc:spChg chg="add mod">
          <ac:chgData name="Théo BORTOLOTTO" userId="6c10db7e5b5c4e86" providerId="LiveId" clId="{1DF3B03B-8C1D-476F-A31F-50A791A009CB}" dt="2025-03-04T13:25:16.571" v="1169"/>
          <ac:spMkLst>
            <pc:docMk/>
            <pc:sldMk cId="619224895" sldId="288"/>
            <ac:spMk id="32" creationId="{2FF78C06-75E4-DC2E-856C-5A3833BD0CC2}"/>
          </ac:spMkLst>
        </pc:spChg>
        <pc:spChg chg="add mod">
          <ac:chgData name="Théo BORTOLOTTO" userId="6c10db7e5b5c4e86" providerId="LiveId" clId="{1DF3B03B-8C1D-476F-A31F-50A791A009CB}" dt="2025-03-04T13:25:16.571" v="1169"/>
          <ac:spMkLst>
            <pc:docMk/>
            <pc:sldMk cId="619224895" sldId="288"/>
            <ac:spMk id="33" creationId="{893158F4-987B-370B-6710-C1B43FEAEC63}"/>
          </ac:spMkLst>
        </pc:spChg>
        <pc:spChg chg="add mod">
          <ac:chgData name="Théo BORTOLOTTO" userId="6c10db7e5b5c4e86" providerId="LiveId" clId="{1DF3B03B-8C1D-476F-A31F-50A791A009CB}" dt="2025-03-04T13:25:16.571" v="1169"/>
          <ac:spMkLst>
            <pc:docMk/>
            <pc:sldMk cId="619224895" sldId="288"/>
            <ac:spMk id="34" creationId="{B5B56A68-349D-BD58-95C1-DE3A1CB568DB}"/>
          </ac:spMkLst>
        </pc:spChg>
      </pc:sldChg>
      <pc:sldChg chg="del">
        <pc:chgData name="Théo BORTOLOTTO" userId="6c10db7e5b5c4e86" providerId="LiveId" clId="{1DF3B03B-8C1D-476F-A31F-50A791A009CB}" dt="2025-03-04T13:08:27.013" v="886" actId="2696"/>
        <pc:sldMkLst>
          <pc:docMk/>
          <pc:sldMk cId="2896811688" sldId="289"/>
        </pc:sldMkLst>
      </pc:sldChg>
      <pc:sldChg chg="addSp delSp modSp mod">
        <pc:chgData name="Théo BORTOLOTTO" userId="6c10db7e5b5c4e86" providerId="LiveId" clId="{1DF3B03B-8C1D-476F-A31F-50A791A009CB}" dt="2025-03-04T13:24:25.895" v="1132"/>
        <pc:sldMkLst>
          <pc:docMk/>
          <pc:sldMk cId="3656806860" sldId="290"/>
        </pc:sldMkLst>
        <pc:spChg chg="add del mod">
          <ac:chgData name="Théo BORTOLOTTO" userId="6c10db7e5b5c4e86" providerId="LiveId" clId="{1DF3B03B-8C1D-476F-A31F-50A791A009CB}" dt="2025-03-04T13:24:25.578" v="1131" actId="478"/>
          <ac:spMkLst>
            <pc:docMk/>
            <pc:sldMk cId="3656806860" sldId="290"/>
            <ac:spMk id="6" creationId="{1FEC1631-AC1C-F0BA-878E-72A3826D83CE}"/>
          </ac:spMkLst>
        </pc:spChg>
        <pc:spChg chg="del">
          <ac:chgData name="Théo BORTOLOTTO" userId="6c10db7e5b5c4e86" providerId="LiveId" clId="{1DF3B03B-8C1D-476F-A31F-50A791A009CB}" dt="2025-03-04T13:18:46.229" v="932" actId="478"/>
          <ac:spMkLst>
            <pc:docMk/>
            <pc:sldMk cId="3656806860" sldId="290"/>
            <ac:spMk id="7" creationId="{ADC856B8-4C93-747A-0FEF-6D1EA622929D}"/>
          </ac:spMkLst>
        </pc:spChg>
        <pc:spChg chg="del">
          <ac:chgData name="Théo BORTOLOTTO" userId="6c10db7e5b5c4e86" providerId="LiveId" clId="{1DF3B03B-8C1D-476F-A31F-50A791A009CB}" dt="2025-03-04T13:18:46.229" v="932" actId="478"/>
          <ac:spMkLst>
            <pc:docMk/>
            <pc:sldMk cId="3656806860" sldId="290"/>
            <ac:spMk id="9" creationId="{0AE3B68C-8CCC-246D-0183-10E354654FB0}"/>
          </ac:spMkLst>
        </pc:spChg>
        <pc:spChg chg="del">
          <ac:chgData name="Théo BORTOLOTTO" userId="6c10db7e5b5c4e86" providerId="LiveId" clId="{1DF3B03B-8C1D-476F-A31F-50A791A009CB}" dt="2025-03-04T13:18:46.229" v="932" actId="478"/>
          <ac:spMkLst>
            <pc:docMk/>
            <pc:sldMk cId="3656806860" sldId="290"/>
            <ac:spMk id="11" creationId="{191B6040-AB63-3A2B-FEAE-EB938C371CF1}"/>
          </ac:spMkLst>
        </pc:spChg>
        <pc:spChg chg="add del mod">
          <ac:chgData name="Théo BORTOLOTTO" userId="6c10db7e5b5c4e86" providerId="LiveId" clId="{1DF3B03B-8C1D-476F-A31F-50A791A009CB}" dt="2025-03-04T13:24:25.578" v="1131" actId="478"/>
          <ac:spMkLst>
            <pc:docMk/>
            <pc:sldMk cId="3656806860" sldId="290"/>
            <ac:spMk id="13" creationId="{60219163-1D4D-31C8-A35D-B4911F32A9BD}"/>
          </ac:spMkLst>
        </pc:spChg>
        <pc:spChg chg="add del mod">
          <ac:chgData name="Théo BORTOLOTTO" userId="6c10db7e5b5c4e86" providerId="LiveId" clId="{1DF3B03B-8C1D-476F-A31F-50A791A009CB}" dt="2025-03-04T13:24:25.578" v="1131" actId="478"/>
          <ac:spMkLst>
            <pc:docMk/>
            <pc:sldMk cId="3656806860" sldId="290"/>
            <ac:spMk id="14" creationId="{C801698C-EDA0-F750-CE5E-7F9CA9DEF915}"/>
          </ac:spMkLst>
        </pc:spChg>
        <pc:spChg chg="del">
          <ac:chgData name="Théo BORTOLOTTO" userId="6c10db7e5b5c4e86" providerId="LiveId" clId="{1DF3B03B-8C1D-476F-A31F-50A791A009CB}" dt="2025-03-04T13:18:46.229" v="932" actId="478"/>
          <ac:spMkLst>
            <pc:docMk/>
            <pc:sldMk cId="3656806860" sldId="290"/>
            <ac:spMk id="15" creationId="{39F332C8-D569-6109-4BCF-5165B12BEC1C}"/>
          </ac:spMkLst>
        </pc:spChg>
        <pc:spChg chg="del">
          <ac:chgData name="Théo BORTOLOTTO" userId="6c10db7e5b5c4e86" providerId="LiveId" clId="{1DF3B03B-8C1D-476F-A31F-50A791A009CB}" dt="2025-03-04T13:18:46.229" v="932" actId="478"/>
          <ac:spMkLst>
            <pc:docMk/>
            <pc:sldMk cId="3656806860" sldId="290"/>
            <ac:spMk id="16" creationId="{F1B7B532-EEEB-9FBD-CF67-1AE756040D4D}"/>
          </ac:spMkLst>
        </pc:spChg>
        <pc:spChg chg="del">
          <ac:chgData name="Théo BORTOLOTTO" userId="6c10db7e5b5c4e86" providerId="LiveId" clId="{1DF3B03B-8C1D-476F-A31F-50A791A009CB}" dt="2025-03-04T13:18:46.229" v="932" actId="478"/>
          <ac:spMkLst>
            <pc:docMk/>
            <pc:sldMk cId="3656806860" sldId="290"/>
            <ac:spMk id="18" creationId="{5D44E844-2537-635A-3677-84F53E62A94C}"/>
          </ac:spMkLst>
        </pc:spChg>
        <pc:spChg chg="del">
          <ac:chgData name="Théo BORTOLOTTO" userId="6c10db7e5b5c4e86" providerId="LiveId" clId="{1DF3B03B-8C1D-476F-A31F-50A791A009CB}" dt="2025-03-04T13:18:46.229" v="932" actId="478"/>
          <ac:spMkLst>
            <pc:docMk/>
            <pc:sldMk cId="3656806860" sldId="290"/>
            <ac:spMk id="21" creationId="{0AA5A7F0-209D-E2F9-403D-C6162C901723}"/>
          </ac:spMkLst>
        </pc:spChg>
        <pc:spChg chg="del">
          <ac:chgData name="Théo BORTOLOTTO" userId="6c10db7e5b5c4e86" providerId="LiveId" clId="{1DF3B03B-8C1D-476F-A31F-50A791A009CB}" dt="2025-03-04T13:18:46.229" v="932" actId="478"/>
          <ac:spMkLst>
            <pc:docMk/>
            <pc:sldMk cId="3656806860" sldId="290"/>
            <ac:spMk id="22" creationId="{A895821D-A9F1-8CA3-DB0B-2B1B909C5268}"/>
          </ac:spMkLst>
        </pc:spChg>
        <pc:spChg chg="del">
          <ac:chgData name="Théo BORTOLOTTO" userId="6c10db7e5b5c4e86" providerId="LiveId" clId="{1DF3B03B-8C1D-476F-A31F-50A791A009CB}" dt="2025-03-04T13:18:46.229" v="932" actId="478"/>
          <ac:spMkLst>
            <pc:docMk/>
            <pc:sldMk cId="3656806860" sldId="290"/>
            <ac:spMk id="23" creationId="{70833433-F291-29DB-B030-909E89D04015}"/>
          </ac:spMkLst>
        </pc:spChg>
        <pc:spChg chg="del">
          <ac:chgData name="Théo BORTOLOTTO" userId="6c10db7e5b5c4e86" providerId="LiveId" clId="{1DF3B03B-8C1D-476F-A31F-50A791A009CB}" dt="2025-03-04T13:18:46.229" v="932" actId="478"/>
          <ac:spMkLst>
            <pc:docMk/>
            <pc:sldMk cId="3656806860" sldId="290"/>
            <ac:spMk id="24" creationId="{DD89B9B5-6154-0F3D-B15C-A8FB62696230}"/>
          </ac:spMkLst>
        </pc:spChg>
        <pc:spChg chg="add del mod">
          <ac:chgData name="Théo BORTOLOTTO" userId="6c10db7e5b5c4e86" providerId="LiveId" clId="{1DF3B03B-8C1D-476F-A31F-50A791A009CB}" dt="2025-03-04T13:24:25.578" v="1131" actId="478"/>
          <ac:spMkLst>
            <pc:docMk/>
            <pc:sldMk cId="3656806860" sldId="290"/>
            <ac:spMk id="26" creationId="{5F8BFB13-5714-35D9-704E-4069FC75A74A}"/>
          </ac:spMkLst>
        </pc:spChg>
        <pc:spChg chg="add del mod">
          <ac:chgData name="Théo BORTOLOTTO" userId="6c10db7e5b5c4e86" providerId="LiveId" clId="{1DF3B03B-8C1D-476F-A31F-50A791A009CB}" dt="2025-03-04T13:24:25.578" v="1131" actId="478"/>
          <ac:spMkLst>
            <pc:docMk/>
            <pc:sldMk cId="3656806860" sldId="290"/>
            <ac:spMk id="27" creationId="{7C12E9D2-2133-BFB3-E8C6-4810A980DB08}"/>
          </ac:spMkLst>
        </pc:spChg>
        <pc:spChg chg="add del mod">
          <ac:chgData name="Théo BORTOLOTTO" userId="6c10db7e5b5c4e86" providerId="LiveId" clId="{1DF3B03B-8C1D-476F-A31F-50A791A009CB}" dt="2025-03-04T13:24:25.578" v="1131" actId="478"/>
          <ac:spMkLst>
            <pc:docMk/>
            <pc:sldMk cId="3656806860" sldId="290"/>
            <ac:spMk id="28" creationId="{7C4D7093-8560-15BB-2C2C-31ED698FF043}"/>
          </ac:spMkLst>
        </pc:spChg>
        <pc:spChg chg="add del mod">
          <ac:chgData name="Théo BORTOLOTTO" userId="6c10db7e5b5c4e86" providerId="LiveId" clId="{1DF3B03B-8C1D-476F-A31F-50A791A009CB}" dt="2025-03-04T13:24:25.578" v="1131" actId="478"/>
          <ac:spMkLst>
            <pc:docMk/>
            <pc:sldMk cId="3656806860" sldId="290"/>
            <ac:spMk id="29" creationId="{4121473C-73B8-153C-9CAF-46DF365EE736}"/>
          </ac:spMkLst>
        </pc:spChg>
        <pc:spChg chg="add mod">
          <ac:chgData name="Théo BORTOLOTTO" userId="6c10db7e5b5c4e86" providerId="LiveId" clId="{1DF3B03B-8C1D-476F-A31F-50A791A009CB}" dt="2025-03-04T13:24:25.895" v="1132"/>
          <ac:spMkLst>
            <pc:docMk/>
            <pc:sldMk cId="3656806860" sldId="290"/>
            <ac:spMk id="30" creationId="{3AAD3316-CE4D-FF1F-F282-67B16D1A6CE0}"/>
          </ac:spMkLst>
        </pc:spChg>
        <pc:spChg chg="add mod">
          <ac:chgData name="Théo BORTOLOTTO" userId="6c10db7e5b5c4e86" providerId="LiveId" clId="{1DF3B03B-8C1D-476F-A31F-50A791A009CB}" dt="2025-03-04T13:24:25.895" v="1132"/>
          <ac:spMkLst>
            <pc:docMk/>
            <pc:sldMk cId="3656806860" sldId="290"/>
            <ac:spMk id="31" creationId="{D8A71B58-0711-2188-8AE9-331F6A502453}"/>
          </ac:spMkLst>
        </pc:spChg>
        <pc:spChg chg="add mod">
          <ac:chgData name="Théo BORTOLOTTO" userId="6c10db7e5b5c4e86" providerId="LiveId" clId="{1DF3B03B-8C1D-476F-A31F-50A791A009CB}" dt="2025-03-04T13:24:25.895" v="1132"/>
          <ac:spMkLst>
            <pc:docMk/>
            <pc:sldMk cId="3656806860" sldId="290"/>
            <ac:spMk id="32" creationId="{1334D2E6-EC99-9A6B-6A65-9951B2F4BB5C}"/>
          </ac:spMkLst>
        </pc:spChg>
        <pc:spChg chg="add mod">
          <ac:chgData name="Théo BORTOLOTTO" userId="6c10db7e5b5c4e86" providerId="LiveId" clId="{1DF3B03B-8C1D-476F-A31F-50A791A009CB}" dt="2025-03-04T13:24:25.895" v="1132"/>
          <ac:spMkLst>
            <pc:docMk/>
            <pc:sldMk cId="3656806860" sldId="290"/>
            <ac:spMk id="33" creationId="{4192CFDF-02F7-A3E5-931F-4FFEBAA4CA31}"/>
          </ac:spMkLst>
        </pc:spChg>
        <pc:spChg chg="add mod">
          <ac:chgData name="Théo BORTOLOTTO" userId="6c10db7e5b5c4e86" providerId="LiveId" clId="{1DF3B03B-8C1D-476F-A31F-50A791A009CB}" dt="2025-03-04T13:24:25.895" v="1132"/>
          <ac:spMkLst>
            <pc:docMk/>
            <pc:sldMk cId="3656806860" sldId="290"/>
            <ac:spMk id="34" creationId="{B474E2C4-E3A3-F6E1-687F-0462BF3560F1}"/>
          </ac:spMkLst>
        </pc:spChg>
        <pc:spChg chg="add mod">
          <ac:chgData name="Théo BORTOLOTTO" userId="6c10db7e5b5c4e86" providerId="LiveId" clId="{1DF3B03B-8C1D-476F-A31F-50A791A009CB}" dt="2025-03-04T13:24:25.895" v="1132"/>
          <ac:spMkLst>
            <pc:docMk/>
            <pc:sldMk cId="3656806860" sldId="290"/>
            <ac:spMk id="35" creationId="{3F51D2AD-A184-00B1-6A77-BC6C7DE65A17}"/>
          </ac:spMkLst>
        </pc:spChg>
        <pc:spChg chg="add mod">
          <ac:chgData name="Théo BORTOLOTTO" userId="6c10db7e5b5c4e86" providerId="LiveId" clId="{1DF3B03B-8C1D-476F-A31F-50A791A009CB}" dt="2025-03-04T13:24:25.895" v="1132"/>
          <ac:spMkLst>
            <pc:docMk/>
            <pc:sldMk cId="3656806860" sldId="290"/>
            <ac:spMk id="36" creationId="{16746BDC-F371-38DF-A167-BCB5838C9040}"/>
          </ac:spMkLst>
        </pc:spChg>
      </pc:sldChg>
      <pc:sldChg chg="addSp delSp modSp mod">
        <pc:chgData name="Théo BORTOLOTTO" userId="6c10db7e5b5c4e86" providerId="LiveId" clId="{1DF3B03B-8C1D-476F-A31F-50A791A009CB}" dt="2025-03-04T13:25:56.868" v="1190" actId="113"/>
        <pc:sldMkLst>
          <pc:docMk/>
          <pc:sldMk cId="3779914098" sldId="291"/>
        </pc:sldMkLst>
        <pc:spChg chg="add del mod">
          <ac:chgData name="Théo BORTOLOTTO" userId="6c10db7e5b5c4e86" providerId="LiveId" clId="{1DF3B03B-8C1D-476F-A31F-50A791A009CB}" dt="2025-03-04T13:25:23.260" v="1174" actId="478"/>
          <ac:spMkLst>
            <pc:docMk/>
            <pc:sldMk cId="3779914098" sldId="291"/>
            <ac:spMk id="2" creationId="{A6E3A9A1-6B17-BCAA-E8B8-99BF923F0693}"/>
          </ac:spMkLst>
        </pc:spChg>
        <pc:spChg chg="add del mod">
          <ac:chgData name="Théo BORTOLOTTO" userId="6c10db7e5b5c4e86" providerId="LiveId" clId="{1DF3B03B-8C1D-476F-A31F-50A791A009CB}" dt="2025-03-04T13:25:25.089" v="1177" actId="478"/>
          <ac:spMkLst>
            <pc:docMk/>
            <pc:sldMk cId="3779914098" sldId="291"/>
            <ac:spMk id="3" creationId="{0AB23721-4DB9-B0C2-0FF9-D5BA5F621FC0}"/>
          </ac:spMkLst>
        </pc:spChg>
        <pc:spChg chg="del">
          <ac:chgData name="Théo BORTOLOTTO" userId="6c10db7e5b5c4e86" providerId="LiveId" clId="{1DF3B03B-8C1D-476F-A31F-50A791A009CB}" dt="2025-03-04T13:19:40.159" v="956" actId="478"/>
          <ac:spMkLst>
            <pc:docMk/>
            <pc:sldMk cId="3779914098" sldId="291"/>
            <ac:spMk id="8" creationId="{4AD8DCDB-08D9-2553-854D-7E14F23DFF29}"/>
          </ac:spMkLst>
        </pc:spChg>
        <pc:spChg chg="del">
          <ac:chgData name="Théo BORTOLOTTO" userId="6c10db7e5b5c4e86" providerId="LiveId" clId="{1DF3B03B-8C1D-476F-A31F-50A791A009CB}" dt="2025-03-04T13:19:40.159" v="956" actId="478"/>
          <ac:spMkLst>
            <pc:docMk/>
            <pc:sldMk cId="3779914098" sldId="291"/>
            <ac:spMk id="9" creationId="{A4038318-B4B7-30DB-F2A3-C38187F31916}"/>
          </ac:spMkLst>
        </pc:spChg>
        <pc:spChg chg="del">
          <ac:chgData name="Théo BORTOLOTTO" userId="6c10db7e5b5c4e86" providerId="LiveId" clId="{1DF3B03B-8C1D-476F-A31F-50A791A009CB}" dt="2025-03-04T13:19:40.159" v="956" actId="478"/>
          <ac:spMkLst>
            <pc:docMk/>
            <pc:sldMk cId="3779914098" sldId="291"/>
            <ac:spMk id="10" creationId="{6ED34FFF-B25A-ACBD-74C5-D84446DEEBDD}"/>
          </ac:spMkLst>
        </pc:spChg>
        <pc:spChg chg="del">
          <ac:chgData name="Théo BORTOLOTTO" userId="6c10db7e5b5c4e86" providerId="LiveId" clId="{1DF3B03B-8C1D-476F-A31F-50A791A009CB}" dt="2025-03-04T13:19:40.159" v="956" actId="478"/>
          <ac:spMkLst>
            <pc:docMk/>
            <pc:sldMk cId="3779914098" sldId="291"/>
            <ac:spMk id="11" creationId="{ABDD77A5-813A-FFCB-5F15-B5D5D4CB9944}"/>
          </ac:spMkLst>
        </pc:spChg>
        <pc:spChg chg="del">
          <ac:chgData name="Théo BORTOLOTTO" userId="6c10db7e5b5c4e86" providerId="LiveId" clId="{1DF3B03B-8C1D-476F-A31F-50A791A009CB}" dt="2025-03-04T13:19:40.159" v="956" actId="478"/>
          <ac:spMkLst>
            <pc:docMk/>
            <pc:sldMk cId="3779914098" sldId="291"/>
            <ac:spMk id="12" creationId="{2025394B-46E3-1638-C1A4-DC45BCE32C81}"/>
          </ac:spMkLst>
        </pc:spChg>
        <pc:spChg chg="del">
          <ac:chgData name="Théo BORTOLOTTO" userId="6c10db7e5b5c4e86" providerId="LiveId" clId="{1DF3B03B-8C1D-476F-A31F-50A791A009CB}" dt="2025-03-04T13:19:40.159" v="956" actId="478"/>
          <ac:spMkLst>
            <pc:docMk/>
            <pc:sldMk cId="3779914098" sldId="291"/>
            <ac:spMk id="14" creationId="{6893E7FB-DC7C-972F-F3D9-4E392C5A3C17}"/>
          </ac:spMkLst>
        </pc:spChg>
        <pc:spChg chg="del">
          <ac:chgData name="Théo BORTOLOTTO" userId="6c10db7e5b5c4e86" providerId="LiveId" clId="{1DF3B03B-8C1D-476F-A31F-50A791A009CB}" dt="2025-03-04T13:19:40.159" v="956" actId="478"/>
          <ac:spMkLst>
            <pc:docMk/>
            <pc:sldMk cId="3779914098" sldId="291"/>
            <ac:spMk id="15" creationId="{3FF38BA9-B395-78E2-35B6-CFF2902A6D54}"/>
          </ac:spMkLst>
        </pc:spChg>
        <pc:spChg chg="del">
          <ac:chgData name="Théo BORTOLOTTO" userId="6c10db7e5b5c4e86" providerId="LiveId" clId="{1DF3B03B-8C1D-476F-A31F-50A791A009CB}" dt="2025-03-04T13:19:40.159" v="956" actId="478"/>
          <ac:spMkLst>
            <pc:docMk/>
            <pc:sldMk cId="3779914098" sldId="291"/>
            <ac:spMk id="18" creationId="{0101C27A-5687-6404-9C3C-59EB177F3E7D}"/>
          </ac:spMkLst>
        </pc:spChg>
        <pc:spChg chg="del">
          <ac:chgData name="Théo BORTOLOTTO" userId="6c10db7e5b5c4e86" providerId="LiveId" clId="{1DF3B03B-8C1D-476F-A31F-50A791A009CB}" dt="2025-03-04T13:19:40.159" v="956" actId="478"/>
          <ac:spMkLst>
            <pc:docMk/>
            <pc:sldMk cId="3779914098" sldId="291"/>
            <ac:spMk id="19" creationId="{4021B26F-A87F-BD08-0CEF-C2BA8D54BCAA}"/>
          </ac:spMkLst>
        </pc:spChg>
        <pc:spChg chg="del">
          <ac:chgData name="Théo BORTOLOTTO" userId="6c10db7e5b5c4e86" providerId="LiveId" clId="{1DF3B03B-8C1D-476F-A31F-50A791A009CB}" dt="2025-03-04T13:19:40.159" v="956" actId="478"/>
          <ac:spMkLst>
            <pc:docMk/>
            <pc:sldMk cId="3779914098" sldId="291"/>
            <ac:spMk id="20" creationId="{4FACA657-49DF-F6F7-C48D-42F0C857BD22}"/>
          </ac:spMkLst>
        </pc:spChg>
        <pc:spChg chg="add del mod">
          <ac:chgData name="Théo BORTOLOTTO" userId="6c10db7e5b5c4e86" providerId="LiveId" clId="{1DF3B03B-8C1D-476F-A31F-50A791A009CB}" dt="2025-03-04T13:25:25.089" v="1177" actId="478"/>
          <ac:spMkLst>
            <pc:docMk/>
            <pc:sldMk cId="3779914098" sldId="291"/>
            <ac:spMk id="23" creationId="{CDB30718-DCDE-4B3B-FFFB-C07DBE8233BA}"/>
          </ac:spMkLst>
        </pc:spChg>
        <pc:spChg chg="add del mod">
          <ac:chgData name="Théo BORTOLOTTO" userId="6c10db7e5b5c4e86" providerId="LiveId" clId="{1DF3B03B-8C1D-476F-A31F-50A791A009CB}" dt="2025-03-04T13:25:25.089" v="1177" actId="478"/>
          <ac:spMkLst>
            <pc:docMk/>
            <pc:sldMk cId="3779914098" sldId="291"/>
            <ac:spMk id="24" creationId="{0357A0F4-CAE0-9D75-6702-F3FC12945884}"/>
          </ac:spMkLst>
        </pc:spChg>
        <pc:spChg chg="add del mod">
          <ac:chgData name="Théo BORTOLOTTO" userId="6c10db7e5b5c4e86" providerId="LiveId" clId="{1DF3B03B-8C1D-476F-A31F-50A791A009CB}" dt="2025-03-04T13:25:23.260" v="1174" actId="478"/>
          <ac:spMkLst>
            <pc:docMk/>
            <pc:sldMk cId="3779914098" sldId="291"/>
            <ac:spMk id="25" creationId="{7A828083-E994-BD09-2139-8E15390B17CD}"/>
          </ac:spMkLst>
        </pc:spChg>
        <pc:spChg chg="add del mod">
          <ac:chgData name="Théo BORTOLOTTO" userId="6c10db7e5b5c4e86" providerId="LiveId" clId="{1DF3B03B-8C1D-476F-A31F-50A791A009CB}" dt="2025-03-04T13:25:23.260" v="1174" actId="478"/>
          <ac:spMkLst>
            <pc:docMk/>
            <pc:sldMk cId="3779914098" sldId="291"/>
            <ac:spMk id="26" creationId="{3F81EC0E-C967-D79B-0034-155C8AB40F23}"/>
          </ac:spMkLst>
        </pc:spChg>
        <pc:spChg chg="add del mod">
          <ac:chgData name="Théo BORTOLOTTO" userId="6c10db7e5b5c4e86" providerId="LiveId" clId="{1DF3B03B-8C1D-476F-A31F-50A791A009CB}" dt="2025-03-04T13:25:23.260" v="1174" actId="478"/>
          <ac:spMkLst>
            <pc:docMk/>
            <pc:sldMk cId="3779914098" sldId="291"/>
            <ac:spMk id="27" creationId="{46CD8F8B-BEDD-5CDD-CF9E-542E77AE564D}"/>
          </ac:spMkLst>
        </pc:spChg>
        <pc:spChg chg="add del mod">
          <ac:chgData name="Théo BORTOLOTTO" userId="6c10db7e5b5c4e86" providerId="LiveId" clId="{1DF3B03B-8C1D-476F-A31F-50A791A009CB}" dt="2025-03-04T13:25:24.184" v="1176" actId="478"/>
          <ac:spMkLst>
            <pc:docMk/>
            <pc:sldMk cId="3779914098" sldId="291"/>
            <ac:spMk id="28" creationId="{CD6D4D7F-EE35-C8A5-4E6E-45BDE261287F}"/>
          </ac:spMkLst>
        </pc:spChg>
        <pc:spChg chg="add del mod">
          <ac:chgData name="Théo BORTOLOTTO" userId="6c10db7e5b5c4e86" providerId="LiveId" clId="{1DF3B03B-8C1D-476F-A31F-50A791A009CB}" dt="2025-03-04T13:25:24.184" v="1176" actId="478"/>
          <ac:spMkLst>
            <pc:docMk/>
            <pc:sldMk cId="3779914098" sldId="291"/>
            <ac:spMk id="29" creationId="{2E2B8DF8-B445-7AF0-F197-4E67B5ED3B85}"/>
          </ac:spMkLst>
        </pc:spChg>
        <pc:spChg chg="add del mod">
          <ac:chgData name="Théo BORTOLOTTO" userId="6c10db7e5b5c4e86" providerId="LiveId" clId="{1DF3B03B-8C1D-476F-A31F-50A791A009CB}" dt="2025-03-04T13:25:24.184" v="1176" actId="478"/>
          <ac:spMkLst>
            <pc:docMk/>
            <pc:sldMk cId="3779914098" sldId="291"/>
            <ac:spMk id="30" creationId="{459F21F5-00AD-CE8D-6893-1233775CB698}"/>
          </ac:spMkLst>
        </pc:spChg>
        <pc:spChg chg="add del mod">
          <ac:chgData name="Théo BORTOLOTTO" userId="6c10db7e5b5c4e86" providerId="LiveId" clId="{1DF3B03B-8C1D-476F-A31F-50A791A009CB}" dt="2025-03-04T13:25:24.184" v="1176" actId="478"/>
          <ac:spMkLst>
            <pc:docMk/>
            <pc:sldMk cId="3779914098" sldId="291"/>
            <ac:spMk id="31" creationId="{BFF473FA-1089-A06B-6208-20A1EDF97471}"/>
          </ac:spMkLst>
        </pc:spChg>
        <pc:spChg chg="add del mod">
          <ac:chgData name="Théo BORTOLOTTO" userId="6c10db7e5b5c4e86" providerId="LiveId" clId="{1DF3B03B-8C1D-476F-A31F-50A791A009CB}" dt="2025-03-04T13:25:24.184" v="1176" actId="478"/>
          <ac:spMkLst>
            <pc:docMk/>
            <pc:sldMk cId="3779914098" sldId="291"/>
            <ac:spMk id="32" creationId="{1BE737D3-4D0E-09B3-A4A3-FEECEB8BBA67}"/>
          </ac:spMkLst>
        </pc:spChg>
        <pc:spChg chg="add del mod">
          <ac:chgData name="Théo BORTOLOTTO" userId="6c10db7e5b5c4e86" providerId="LiveId" clId="{1DF3B03B-8C1D-476F-A31F-50A791A009CB}" dt="2025-03-04T13:25:24.184" v="1176" actId="478"/>
          <ac:spMkLst>
            <pc:docMk/>
            <pc:sldMk cId="3779914098" sldId="291"/>
            <ac:spMk id="33" creationId="{3FA119B7-C674-B966-8F8A-64DA47634E92}"/>
          </ac:spMkLst>
        </pc:spChg>
        <pc:spChg chg="add del mod">
          <ac:chgData name="Théo BORTOLOTTO" userId="6c10db7e5b5c4e86" providerId="LiveId" clId="{1DF3B03B-8C1D-476F-A31F-50A791A009CB}" dt="2025-03-04T13:25:24.184" v="1176" actId="478"/>
          <ac:spMkLst>
            <pc:docMk/>
            <pc:sldMk cId="3779914098" sldId="291"/>
            <ac:spMk id="34" creationId="{EA7DC8D6-1BE4-12CC-B7D3-02EA306F9115}"/>
          </ac:spMkLst>
        </pc:spChg>
        <pc:spChg chg="add mod">
          <ac:chgData name="Théo BORTOLOTTO" userId="6c10db7e5b5c4e86" providerId="LiveId" clId="{1DF3B03B-8C1D-476F-A31F-50A791A009CB}" dt="2025-03-04T13:25:25.306" v="1178"/>
          <ac:spMkLst>
            <pc:docMk/>
            <pc:sldMk cId="3779914098" sldId="291"/>
            <ac:spMk id="35" creationId="{8F3BFF65-7DEB-DE6C-F191-885F9E926091}"/>
          </ac:spMkLst>
        </pc:spChg>
        <pc:spChg chg="add mod">
          <ac:chgData name="Théo BORTOLOTTO" userId="6c10db7e5b5c4e86" providerId="LiveId" clId="{1DF3B03B-8C1D-476F-A31F-50A791A009CB}" dt="2025-03-04T13:25:25.306" v="1178"/>
          <ac:spMkLst>
            <pc:docMk/>
            <pc:sldMk cId="3779914098" sldId="291"/>
            <ac:spMk id="36" creationId="{B466BBAD-6B81-99CC-88D2-FDBA0BB50F97}"/>
          </ac:spMkLst>
        </pc:spChg>
        <pc:spChg chg="add mod">
          <ac:chgData name="Théo BORTOLOTTO" userId="6c10db7e5b5c4e86" providerId="LiveId" clId="{1DF3B03B-8C1D-476F-A31F-50A791A009CB}" dt="2025-03-04T13:25:25.306" v="1178"/>
          <ac:spMkLst>
            <pc:docMk/>
            <pc:sldMk cId="3779914098" sldId="291"/>
            <ac:spMk id="37" creationId="{FE4FD5E7-1070-99A1-D3FF-9B664822CB1B}"/>
          </ac:spMkLst>
        </pc:spChg>
        <pc:spChg chg="add mod">
          <ac:chgData name="Théo BORTOLOTTO" userId="6c10db7e5b5c4e86" providerId="LiveId" clId="{1DF3B03B-8C1D-476F-A31F-50A791A009CB}" dt="2025-03-04T13:25:25.306" v="1178"/>
          <ac:spMkLst>
            <pc:docMk/>
            <pc:sldMk cId="3779914098" sldId="291"/>
            <ac:spMk id="38" creationId="{D6A14EE3-DABF-66F4-FC1E-89E5F8A8DCA9}"/>
          </ac:spMkLst>
        </pc:spChg>
        <pc:spChg chg="add mod">
          <ac:chgData name="Théo BORTOLOTTO" userId="6c10db7e5b5c4e86" providerId="LiveId" clId="{1DF3B03B-8C1D-476F-A31F-50A791A009CB}" dt="2025-03-04T13:25:43.355" v="1185" actId="1037"/>
          <ac:spMkLst>
            <pc:docMk/>
            <pc:sldMk cId="3779914098" sldId="291"/>
            <ac:spMk id="39" creationId="{DC076BF8-66E3-D82A-1219-6C5641A7E9F2}"/>
          </ac:spMkLst>
        </pc:spChg>
        <pc:spChg chg="add mod">
          <ac:chgData name="Théo BORTOLOTTO" userId="6c10db7e5b5c4e86" providerId="LiveId" clId="{1DF3B03B-8C1D-476F-A31F-50A791A009CB}" dt="2025-03-04T13:25:56.868" v="1190" actId="113"/>
          <ac:spMkLst>
            <pc:docMk/>
            <pc:sldMk cId="3779914098" sldId="291"/>
            <ac:spMk id="40" creationId="{D3EF3D9F-ABA0-F5A0-6F06-D4CA66066BB1}"/>
          </ac:spMkLst>
        </pc:spChg>
        <pc:spChg chg="add mod">
          <ac:chgData name="Théo BORTOLOTTO" userId="6c10db7e5b5c4e86" providerId="LiveId" clId="{1DF3B03B-8C1D-476F-A31F-50A791A009CB}" dt="2025-03-04T13:25:25.306" v="1178"/>
          <ac:spMkLst>
            <pc:docMk/>
            <pc:sldMk cId="3779914098" sldId="291"/>
            <ac:spMk id="41" creationId="{ED16A15A-BE25-A523-F99E-1393EDFD9FFB}"/>
          </ac:spMkLst>
        </pc:spChg>
        <pc:graphicFrameChg chg="add mod">
          <ac:chgData name="Théo BORTOLOTTO" userId="6c10db7e5b5c4e86" providerId="LiveId" clId="{1DF3B03B-8C1D-476F-A31F-50A791A009CB}" dt="2025-03-03T13:21:30.908" v="422"/>
          <ac:graphicFrameMkLst>
            <pc:docMk/>
            <pc:sldMk cId="3779914098" sldId="291"/>
            <ac:graphicFrameMk id="2" creationId="{893F9AE6-D750-185F-1791-EB30BA3795DE}"/>
          </ac:graphicFrameMkLst>
        </pc:graphicFrameChg>
        <pc:graphicFrameChg chg="del">
          <ac:chgData name="Théo BORTOLOTTO" userId="6c10db7e5b5c4e86" providerId="LiveId" clId="{1DF3B03B-8C1D-476F-A31F-50A791A009CB}" dt="2025-03-03T13:21:30.478" v="421" actId="478"/>
          <ac:graphicFrameMkLst>
            <pc:docMk/>
            <pc:sldMk cId="3779914098" sldId="291"/>
            <ac:graphicFrameMk id="3" creationId="{B6F06D49-EF4E-CE9E-4CE9-628D33026599}"/>
          </ac:graphicFrameMkLst>
        </pc:graphicFrameChg>
        <pc:graphicFrameChg chg="add mod modGraphic">
          <ac:chgData name="Théo BORTOLOTTO" userId="6c10db7e5b5c4e86" providerId="LiveId" clId="{1DF3B03B-8C1D-476F-A31F-50A791A009CB}" dt="2025-03-03T13:21:40.409" v="426" actId="14100"/>
          <ac:graphicFrameMkLst>
            <pc:docMk/>
            <pc:sldMk cId="3779914098" sldId="291"/>
            <ac:graphicFrameMk id="7" creationId="{E47B6974-2698-BF5C-B8CA-3CB8FEC60DBA}"/>
          </ac:graphicFrameMkLst>
        </pc:graphicFrameChg>
      </pc:sldChg>
      <pc:sldChg chg="addSp delSp modSp mod">
        <pc:chgData name="Théo BORTOLOTTO" userId="6c10db7e5b5c4e86" providerId="LiveId" clId="{1DF3B03B-8C1D-476F-A31F-50A791A009CB}" dt="2025-03-04T13:42:26.680" v="1282" actId="1076"/>
        <pc:sldMkLst>
          <pc:docMk/>
          <pc:sldMk cId="516340557" sldId="292"/>
        </pc:sldMkLst>
        <pc:spChg chg="add del mod">
          <ac:chgData name="Théo BORTOLOTTO" userId="6c10db7e5b5c4e86" providerId="LiveId" clId="{1DF3B03B-8C1D-476F-A31F-50A791A009CB}" dt="2025-03-04T13:26:14.764" v="1195" actId="478"/>
          <ac:spMkLst>
            <pc:docMk/>
            <pc:sldMk cId="516340557" sldId="292"/>
            <ac:spMk id="2" creationId="{7E2C342F-C479-F203-286D-B8F18500446F}"/>
          </ac:spMkLst>
        </pc:spChg>
        <pc:spChg chg="add del mod">
          <ac:chgData name="Théo BORTOLOTTO" userId="6c10db7e5b5c4e86" providerId="LiveId" clId="{1DF3B03B-8C1D-476F-A31F-50A791A009CB}" dt="2025-03-04T13:26:14.764" v="1195" actId="478"/>
          <ac:spMkLst>
            <pc:docMk/>
            <pc:sldMk cId="516340557" sldId="292"/>
            <ac:spMk id="3" creationId="{FE22972E-3220-F1B7-81AE-CA7F5C631577}"/>
          </ac:spMkLst>
        </pc:spChg>
        <pc:spChg chg="add del mod">
          <ac:chgData name="Théo BORTOLOTTO" userId="6c10db7e5b5c4e86" providerId="LiveId" clId="{1DF3B03B-8C1D-476F-A31F-50A791A009CB}" dt="2025-03-04T13:26:14.764" v="1195" actId="478"/>
          <ac:spMkLst>
            <pc:docMk/>
            <pc:sldMk cId="516340557" sldId="292"/>
            <ac:spMk id="7" creationId="{70E9EA1E-16FF-0BD5-7E4F-265518DAE09A}"/>
          </ac:spMkLst>
        </pc:spChg>
        <pc:spChg chg="del">
          <ac:chgData name="Théo BORTOLOTTO" userId="6c10db7e5b5c4e86" providerId="LiveId" clId="{1DF3B03B-8C1D-476F-A31F-50A791A009CB}" dt="2025-03-04T13:19:47.843" v="959" actId="478"/>
          <ac:spMkLst>
            <pc:docMk/>
            <pc:sldMk cId="516340557" sldId="292"/>
            <ac:spMk id="9" creationId="{FF4B5BD9-ED6D-FED3-BED5-D45B76F56E68}"/>
          </ac:spMkLst>
        </pc:spChg>
        <pc:spChg chg="del">
          <ac:chgData name="Théo BORTOLOTTO" userId="6c10db7e5b5c4e86" providerId="LiveId" clId="{1DF3B03B-8C1D-476F-A31F-50A791A009CB}" dt="2025-03-04T13:19:47.843" v="959" actId="478"/>
          <ac:spMkLst>
            <pc:docMk/>
            <pc:sldMk cId="516340557" sldId="292"/>
            <ac:spMk id="12" creationId="{9622B34E-EBB0-598C-7539-D90C5CA58301}"/>
          </ac:spMkLst>
        </pc:spChg>
        <pc:spChg chg="del">
          <ac:chgData name="Théo BORTOLOTTO" userId="6c10db7e5b5c4e86" providerId="LiveId" clId="{1DF3B03B-8C1D-476F-A31F-50A791A009CB}" dt="2025-03-04T13:19:47.843" v="959" actId="478"/>
          <ac:spMkLst>
            <pc:docMk/>
            <pc:sldMk cId="516340557" sldId="292"/>
            <ac:spMk id="13" creationId="{FFEF83B5-FB31-C247-CD92-B676092A5942}"/>
          </ac:spMkLst>
        </pc:spChg>
        <pc:spChg chg="del">
          <ac:chgData name="Théo BORTOLOTTO" userId="6c10db7e5b5c4e86" providerId="LiveId" clId="{1DF3B03B-8C1D-476F-A31F-50A791A009CB}" dt="2025-03-04T13:19:47.843" v="959" actId="478"/>
          <ac:spMkLst>
            <pc:docMk/>
            <pc:sldMk cId="516340557" sldId="292"/>
            <ac:spMk id="14" creationId="{7C3A1A17-D62F-13AA-1FBE-21F4A5CDA274}"/>
          </ac:spMkLst>
        </pc:spChg>
        <pc:spChg chg="del">
          <ac:chgData name="Théo BORTOLOTTO" userId="6c10db7e5b5c4e86" providerId="LiveId" clId="{1DF3B03B-8C1D-476F-A31F-50A791A009CB}" dt="2025-03-04T13:19:47.843" v="959" actId="478"/>
          <ac:spMkLst>
            <pc:docMk/>
            <pc:sldMk cId="516340557" sldId="292"/>
            <ac:spMk id="15" creationId="{13372F4E-87CE-E3D6-BC7E-04BD466B42F6}"/>
          </ac:spMkLst>
        </pc:spChg>
        <pc:spChg chg="del">
          <ac:chgData name="Théo BORTOLOTTO" userId="6c10db7e5b5c4e86" providerId="LiveId" clId="{1DF3B03B-8C1D-476F-A31F-50A791A009CB}" dt="2025-03-04T13:19:47.843" v="959" actId="478"/>
          <ac:spMkLst>
            <pc:docMk/>
            <pc:sldMk cId="516340557" sldId="292"/>
            <ac:spMk id="17" creationId="{3CBF6F93-C6FB-79C6-19C0-4574E7C02E9F}"/>
          </ac:spMkLst>
        </pc:spChg>
        <pc:spChg chg="del">
          <ac:chgData name="Théo BORTOLOTTO" userId="6c10db7e5b5c4e86" providerId="LiveId" clId="{1DF3B03B-8C1D-476F-A31F-50A791A009CB}" dt="2025-03-04T13:19:47.843" v="959" actId="478"/>
          <ac:spMkLst>
            <pc:docMk/>
            <pc:sldMk cId="516340557" sldId="292"/>
            <ac:spMk id="18" creationId="{A31F8232-7D3B-E53D-25FB-55D0B7393200}"/>
          </ac:spMkLst>
        </pc:spChg>
        <pc:spChg chg="del">
          <ac:chgData name="Théo BORTOLOTTO" userId="6c10db7e5b5c4e86" providerId="LiveId" clId="{1DF3B03B-8C1D-476F-A31F-50A791A009CB}" dt="2025-03-04T13:19:47.843" v="959" actId="478"/>
          <ac:spMkLst>
            <pc:docMk/>
            <pc:sldMk cId="516340557" sldId="292"/>
            <ac:spMk id="19" creationId="{C55BBDD8-BB69-6291-C989-2E5957481CD9}"/>
          </ac:spMkLst>
        </pc:spChg>
        <pc:spChg chg="del">
          <ac:chgData name="Théo BORTOLOTTO" userId="6c10db7e5b5c4e86" providerId="LiveId" clId="{1DF3B03B-8C1D-476F-A31F-50A791A009CB}" dt="2025-03-04T13:19:47.843" v="959" actId="478"/>
          <ac:spMkLst>
            <pc:docMk/>
            <pc:sldMk cId="516340557" sldId="292"/>
            <ac:spMk id="20" creationId="{B9220B3A-A6C9-A500-3189-857E7ABF91C3}"/>
          </ac:spMkLst>
        </pc:spChg>
        <pc:spChg chg="del">
          <ac:chgData name="Théo BORTOLOTTO" userId="6c10db7e5b5c4e86" providerId="LiveId" clId="{1DF3B03B-8C1D-476F-A31F-50A791A009CB}" dt="2025-03-04T13:19:47.843" v="959" actId="478"/>
          <ac:spMkLst>
            <pc:docMk/>
            <pc:sldMk cId="516340557" sldId="292"/>
            <ac:spMk id="21" creationId="{8CE2A15D-84BC-8E8A-F7F7-E148FC1C5F6C}"/>
          </ac:spMkLst>
        </pc:spChg>
        <pc:spChg chg="del mod">
          <ac:chgData name="Théo BORTOLOTTO" userId="6c10db7e5b5c4e86" providerId="LiveId" clId="{1DF3B03B-8C1D-476F-A31F-50A791A009CB}" dt="2025-03-04T13:19:48.801" v="961" actId="478"/>
          <ac:spMkLst>
            <pc:docMk/>
            <pc:sldMk cId="516340557" sldId="292"/>
            <ac:spMk id="22" creationId="{4986D4B9-1293-775A-62B6-FCAF57CDED83}"/>
          </ac:spMkLst>
        </pc:spChg>
        <pc:spChg chg="add del mod">
          <ac:chgData name="Théo BORTOLOTTO" userId="6c10db7e5b5c4e86" providerId="LiveId" clId="{1DF3B03B-8C1D-476F-A31F-50A791A009CB}" dt="2025-03-04T13:26:14.764" v="1195" actId="478"/>
          <ac:spMkLst>
            <pc:docMk/>
            <pc:sldMk cId="516340557" sldId="292"/>
            <ac:spMk id="23" creationId="{D672AE45-5677-C877-334C-B44F4822715D}"/>
          </ac:spMkLst>
        </pc:spChg>
        <pc:spChg chg="add del mod">
          <ac:chgData name="Théo BORTOLOTTO" userId="6c10db7e5b5c4e86" providerId="LiveId" clId="{1DF3B03B-8C1D-476F-A31F-50A791A009CB}" dt="2025-03-04T13:26:14.764" v="1195" actId="478"/>
          <ac:spMkLst>
            <pc:docMk/>
            <pc:sldMk cId="516340557" sldId="292"/>
            <ac:spMk id="25" creationId="{3041B8D1-140F-9B7D-31C9-A685B48CEEB8}"/>
          </ac:spMkLst>
        </pc:spChg>
        <pc:spChg chg="add del mod">
          <ac:chgData name="Théo BORTOLOTTO" userId="6c10db7e5b5c4e86" providerId="LiveId" clId="{1DF3B03B-8C1D-476F-A31F-50A791A009CB}" dt="2025-03-04T13:26:14.764" v="1195" actId="478"/>
          <ac:spMkLst>
            <pc:docMk/>
            <pc:sldMk cId="516340557" sldId="292"/>
            <ac:spMk id="26" creationId="{5A354B42-3AAA-1216-81E8-A5D33D704259}"/>
          </ac:spMkLst>
        </pc:spChg>
        <pc:spChg chg="add del mod">
          <ac:chgData name="Théo BORTOLOTTO" userId="6c10db7e5b5c4e86" providerId="LiveId" clId="{1DF3B03B-8C1D-476F-A31F-50A791A009CB}" dt="2025-03-04T13:26:14.764" v="1195" actId="478"/>
          <ac:spMkLst>
            <pc:docMk/>
            <pc:sldMk cId="516340557" sldId="292"/>
            <ac:spMk id="27" creationId="{2FC3F292-F21C-67E6-8513-833344873BF3}"/>
          </ac:spMkLst>
        </pc:spChg>
        <pc:spChg chg="add mod">
          <ac:chgData name="Théo BORTOLOTTO" userId="6c10db7e5b5c4e86" providerId="LiveId" clId="{1DF3B03B-8C1D-476F-A31F-50A791A009CB}" dt="2025-03-04T13:26:20.034" v="1205" actId="1037"/>
          <ac:spMkLst>
            <pc:docMk/>
            <pc:sldMk cId="516340557" sldId="292"/>
            <ac:spMk id="28" creationId="{5A3C5714-B362-F04A-20BA-86F7351EB30D}"/>
          </ac:spMkLst>
        </pc:spChg>
        <pc:spChg chg="add mod">
          <ac:chgData name="Théo BORTOLOTTO" userId="6c10db7e5b5c4e86" providerId="LiveId" clId="{1DF3B03B-8C1D-476F-A31F-50A791A009CB}" dt="2025-03-04T13:26:20.034" v="1205" actId="1037"/>
          <ac:spMkLst>
            <pc:docMk/>
            <pc:sldMk cId="516340557" sldId="292"/>
            <ac:spMk id="29" creationId="{96A02B1D-8C76-2BCF-5CED-91F99859EF7B}"/>
          </ac:spMkLst>
        </pc:spChg>
        <pc:spChg chg="add mod">
          <ac:chgData name="Théo BORTOLOTTO" userId="6c10db7e5b5c4e86" providerId="LiveId" clId="{1DF3B03B-8C1D-476F-A31F-50A791A009CB}" dt="2025-03-04T13:26:20.034" v="1205" actId="1037"/>
          <ac:spMkLst>
            <pc:docMk/>
            <pc:sldMk cId="516340557" sldId="292"/>
            <ac:spMk id="30" creationId="{680D2015-52E0-D81C-5322-BC8C7914BED2}"/>
          </ac:spMkLst>
        </pc:spChg>
        <pc:spChg chg="add mod">
          <ac:chgData name="Théo BORTOLOTTO" userId="6c10db7e5b5c4e86" providerId="LiveId" clId="{1DF3B03B-8C1D-476F-A31F-50A791A009CB}" dt="2025-03-04T13:26:20.034" v="1205" actId="1037"/>
          <ac:spMkLst>
            <pc:docMk/>
            <pc:sldMk cId="516340557" sldId="292"/>
            <ac:spMk id="31" creationId="{FB769CB3-1505-93B7-A3BC-6C72ADA12365}"/>
          </ac:spMkLst>
        </pc:spChg>
        <pc:spChg chg="add mod">
          <ac:chgData name="Théo BORTOLOTTO" userId="6c10db7e5b5c4e86" providerId="LiveId" clId="{1DF3B03B-8C1D-476F-A31F-50A791A009CB}" dt="2025-03-04T13:26:20.034" v="1205" actId="1037"/>
          <ac:spMkLst>
            <pc:docMk/>
            <pc:sldMk cId="516340557" sldId="292"/>
            <ac:spMk id="32" creationId="{8C8EBCF3-A5F3-3B68-9704-F12D14630E83}"/>
          </ac:spMkLst>
        </pc:spChg>
        <pc:spChg chg="add mod">
          <ac:chgData name="Théo BORTOLOTTO" userId="6c10db7e5b5c4e86" providerId="LiveId" clId="{1DF3B03B-8C1D-476F-A31F-50A791A009CB}" dt="2025-03-04T13:26:29.169" v="1227" actId="113"/>
          <ac:spMkLst>
            <pc:docMk/>
            <pc:sldMk cId="516340557" sldId="292"/>
            <ac:spMk id="33" creationId="{32D9C545-4980-67E9-4CBC-259462581DB2}"/>
          </ac:spMkLst>
        </pc:spChg>
        <pc:spChg chg="add mod">
          <ac:chgData name="Théo BORTOLOTTO" userId="6c10db7e5b5c4e86" providerId="LiveId" clId="{1DF3B03B-8C1D-476F-A31F-50A791A009CB}" dt="2025-03-04T13:26:36.227" v="1246" actId="1037"/>
          <ac:spMkLst>
            <pc:docMk/>
            <pc:sldMk cId="516340557" sldId="292"/>
            <ac:spMk id="34" creationId="{012500D1-2176-173F-276E-ADB99E6AD906}"/>
          </ac:spMkLst>
        </pc:spChg>
        <pc:spChg chg="add mod">
          <ac:chgData name="Théo BORTOLOTTO" userId="6c10db7e5b5c4e86" providerId="LiveId" clId="{1DF3B03B-8C1D-476F-A31F-50A791A009CB}" dt="2025-03-04T13:42:22.916" v="1281" actId="14100"/>
          <ac:spMkLst>
            <pc:docMk/>
            <pc:sldMk cId="516340557" sldId="292"/>
            <ac:spMk id="36" creationId="{8A5E6A02-FBBC-A2FD-A05B-6ACB2836DE79}"/>
          </ac:spMkLst>
        </pc:spChg>
        <pc:graphicFrameChg chg="add mod">
          <ac:chgData name="Théo BORTOLOTTO" userId="6c10db7e5b5c4e86" providerId="LiveId" clId="{1DF3B03B-8C1D-476F-A31F-50A791A009CB}" dt="2025-03-03T13:20:40.498" v="417"/>
          <ac:graphicFrameMkLst>
            <pc:docMk/>
            <pc:sldMk cId="516340557" sldId="292"/>
            <ac:graphicFrameMk id="2" creationId="{998E1B15-3E39-35F2-4ADC-9C1DAFAD1B6B}"/>
          </ac:graphicFrameMkLst>
        </pc:graphicFrameChg>
        <pc:graphicFrameChg chg="del modGraphic">
          <ac:chgData name="Théo BORTOLOTTO" userId="6c10db7e5b5c4e86" providerId="LiveId" clId="{1DF3B03B-8C1D-476F-A31F-50A791A009CB}" dt="2025-03-03T13:20:26.159" v="416" actId="478"/>
          <ac:graphicFrameMkLst>
            <pc:docMk/>
            <pc:sldMk cId="516340557" sldId="292"/>
            <ac:graphicFrameMk id="3" creationId="{7231A212-3441-1580-E82A-31BBFEEB3A83}"/>
          </ac:graphicFrameMkLst>
        </pc:graphicFrameChg>
        <pc:graphicFrameChg chg="add del mod modGraphic">
          <ac:chgData name="Théo BORTOLOTTO" userId="6c10db7e5b5c4e86" providerId="LiveId" clId="{1DF3B03B-8C1D-476F-A31F-50A791A009CB}" dt="2025-03-03T14:44:00.036" v="592" actId="478"/>
          <ac:graphicFrameMkLst>
            <pc:docMk/>
            <pc:sldMk cId="516340557" sldId="292"/>
            <ac:graphicFrameMk id="7" creationId="{71CAE6F9-0F3B-7A7C-B5DC-94E8540D37F5}"/>
          </ac:graphicFrameMkLst>
        </pc:graphicFrameChg>
        <pc:graphicFrameChg chg="add mod">
          <ac:chgData name="Théo BORTOLOTTO" userId="6c10db7e5b5c4e86" providerId="LiveId" clId="{1DF3B03B-8C1D-476F-A31F-50A791A009CB}" dt="2025-03-03T14:46:41.632" v="593"/>
          <ac:graphicFrameMkLst>
            <pc:docMk/>
            <pc:sldMk cId="516340557" sldId="292"/>
            <ac:graphicFrameMk id="23" creationId="{6719E3CB-F81C-07B9-BAB8-6B5221B9CBE3}"/>
          </ac:graphicFrameMkLst>
        </pc:graphicFrameChg>
        <pc:graphicFrameChg chg="add del mod modGraphic">
          <ac:chgData name="Théo BORTOLOTTO" userId="6c10db7e5b5c4e86" providerId="LiveId" clId="{1DF3B03B-8C1D-476F-A31F-50A791A009CB}" dt="2025-03-04T13:42:09.984" v="1276" actId="478"/>
          <ac:graphicFrameMkLst>
            <pc:docMk/>
            <pc:sldMk cId="516340557" sldId="292"/>
            <ac:graphicFrameMk id="24" creationId="{7FAB45CC-8C51-3645-B7B1-CD6F56506205}"/>
          </ac:graphicFrameMkLst>
        </pc:graphicFrameChg>
        <pc:graphicFrameChg chg="add mod">
          <ac:chgData name="Théo BORTOLOTTO" userId="6c10db7e5b5c4e86" providerId="LiveId" clId="{1DF3B03B-8C1D-476F-A31F-50A791A009CB}" dt="2025-03-04T13:42:26.680" v="1282" actId="1076"/>
          <ac:graphicFrameMkLst>
            <pc:docMk/>
            <pc:sldMk cId="516340557" sldId="292"/>
            <ac:graphicFrameMk id="35" creationId="{490CE8E1-09E8-A18B-2AE1-DC94C680D5FC}"/>
          </ac:graphicFrameMkLst>
        </pc:graphicFrameChg>
      </pc:sldChg>
      <pc:sldChg chg="addSp delSp modSp del mod addAnim delAnim">
        <pc:chgData name="Théo BORTOLOTTO" userId="6c10db7e5b5c4e86" providerId="LiveId" clId="{1DF3B03B-8C1D-476F-A31F-50A791A009CB}" dt="2025-03-04T13:09:45.915" v="889" actId="2696"/>
        <pc:sldMkLst>
          <pc:docMk/>
          <pc:sldMk cId="595769356" sldId="293"/>
        </pc:sldMkLst>
        <pc:grpChg chg="del mod">
          <ac:chgData name="Théo BORTOLOTTO" userId="6c10db7e5b5c4e86" providerId="LiveId" clId="{1DF3B03B-8C1D-476F-A31F-50A791A009CB}" dt="2025-03-03T13:41:09.807" v="459" actId="478"/>
          <ac:grpSpMkLst>
            <pc:docMk/>
            <pc:sldMk cId="595769356" sldId="293"/>
            <ac:grpSpMk id="11" creationId="{1211B22D-E6E8-76D7-929E-A7F9DBBE2E23}"/>
          </ac:grpSpMkLst>
        </pc:grpChg>
        <pc:picChg chg="add mod">
          <ac:chgData name="Théo BORTOLOTTO" userId="6c10db7e5b5c4e86" providerId="LiveId" clId="{1DF3B03B-8C1D-476F-A31F-50A791A009CB}" dt="2025-03-04T11:38:01.954" v="629" actId="1038"/>
          <ac:picMkLst>
            <pc:docMk/>
            <pc:sldMk cId="595769356" sldId="293"/>
            <ac:picMk id="6" creationId="{B7B2ED98-1747-A4C0-7BDC-DF0550B73C5D}"/>
          </ac:picMkLst>
        </pc:picChg>
        <pc:picChg chg="add del mod">
          <ac:chgData name="Théo BORTOLOTTO" userId="6c10db7e5b5c4e86" providerId="LiveId" clId="{1DF3B03B-8C1D-476F-A31F-50A791A009CB}" dt="2025-03-03T14:34:08.872" v="574" actId="478"/>
          <ac:picMkLst>
            <pc:docMk/>
            <pc:sldMk cId="595769356" sldId="293"/>
            <ac:picMk id="7" creationId="{E4954599-ADA9-4A16-6FDF-0B75308FB8B9}"/>
          </ac:picMkLst>
        </pc:picChg>
        <pc:picChg chg="add del mod">
          <ac:chgData name="Théo BORTOLOTTO" userId="6c10db7e5b5c4e86" providerId="LiveId" clId="{1DF3B03B-8C1D-476F-A31F-50A791A009CB}" dt="2025-03-03T13:41:07.277" v="457" actId="478"/>
          <ac:picMkLst>
            <pc:docMk/>
            <pc:sldMk cId="595769356" sldId="293"/>
            <ac:picMk id="10" creationId="{C5A8A483-E5B2-66D4-4A87-90609E2E7CAD}"/>
          </ac:picMkLst>
        </pc:picChg>
        <pc:picChg chg="add del mod">
          <ac:chgData name="Théo BORTOLOTTO" userId="6c10db7e5b5c4e86" providerId="LiveId" clId="{1DF3B03B-8C1D-476F-A31F-50A791A009CB}" dt="2025-03-03T13:27:52.558" v="452" actId="478"/>
          <ac:picMkLst>
            <pc:docMk/>
            <pc:sldMk cId="595769356" sldId="293"/>
            <ac:picMk id="12" creationId="{6AA3A8DE-EC38-4A8A-157D-2E3E46EC0E65}"/>
          </ac:picMkLst>
        </pc:picChg>
        <pc:picChg chg="add del mod">
          <ac:chgData name="Théo BORTOLOTTO" userId="6c10db7e5b5c4e86" providerId="LiveId" clId="{1DF3B03B-8C1D-476F-A31F-50A791A009CB}" dt="2025-03-03T14:36:45.729" v="585" actId="478"/>
          <ac:picMkLst>
            <pc:docMk/>
            <pc:sldMk cId="595769356" sldId="293"/>
            <ac:picMk id="13" creationId="{D4B70AAD-FE9C-F2F1-E6BD-8E981C6C2271}"/>
          </ac:picMkLst>
        </pc:picChg>
        <pc:picChg chg="del mod">
          <ac:chgData name="Théo BORTOLOTTO" userId="6c10db7e5b5c4e86" providerId="LiveId" clId="{1DF3B03B-8C1D-476F-A31F-50A791A009CB}" dt="2025-03-03T13:23:55.229" v="447" actId="478"/>
          <ac:picMkLst>
            <pc:docMk/>
            <pc:sldMk cId="595769356" sldId="293"/>
            <ac:picMk id="14" creationId="{5E736B63-03DA-654F-C869-DD94B29DF8E8}"/>
          </ac:picMkLst>
        </pc:picChg>
        <pc:picChg chg="add del mod">
          <ac:chgData name="Théo BORTOLOTTO" userId="6c10db7e5b5c4e86" providerId="LiveId" clId="{1DF3B03B-8C1D-476F-A31F-50A791A009CB}" dt="2025-03-04T11:37:46.614" v="620" actId="478"/>
          <ac:picMkLst>
            <pc:docMk/>
            <pc:sldMk cId="595769356" sldId="293"/>
            <ac:picMk id="20" creationId="{44228AFD-D34B-7455-2D78-ED2C2756A88B}"/>
          </ac:picMkLst>
        </pc:picChg>
      </pc:sldChg>
      <pc:sldChg chg="addSp delSp modSp add mod ord">
        <pc:chgData name="Théo BORTOLOTTO" userId="6c10db7e5b5c4e86" providerId="LiveId" clId="{1DF3B03B-8C1D-476F-A31F-50A791A009CB}" dt="2025-03-04T13:24:08.718" v="1123" actId="207"/>
        <pc:sldMkLst>
          <pc:docMk/>
          <pc:sldMk cId="809249611" sldId="293"/>
        </pc:sldMkLst>
        <pc:spChg chg="add mod">
          <ac:chgData name="Théo BORTOLOTTO" userId="6c10db7e5b5c4e86" providerId="LiveId" clId="{1DF3B03B-8C1D-476F-A31F-50A791A009CB}" dt="2025-03-04T13:24:08.718" v="1123" actId="207"/>
          <ac:spMkLst>
            <pc:docMk/>
            <pc:sldMk cId="809249611" sldId="293"/>
            <ac:spMk id="8" creationId="{153C47EE-0DC0-B4D6-8984-77E79BF22BAA}"/>
          </ac:spMkLst>
        </pc:spChg>
        <pc:spChg chg="add mod">
          <ac:chgData name="Théo BORTOLOTTO" userId="6c10db7e5b5c4e86" providerId="LiveId" clId="{1DF3B03B-8C1D-476F-A31F-50A791A009CB}" dt="2025-03-04T13:20:18.937" v="976"/>
          <ac:spMkLst>
            <pc:docMk/>
            <pc:sldMk cId="809249611" sldId="293"/>
            <ac:spMk id="9" creationId="{7F7CE512-7048-07F7-41A2-B3FF819AB480}"/>
          </ac:spMkLst>
        </pc:spChg>
        <pc:spChg chg="add mod">
          <ac:chgData name="Théo BORTOLOTTO" userId="6c10db7e5b5c4e86" providerId="LiveId" clId="{1DF3B03B-8C1D-476F-A31F-50A791A009CB}" dt="2025-03-04T13:20:18.937" v="976"/>
          <ac:spMkLst>
            <pc:docMk/>
            <pc:sldMk cId="809249611" sldId="293"/>
            <ac:spMk id="10" creationId="{9389768B-E0D5-96AD-42E1-E0DFCC5EDEC2}"/>
          </ac:spMkLst>
        </pc:spChg>
        <pc:spChg chg="add mod">
          <ac:chgData name="Théo BORTOLOTTO" userId="6c10db7e5b5c4e86" providerId="LiveId" clId="{1DF3B03B-8C1D-476F-A31F-50A791A009CB}" dt="2025-03-04T13:20:18.937" v="976"/>
          <ac:spMkLst>
            <pc:docMk/>
            <pc:sldMk cId="809249611" sldId="293"/>
            <ac:spMk id="11" creationId="{140B9033-6C41-0C1A-6DE2-EFCF24B6BB6D}"/>
          </ac:spMkLst>
        </pc:spChg>
        <pc:spChg chg="add mod">
          <ac:chgData name="Théo BORTOLOTTO" userId="6c10db7e5b5c4e86" providerId="LiveId" clId="{1DF3B03B-8C1D-476F-A31F-50A791A009CB}" dt="2025-03-04T13:23:53.192" v="1119" actId="113"/>
          <ac:spMkLst>
            <pc:docMk/>
            <pc:sldMk cId="809249611" sldId="293"/>
            <ac:spMk id="12" creationId="{BC13CF53-8B29-CD45-281B-30D3A84CDB78}"/>
          </ac:spMkLst>
        </pc:spChg>
        <pc:spChg chg="add mod">
          <ac:chgData name="Théo BORTOLOTTO" userId="6c10db7e5b5c4e86" providerId="LiveId" clId="{1DF3B03B-8C1D-476F-A31F-50A791A009CB}" dt="2025-03-04T13:20:18.937" v="976"/>
          <ac:spMkLst>
            <pc:docMk/>
            <pc:sldMk cId="809249611" sldId="293"/>
            <ac:spMk id="13" creationId="{2D06B1FC-2C8E-D875-C0E8-862D06AC95BF}"/>
          </ac:spMkLst>
        </pc:spChg>
        <pc:spChg chg="add mod">
          <ac:chgData name="Théo BORTOLOTTO" userId="6c10db7e5b5c4e86" providerId="LiveId" clId="{1DF3B03B-8C1D-476F-A31F-50A791A009CB}" dt="2025-03-04T13:20:18.937" v="976"/>
          <ac:spMkLst>
            <pc:docMk/>
            <pc:sldMk cId="809249611" sldId="293"/>
            <ac:spMk id="14" creationId="{8B2FF996-B9BE-9EA9-5E45-DFE2C2297395}"/>
          </ac:spMkLst>
        </pc:spChg>
        <pc:spChg chg="del">
          <ac:chgData name="Théo BORTOLOTTO" userId="6c10db7e5b5c4e86" providerId="LiveId" clId="{1DF3B03B-8C1D-476F-A31F-50A791A009CB}" dt="2025-03-04T13:18:37.473" v="928" actId="478"/>
          <ac:spMkLst>
            <pc:docMk/>
            <pc:sldMk cId="809249611" sldId="293"/>
            <ac:spMk id="16" creationId="{0DEC4432-0D68-96A2-376D-1CF69902C59E}"/>
          </ac:spMkLst>
        </pc:spChg>
        <pc:spChg chg="del">
          <ac:chgData name="Théo BORTOLOTTO" userId="6c10db7e5b5c4e86" providerId="LiveId" clId="{1DF3B03B-8C1D-476F-A31F-50A791A009CB}" dt="2025-03-04T13:18:37.473" v="928" actId="478"/>
          <ac:spMkLst>
            <pc:docMk/>
            <pc:sldMk cId="809249611" sldId="293"/>
            <ac:spMk id="17" creationId="{E1E08FF5-A3CC-1166-AADF-98D48B2F3E17}"/>
          </ac:spMkLst>
        </pc:spChg>
        <pc:spChg chg="del">
          <ac:chgData name="Théo BORTOLOTTO" userId="6c10db7e5b5c4e86" providerId="LiveId" clId="{1DF3B03B-8C1D-476F-A31F-50A791A009CB}" dt="2025-03-04T13:18:37.473" v="928" actId="478"/>
          <ac:spMkLst>
            <pc:docMk/>
            <pc:sldMk cId="809249611" sldId="293"/>
            <ac:spMk id="18" creationId="{0CDD292E-03DA-2CB8-DE38-836AB12422CB}"/>
          </ac:spMkLst>
        </pc:spChg>
        <pc:spChg chg="del">
          <ac:chgData name="Théo BORTOLOTTO" userId="6c10db7e5b5c4e86" providerId="LiveId" clId="{1DF3B03B-8C1D-476F-A31F-50A791A009CB}" dt="2025-03-04T13:18:37.473" v="928" actId="478"/>
          <ac:spMkLst>
            <pc:docMk/>
            <pc:sldMk cId="809249611" sldId="293"/>
            <ac:spMk id="19" creationId="{613A0E52-DFEF-115C-3254-441DCA61B474}"/>
          </ac:spMkLst>
        </pc:spChg>
        <pc:spChg chg="del">
          <ac:chgData name="Théo BORTOLOTTO" userId="6c10db7e5b5c4e86" providerId="LiveId" clId="{1DF3B03B-8C1D-476F-A31F-50A791A009CB}" dt="2025-03-04T13:18:37.473" v="928" actId="478"/>
          <ac:spMkLst>
            <pc:docMk/>
            <pc:sldMk cId="809249611" sldId="293"/>
            <ac:spMk id="21" creationId="{405B7A5E-02B4-659A-646C-3CCD16796A61}"/>
          </ac:spMkLst>
        </pc:spChg>
        <pc:spChg chg="del">
          <ac:chgData name="Théo BORTOLOTTO" userId="6c10db7e5b5c4e86" providerId="LiveId" clId="{1DF3B03B-8C1D-476F-A31F-50A791A009CB}" dt="2025-03-04T13:18:37.473" v="928" actId="478"/>
          <ac:spMkLst>
            <pc:docMk/>
            <pc:sldMk cId="809249611" sldId="293"/>
            <ac:spMk id="22" creationId="{42CDBAB0-6D9D-5B48-F7FB-28D0D57DC6B0}"/>
          </ac:spMkLst>
        </pc:spChg>
        <pc:spChg chg="del">
          <ac:chgData name="Théo BORTOLOTTO" userId="6c10db7e5b5c4e86" providerId="LiveId" clId="{1DF3B03B-8C1D-476F-A31F-50A791A009CB}" dt="2025-03-04T13:18:37.473" v="928" actId="478"/>
          <ac:spMkLst>
            <pc:docMk/>
            <pc:sldMk cId="809249611" sldId="293"/>
            <ac:spMk id="23" creationId="{53253B08-64EB-3370-539E-5E3577123819}"/>
          </ac:spMkLst>
        </pc:spChg>
        <pc:spChg chg="del">
          <ac:chgData name="Théo BORTOLOTTO" userId="6c10db7e5b5c4e86" providerId="LiveId" clId="{1DF3B03B-8C1D-476F-A31F-50A791A009CB}" dt="2025-03-04T13:18:37.473" v="928" actId="478"/>
          <ac:spMkLst>
            <pc:docMk/>
            <pc:sldMk cId="809249611" sldId="293"/>
            <ac:spMk id="26" creationId="{4DC724FA-D041-3656-A364-25E30BD9D28E}"/>
          </ac:spMkLst>
        </pc:spChg>
        <pc:spChg chg="del">
          <ac:chgData name="Théo BORTOLOTTO" userId="6c10db7e5b5c4e86" providerId="LiveId" clId="{1DF3B03B-8C1D-476F-A31F-50A791A009CB}" dt="2025-03-04T13:18:37.473" v="928" actId="478"/>
          <ac:spMkLst>
            <pc:docMk/>
            <pc:sldMk cId="809249611" sldId="293"/>
            <ac:spMk id="28" creationId="{CF4B1656-96D1-0950-EEAC-884FD3DE0FD6}"/>
          </ac:spMkLst>
        </pc:spChg>
        <pc:spChg chg="del">
          <ac:chgData name="Théo BORTOLOTTO" userId="6c10db7e5b5c4e86" providerId="LiveId" clId="{1DF3B03B-8C1D-476F-A31F-50A791A009CB}" dt="2025-03-04T13:18:37.473" v="928" actId="478"/>
          <ac:spMkLst>
            <pc:docMk/>
            <pc:sldMk cId="809249611" sldId="293"/>
            <ac:spMk id="30" creationId="{E8284423-AF08-84E2-605D-349FE960A4CE}"/>
          </ac:spMkLst>
        </pc:spChg>
        <pc:picChg chg="del">
          <ac:chgData name="Théo BORTOLOTTO" userId="6c10db7e5b5c4e86" providerId="LiveId" clId="{1DF3B03B-8C1D-476F-A31F-50A791A009CB}" dt="2025-03-04T13:15:16.005" v="893" actId="478"/>
          <ac:picMkLst>
            <pc:docMk/>
            <pc:sldMk cId="809249611" sldId="293"/>
            <ac:picMk id="6" creationId="{B7B2ED98-1747-A4C0-7BDC-DF0550B73C5D}"/>
          </ac:picMkLst>
        </pc:picChg>
        <pc:picChg chg="add mod">
          <ac:chgData name="Théo BORTOLOTTO" userId="6c10db7e5b5c4e86" providerId="LiveId" clId="{1DF3B03B-8C1D-476F-A31F-50A791A009CB}" dt="2025-03-04T13:15:26.711" v="899" actId="1037"/>
          <ac:picMkLst>
            <pc:docMk/>
            <pc:sldMk cId="809249611" sldId="293"/>
            <ac:picMk id="7" creationId="{23040890-DCE6-59CA-E199-CC0D864793F4}"/>
          </ac:picMkLst>
        </pc:picChg>
      </pc:sldChg>
      <pc:sldChg chg="addSp delSp modSp add mod">
        <pc:chgData name="Théo BORTOLOTTO" userId="6c10db7e5b5c4e86" providerId="LiveId" clId="{1DF3B03B-8C1D-476F-A31F-50A791A009CB}" dt="2025-03-04T13:24:51.574" v="1152"/>
        <pc:sldMkLst>
          <pc:docMk/>
          <pc:sldMk cId="1490537568" sldId="294"/>
        </pc:sldMkLst>
        <pc:spChg chg="add del mod">
          <ac:chgData name="Théo BORTOLOTTO" userId="6c10db7e5b5c4e86" providerId="LiveId" clId="{1DF3B03B-8C1D-476F-A31F-50A791A009CB}" dt="2025-03-04T13:24:51.280" v="1151" actId="478"/>
          <ac:spMkLst>
            <pc:docMk/>
            <pc:sldMk cId="1490537568" sldId="294"/>
            <ac:spMk id="6" creationId="{5FA49F7A-9AC1-09C6-809A-E19590959263}"/>
          </ac:spMkLst>
        </pc:spChg>
        <pc:spChg chg="del">
          <ac:chgData name="Théo BORTOLOTTO" userId="6c10db7e5b5c4e86" providerId="LiveId" clId="{1DF3B03B-8C1D-476F-A31F-50A791A009CB}" dt="2025-03-04T13:19:07.119" v="942" actId="478"/>
          <ac:spMkLst>
            <pc:docMk/>
            <pc:sldMk cId="1490537568" sldId="294"/>
            <ac:spMk id="7" creationId="{A89DB37B-6FD1-3DAA-E5DB-D49212ADEF85}"/>
          </ac:spMkLst>
        </pc:spChg>
        <pc:spChg chg="add del mod">
          <ac:chgData name="Théo BORTOLOTTO" userId="6c10db7e5b5c4e86" providerId="LiveId" clId="{1DF3B03B-8C1D-476F-A31F-50A791A009CB}" dt="2025-03-04T13:24:51.280" v="1151" actId="478"/>
          <ac:spMkLst>
            <pc:docMk/>
            <pc:sldMk cId="1490537568" sldId="294"/>
            <ac:spMk id="8" creationId="{8CF6DD4B-DC66-E33A-780F-7C1E6EA93785}"/>
          </ac:spMkLst>
        </pc:spChg>
        <pc:spChg chg="del">
          <ac:chgData name="Théo BORTOLOTTO" userId="6c10db7e5b5c4e86" providerId="LiveId" clId="{1DF3B03B-8C1D-476F-A31F-50A791A009CB}" dt="2025-03-04T13:19:07.119" v="942" actId="478"/>
          <ac:spMkLst>
            <pc:docMk/>
            <pc:sldMk cId="1490537568" sldId="294"/>
            <ac:spMk id="9" creationId="{F295FD95-417A-79F3-A55D-C700EAB4DC4B}"/>
          </ac:spMkLst>
        </pc:spChg>
        <pc:spChg chg="add del mod">
          <ac:chgData name="Théo BORTOLOTTO" userId="6c10db7e5b5c4e86" providerId="LiveId" clId="{1DF3B03B-8C1D-476F-A31F-50A791A009CB}" dt="2025-03-04T13:24:51.280" v="1151" actId="478"/>
          <ac:spMkLst>
            <pc:docMk/>
            <pc:sldMk cId="1490537568" sldId="294"/>
            <ac:spMk id="10" creationId="{32808258-C5D7-3CFA-094C-11B9D97776B0}"/>
          </ac:spMkLst>
        </pc:spChg>
        <pc:spChg chg="del">
          <ac:chgData name="Théo BORTOLOTTO" userId="6c10db7e5b5c4e86" providerId="LiveId" clId="{1DF3B03B-8C1D-476F-A31F-50A791A009CB}" dt="2025-03-04T13:19:07.119" v="942" actId="478"/>
          <ac:spMkLst>
            <pc:docMk/>
            <pc:sldMk cId="1490537568" sldId="294"/>
            <ac:spMk id="11" creationId="{B646A7CA-B744-DE97-445B-84EAE7C0DCFB}"/>
          </ac:spMkLst>
        </pc:spChg>
        <pc:spChg chg="del">
          <ac:chgData name="Théo BORTOLOTTO" userId="6c10db7e5b5c4e86" providerId="LiveId" clId="{1DF3B03B-8C1D-476F-A31F-50A791A009CB}" dt="2025-03-04T13:19:07.119" v="942" actId="478"/>
          <ac:spMkLst>
            <pc:docMk/>
            <pc:sldMk cId="1490537568" sldId="294"/>
            <ac:spMk id="13" creationId="{59B973C2-E4FB-57C9-F85D-45D2E3F38D11}"/>
          </ac:spMkLst>
        </pc:spChg>
        <pc:spChg chg="add del mod">
          <ac:chgData name="Théo BORTOLOTTO" userId="6c10db7e5b5c4e86" providerId="LiveId" clId="{1DF3B03B-8C1D-476F-A31F-50A791A009CB}" dt="2025-03-04T13:24:51.280" v="1151" actId="478"/>
          <ac:spMkLst>
            <pc:docMk/>
            <pc:sldMk cId="1490537568" sldId="294"/>
            <ac:spMk id="14" creationId="{036F0638-7330-EBA6-011F-D5C40DCB51B0}"/>
          </ac:spMkLst>
        </pc:spChg>
        <pc:spChg chg="add del mod">
          <ac:chgData name="Théo BORTOLOTTO" userId="6c10db7e5b5c4e86" providerId="LiveId" clId="{1DF3B03B-8C1D-476F-A31F-50A791A009CB}" dt="2025-03-04T13:24:51.280" v="1151" actId="478"/>
          <ac:spMkLst>
            <pc:docMk/>
            <pc:sldMk cId="1490537568" sldId="294"/>
            <ac:spMk id="15" creationId="{18C1737D-90FA-DB18-D66F-3A36369E45EB}"/>
          </ac:spMkLst>
        </pc:spChg>
        <pc:spChg chg="del">
          <ac:chgData name="Théo BORTOLOTTO" userId="6c10db7e5b5c4e86" providerId="LiveId" clId="{1DF3B03B-8C1D-476F-A31F-50A791A009CB}" dt="2025-03-04T13:19:07.119" v="942" actId="478"/>
          <ac:spMkLst>
            <pc:docMk/>
            <pc:sldMk cId="1490537568" sldId="294"/>
            <ac:spMk id="16" creationId="{E4A07222-5C11-7F67-97DB-04D4EFC2B23F}"/>
          </ac:spMkLst>
        </pc:spChg>
        <pc:spChg chg="del">
          <ac:chgData name="Théo BORTOLOTTO" userId="6c10db7e5b5c4e86" providerId="LiveId" clId="{1DF3B03B-8C1D-476F-A31F-50A791A009CB}" dt="2025-03-04T13:19:07.119" v="942" actId="478"/>
          <ac:spMkLst>
            <pc:docMk/>
            <pc:sldMk cId="1490537568" sldId="294"/>
            <ac:spMk id="17" creationId="{987BC3E9-B61A-2BE8-166F-E0460C77B0EA}"/>
          </ac:spMkLst>
        </pc:spChg>
        <pc:spChg chg="del">
          <ac:chgData name="Théo BORTOLOTTO" userId="6c10db7e5b5c4e86" providerId="LiveId" clId="{1DF3B03B-8C1D-476F-A31F-50A791A009CB}" dt="2025-03-04T13:19:07.119" v="942" actId="478"/>
          <ac:spMkLst>
            <pc:docMk/>
            <pc:sldMk cId="1490537568" sldId="294"/>
            <ac:spMk id="19" creationId="{679D0CB7-FE79-18B9-5727-2CF1EE00C043}"/>
          </ac:spMkLst>
        </pc:spChg>
        <pc:spChg chg="del">
          <ac:chgData name="Théo BORTOLOTTO" userId="6c10db7e5b5c4e86" providerId="LiveId" clId="{1DF3B03B-8C1D-476F-A31F-50A791A009CB}" dt="2025-03-04T13:19:07.119" v="942" actId="478"/>
          <ac:spMkLst>
            <pc:docMk/>
            <pc:sldMk cId="1490537568" sldId="294"/>
            <ac:spMk id="24" creationId="{81F0A362-F3C8-A29D-53BF-7AAD2DBC6055}"/>
          </ac:spMkLst>
        </pc:spChg>
        <pc:spChg chg="del">
          <ac:chgData name="Théo BORTOLOTTO" userId="6c10db7e5b5c4e86" providerId="LiveId" clId="{1DF3B03B-8C1D-476F-A31F-50A791A009CB}" dt="2025-03-04T13:19:07.119" v="942" actId="478"/>
          <ac:spMkLst>
            <pc:docMk/>
            <pc:sldMk cId="1490537568" sldId="294"/>
            <ac:spMk id="25" creationId="{514E4A9D-A434-F5D4-5B60-AE2967ACA6CC}"/>
          </ac:spMkLst>
        </pc:spChg>
        <pc:spChg chg="del">
          <ac:chgData name="Théo BORTOLOTTO" userId="6c10db7e5b5c4e86" providerId="LiveId" clId="{1DF3B03B-8C1D-476F-A31F-50A791A009CB}" dt="2025-03-04T13:19:07.119" v="942" actId="478"/>
          <ac:spMkLst>
            <pc:docMk/>
            <pc:sldMk cId="1490537568" sldId="294"/>
            <ac:spMk id="26" creationId="{3EFDA59B-F838-5F3F-CAA0-F284C137CC08}"/>
          </ac:spMkLst>
        </pc:spChg>
        <pc:spChg chg="add del mod">
          <ac:chgData name="Théo BORTOLOTTO" userId="6c10db7e5b5c4e86" providerId="LiveId" clId="{1DF3B03B-8C1D-476F-A31F-50A791A009CB}" dt="2025-03-04T13:24:51.280" v="1151" actId="478"/>
          <ac:spMkLst>
            <pc:docMk/>
            <pc:sldMk cId="1490537568" sldId="294"/>
            <ac:spMk id="27" creationId="{64B016FC-26E2-71D9-A3F0-1BB943097BC3}"/>
          </ac:spMkLst>
        </pc:spChg>
        <pc:spChg chg="add del mod">
          <ac:chgData name="Théo BORTOLOTTO" userId="6c10db7e5b5c4e86" providerId="LiveId" clId="{1DF3B03B-8C1D-476F-A31F-50A791A009CB}" dt="2025-03-04T13:24:51.280" v="1151" actId="478"/>
          <ac:spMkLst>
            <pc:docMk/>
            <pc:sldMk cId="1490537568" sldId="294"/>
            <ac:spMk id="28" creationId="{12A41266-8430-962F-8EB8-287614808B23}"/>
          </ac:spMkLst>
        </pc:spChg>
        <pc:spChg chg="add mod">
          <ac:chgData name="Théo BORTOLOTTO" userId="6c10db7e5b5c4e86" providerId="LiveId" clId="{1DF3B03B-8C1D-476F-A31F-50A791A009CB}" dt="2025-03-04T13:24:51.574" v="1152"/>
          <ac:spMkLst>
            <pc:docMk/>
            <pc:sldMk cId="1490537568" sldId="294"/>
            <ac:spMk id="29" creationId="{25082E1A-A84D-E29B-2B73-83649745ED72}"/>
          </ac:spMkLst>
        </pc:spChg>
        <pc:spChg chg="add mod">
          <ac:chgData name="Théo BORTOLOTTO" userId="6c10db7e5b5c4e86" providerId="LiveId" clId="{1DF3B03B-8C1D-476F-A31F-50A791A009CB}" dt="2025-03-04T13:24:51.574" v="1152"/>
          <ac:spMkLst>
            <pc:docMk/>
            <pc:sldMk cId="1490537568" sldId="294"/>
            <ac:spMk id="30" creationId="{E246CCF2-4E8D-3382-8F01-F765DBF2C2F2}"/>
          </ac:spMkLst>
        </pc:spChg>
        <pc:spChg chg="add mod">
          <ac:chgData name="Théo BORTOLOTTO" userId="6c10db7e5b5c4e86" providerId="LiveId" clId="{1DF3B03B-8C1D-476F-A31F-50A791A009CB}" dt="2025-03-04T13:24:51.574" v="1152"/>
          <ac:spMkLst>
            <pc:docMk/>
            <pc:sldMk cId="1490537568" sldId="294"/>
            <ac:spMk id="31" creationId="{561D9B5D-FF0A-F659-8939-525DFEB28632}"/>
          </ac:spMkLst>
        </pc:spChg>
        <pc:spChg chg="add mod">
          <ac:chgData name="Théo BORTOLOTTO" userId="6c10db7e5b5c4e86" providerId="LiveId" clId="{1DF3B03B-8C1D-476F-A31F-50A791A009CB}" dt="2025-03-04T13:24:51.574" v="1152"/>
          <ac:spMkLst>
            <pc:docMk/>
            <pc:sldMk cId="1490537568" sldId="294"/>
            <ac:spMk id="32" creationId="{B942B40F-F1EC-332C-B784-78120F525BAC}"/>
          </ac:spMkLst>
        </pc:spChg>
        <pc:spChg chg="add mod">
          <ac:chgData name="Théo BORTOLOTTO" userId="6c10db7e5b5c4e86" providerId="LiveId" clId="{1DF3B03B-8C1D-476F-A31F-50A791A009CB}" dt="2025-03-04T13:24:51.574" v="1152"/>
          <ac:spMkLst>
            <pc:docMk/>
            <pc:sldMk cId="1490537568" sldId="294"/>
            <ac:spMk id="33" creationId="{4A7368AA-7068-6835-AE1F-08356819A822}"/>
          </ac:spMkLst>
        </pc:spChg>
        <pc:spChg chg="add mod">
          <ac:chgData name="Théo BORTOLOTTO" userId="6c10db7e5b5c4e86" providerId="LiveId" clId="{1DF3B03B-8C1D-476F-A31F-50A791A009CB}" dt="2025-03-04T13:24:51.574" v="1152"/>
          <ac:spMkLst>
            <pc:docMk/>
            <pc:sldMk cId="1490537568" sldId="294"/>
            <ac:spMk id="34" creationId="{4CBDE208-4D47-8A89-2AB7-004FC55CE252}"/>
          </ac:spMkLst>
        </pc:spChg>
        <pc:spChg chg="add mod">
          <ac:chgData name="Théo BORTOLOTTO" userId="6c10db7e5b5c4e86" providerId="LiveId" clId="{1DF3B03B-8C1D-476F-A31F-50A791A009CB}" dt="2025-03-04T13:24:51.574" v="1152"/>
          <ac:spMkLst>
            <pc:docMk/>
            <pc:sldMk cId="1490537568" sldId="294"/>
            <ac:spMk id="35" creationId="{30799164-BE36-C9E0-3571-037BE5285414}"/>
          </ac:spMkLst>
        </pc:spChg>
      </pc:sldChg>
      <pc:sldChg chg="addSp delSp modSp del mod">
        <pc:chgData name="Théo BORTOLOTTO" userId="6c10db7e5b5c4e86" providerId="LiveId" clId="{1DF3B03B-8C1D-476F-A31F-50A791A009CB}" dt="2025-03-04T13:07:27.803" v="884" actId="2696"/>
        <pc:sldMkLst>
          <pc:docMk/>
          <pc:sldMk cId="4214512037" sldId="294"/>
        </pc:sldMkLst>
        <pc:picChg chg="add del mod">
          <ac:chgData name="Théo BORTOLOTTO" userId="6c10db7e5b5c4e86" providerId="LiveId" clId="{1DF3B03B-8C1D-476F-A31F-50A791A009CB}" dt="2025-03-03T14:36:43.483" v="584" actId="21"/>
          <ac:picMkLst>
            <pc:docMk/>
            <pc:sldMk cId="4214512037" sldId="294"/>
            <ac:picMk id="8" creationId="{44228AFD-D34B-7455-2D78-ED2C2756A88B}"/>
          </ac:picMkLst>
        </pc:picChg>
        <pc:picChg chg="add mod">
          <ac:chgData name="Théo BORTOLOTTO" userId="6c10db7e5b5c4e86" providerId="LiveId" clId="{1DF3B03B-8C1D-476F-A31F-50A791A009CB}" dt="2025-03-03T14:37:30.035" v="591" actId="1076"/>
          <ac:picMkLst>
            <pc:docMk/>
            <pc:sldMk cId="4214512037" sldId="294"/>
            <ac:picMk id="12" creationId="{3B4527AB-AD9A-E00C-D75D-85EDFABB9642}"/>
          </ac:picMkLst>
        </pc:picChg>
        <pc:picChg chg="del">
          <ac:chgData name="Théo BORTOLOTTO" userId="6c10db7e5b5c4e86" providerId="LiveId" clId="{1DF3B03B-8C1D-476F-A31F-50A791A009CB}" dt="2025-03-03T14:34:43.388" v="581" actId="478"/>
          <ac:picMkLst>
            <pc:docMk/>
            <pc:sldMk cId="4214512037" sldId="294"/>
            <ac:picMk id="27652" creationId="{2BDD8C41-F9BC-5A36-A116-FE4C630E03FA}"/>
          </ac:picMkLst>
        </pc:picChg>
      </pc:sldChg>
      <pc:sldChg chg="addSp delSp modSp mod ord">
        <pc:chgData name="Théo BORTOLOTTO" userId="6c10db7e5b5c4e86" providerId="LiveId" clId="{1DF3B03B-8C1D-476F-A31F-50A791A009CB}" dt="2025-03-04T13:27:56.539" v="1264"/>
        <pc:sldMkLst>
          <pc:docMk/>
          <pc:sldMk cId="3881740719" sldId="295"/>
        </pc:sldMkLst>
        <pc:spChg chg="add del mod">
          <ac:chgData name="Théo BORTOLOTTO" userId="6c10db7e5b5c4e86" providerId="LiveId" clId="{1DF3B03B-8C1D-476F-A31F-50A791A009CB}" dt="2025-03-04T13:25:09.038" v="1161" actId="478"/>
          <ac:spMkLst>
            <pc:docMk/>
            <pc:sldMk cId="3881740719" sldId="295"/>
            <ac:spMk id="6" creationId="{0FF3EC90-37DA-5694-7A4B-34631298C8E2}"/>
          </ac:spMkLst>
        </pc:spChg>
        <pc:spChg chg="del">
          <ac:chgData name="Théo BORTOLOTTO" userId="6c10db7e5b5c4e86" providerId="LiveId" clId="{1DF3B03B-8C1D-476F-A31F-50A791A009CB}" dt="2025-03-04T13:19:23.570" v="949" actId="478"/>
          <ac:spMkLst>
            <pc:docMk/>
            <pc:sldMk cId="3881740719" sldId="295"/>
            <ac:spMk id="9" creationId="{5D4EBD63-A91F-A18C-D4CE-A8D0624AD2CD}"/>
          </ac:spMkLst>
        </pc:spChg>
        <pc:spChg chg="add del mod">
          <ac:chgData name="Théo BORTOLOTTO" userId="6c10db7e5b5c4e86" providerId="LiveId" clId="{1DF3B03B-8C1D-476F-A31F-50A791A009CB}" dt="2025-03-04T13:25:09.038" v="1161" actId="478"/>
          <ac:spMkLst>
            <pc:docMk/>
            <pc:sldMk cId="3881740719" sldId="295"/>
            <ac:spMk id="10" creationId="{A9E2D6B7-3F16-0CEA-E670-8C582FC86DCF}"/>
          </ac:spMkLst>
        </pc:spChg>
        <pc:spChg chg="del">
          <ac:chgData name="Théo BORTOLOTTO" userId="6c10db7e5b5c4e86" providerId="LiveId" clId="{1DF3B03B-8C1D-476F-A31F-50A791A009CB}" dt="2025-03-04T13:19:23.570" v="949" actId="478"/>
          <ac:spMkLst>
            <pc:docMk/>
            <pc:sldMk cId="3881740719" sldId="295"/>
            <ac:spMk id="11" creationId="{BF105DDE-867A-4A0C-7F50-E9275A8945C0}"/>
          </ac:spMkLst>
        </pc:spChg>
        <pc:spChg chg="add del mod">
          <ac:chgData name="Théo BORTOLOTTO" userId="6c10db7e5b5c4e86" providerId="LiveId" clId="{1DF3B03B-8C1D-476F-A31F-50A791A009CB}" dt="2025-03-04T13:25:09.038" v="1161" actId="478"/>
          <ac:spMkLst>
            <pc:docMk/>
            <pc:sldMk cId="3881740719" sldId="295"/>
            <ac:spMk id="14" creationId="{2595A895-AE39-04C9-6B79-CA8629ABB3DA}"/>
          </ac:spMkLst>
        </pc:spChg>
        <pc:spChg chg="add del mod">
          <ac:chgData name="Théo BORTOLOTTO" userId="6c10db7e5b5c4e86" providerId="LiveId" clId="{1DF3B03B-8C1D-476F-A31F-50A791A009CB}" dt="2025-03-04T13:25:09.038" v="1161" actId="478"/>
          <ac:spMkLst>
            <pc:docMk/>
            <pc:sldMk cId="3881740719" sldId="295"/>
            <ac:spMk id="18" creationId="{8A596679-F389-0909-BC7A-143A72E61F30}"/>
          </ac:spMkLst>
        </pc:spChg>
        <pc:spChg chg="del">
          <ac:chgData name="Théo BORTOLOTTO" userId="6c10db7e5b5c4e86" providerId="LiveId" clId="{1DF3B03B-8C1D-476F-A31F-50A791A009CB}" dt="2025-03-04T13:19:23.570" v="949" actId="478"/>
          <ac:spMkLst>
            <pc:docMk/>
            <pc:sldMk cId="3881740719" sldId="295"/>
            <ac:spMk id="19" creationId="{4BE40041-6675-C351-E7E6-B62E0C2ED514}"/>
          </ac:spMkLst>
        </pc:spChg>
        <pc:spChg chg="del">
          <ac:chgData name="Théo BORTOLOTTO" userId="6c10db7e5b5c4e86" providerId="LiveId" clId="{1DF3B03B-8C1D-476F-A31F-50A791A009CB}" dt="2025-03-04T13:19:23.570" v="949" actId="478"/>
          <ac:spMkLst>
            <pc:docMk/>
            <pc:sldMk cId="3881740719" sldId="295"/>
            <ac:spMk id="20" creationId="{0EB21FE1-28C7-3906-AB92-24B4F873E984}"/>
          </ac:spMkLst>
        </pc:spChg>
        <pc:spChg chg="del">
          <ac:chgData name="Théo BORTOLOTTO" userId="6c10db7e5b5c4e86" providerId="LiveId" clId="{1DF3B03B-8C1D-476F-A31F-50A791A009CB}" dt="2025-03-04T13:19:23.570" v="949" actId="478"/>
          <ac:spMkLst>
            <pc:docMk/>
            <pc:sldMk cId="3881740719" sldId="295"/>
            <ac:spMk id="21" creationId="{FCE52DE9-80D3-7F59-DBAF-3BD38C56FC03}"/>
          </ac:spMkLst>
        </pc:spChg>
        <pc:spChg chg="del">
          <ac:chgData name="Théo BORTOLOTTO" userId="6c10db7e5b5c4e86" providerId="LiveId" clId="{1DF3B03B-8C1D-476F-A31F-50A791A009CB}" dt="2025-03-04T13:19:23.570" v="949" actId="478"/>
          <ac:spMkLst>
            <pc:docMk/>
            <pc:sldMk cId="3881740719" sldId="295"/>
            <ac:spMk id="22" creationId="{E7E18E1D-960D-5EB6-52E7-E1561DF4C3F5}"/>
          </ac:spMkLst>
        </pc:spChg>
        <pc:spChg chg="del">
          <ac:chgData name="Théo BORTOLOTTO" userId="6c10db7e5b5c4e86" providerId="LiveId" clId="{1DF3B03B-8C1D-476F-A31F-50A791A009CB}" dt="2025-03-04T13:19:23.570" v="949" actId="478"/>
          <ac:spMkLst>
            <pc:docMk/>
            <pc:sldMk cId="3881740719" sldId="295"/>
            <ac:spMk id="23" creationId="{6B26DB04-7B19-2C36-01FB-D1FFEB44E63C}"/>
          </ac:spMkLst>
        </pc:spChg>
        <pc:spChg chg="del">
          <ac:chgData name="Théo BORTOLOTTO" userId="6c10db7e5b5c4e86" providerId="LiveId" clId="{1DF3B03B-8C1D-476F-A31F-50A791A009CB}" dt="2025-03-04T13:19:23.570" v="949" actId="478"/>
          <ac:spMkLst>
            <pc:docMk/>
            <pc:sldMk cId="3881740719" sldId="295"/>
            <ac:spMk id="24" creationId="{E06D4708-E16D-8CBA-EF07-0557F42BA299}"/>
          </ac:spMkLst>
        </pc:spChg>
        <pc:spChg chg="del">
          <ac:chgData name="Théo BORTOLOTTO" userId="6c10db7e5b5c4e86" providerId="LiveId" clId="{1DF3B03B-8C1D-476F-A31F-50A791A009CB}" dt="2025-03-04T13:19:23.570" v="949" actId="478"/>
          <ac:spMkLst>
            <pc:docMk/>
            <pc:sldMk cId="3881740719" sldId="295"/>
            <ac:spMk id="25" creationId="{52B6CEE6-8720-C83B-9C33-EB28524BC6FB}"/>
          </ac:spMkLst>
        </pc:spChg>
        <pc:spChg chg="del">
          <ac:chgData name="Théo BORTOLOTTO" userId="6c10db7e5b5c4e86" providerId="LiveId" clId="{1DF3B03B-8C1D-476F-A31F-50A791A009CB}" dt="2025-03-04T13:19:23.570" v="949" actId="478"/>
          <ac:spMkLst>
            <pc:docMk/>
            <pc:sldMk cId="3881740719" sldId="295"/>
            <ac:spMk id="26" creationId="{C292247D-15E8-9FCE-4C56-4BC17B6BADCF}"/>
          </ac:spMkLst>
        </pc:spChg>
        <pc:spChg chg="add del mod">
          <ac:chgData name="Théo BORTOLOTTO" userId="6c10db7e5b5c4e86" providerId="LiveId" clId="{1DF3B03B-8C1D-476F-A31F-50A791A009CB}" dt="2025-03-04T13:25:09.038" v="1161" actId="478"/>
          <ac:spMkLst>
            <pc:docMk/>
            <pc:sldMk cId="3881740719" sldId="295"/>
            <ac:spMk id="27" creationId="{E24A8335-32B0-10DF-BC3C-A2A4C83C92CC}"/>
          </ac:spMkLst>
        </pc:spChg>
        <pc:spChg chg="add del mod">
          <ac:chgData name="Théo BORTOLOTTO" userId="6c10db7e5b5c4e86" providerId="LiveId" clId="{1DF3B03B-8C1D-476F-A31F-50A791A009CB}" dt="2025-03-04T13:25:09.038" v="1161" actId="478"/>
          <ac:spMkLst>
            <pc:docMk/>
            <pc:sldMk cId="3881740719" sldId="295"/>
            <ac:spMk id="28" creationId="{5D5A1294-17F8-4ADE-A32E-E12EE53EA10F}"/>
          </ac:spMkLst>
        </pc:spChg>
        <pc:spChg chg="add del mod">
          <ac:chgData name="Théo BORTOLOTTO" userId="6c10db7e5b5c4e86" providerId="LiveId" clId="{1DF3B03B-8C1D-476F-A31F-50A791A009CB}" dt="2025-03-04T13:25:09.038" v="1161" actId="478"/>
          <ac:spMkLst>
            <pc:docMk/>
            <pc:sldMk cId="3881740719" sldId="295"/>
            <ac:spMk id="29" creationId="{D099C9D0-B9AB-037F-97E9-D0AF8C4A21B4}"/>
          </ac:spMkLst>
        </pc:spChg>
        <pc:spChg chg="add mod">
          <ac:chgData name="Théo BORTOLOTTO" userId="6c10db7e5b5c4e86" providerId="LiveId" clId="{1DF3B03B-8C1D-476F-A31F-50A791A009CB}" dt="2025-03-04T13:25:09.227" v="1162"/>
          <ac:spMkLst>
            <pc:docMk/>
            <pc:sldMk cId="3881740719" sldId="295"/>
            <ac:spMk id="30" creationId="{DCF5C624-8E19-8884-899B-6D167685EE4F}"/>
          </ac:spMkLst>
        </pc:spChg>
        <pc:spChg chg="add mod">
          <ac:chgData name="Théo BORTOLOTTO" userId="6c10db7e5b5c4e86" providerId="LiveId" clId="{1DF3B03B-8C1D-476F-A31F-50A791A009CB}" dt="2025-03-04T13:25:09.227" v="1162"/>
          <ac:spMkLst>
            <pc:docMk/>
            <pc:sldMk cId="3881740719" sldId="295"/>
            <ac:spMk id="31" creationId="{F203209B-E253-9034-3B59-5BE7557C02C4}"/>
          </ac:spMkLst>
        </pc:spChg>
        <pc:spChg chg="add mod">
          <ac:chgData name="Théo BORTOLOTTO" userId="6c10db7e5b5c4e86" providerId="LiveId" clId="{1DF3B03B-8C1D-476F-A31F-50A791A009CB}" dt="2025-03-04T13:25:09.227" v="1162"/>
          <ac:spMkLst>
            <pc:docMk/>
            <pc:sldMk cId="3881740719" sldId="295"/>
            <ac:spMk id="32" creationId="{C4739B37-2A6F-154C-2C8B-9BA15D9E0504}"/>
          </ac:spMkLst>
        </pc:spChg>
        <pc:spChg chg="add mod">
          <ac:chgData name="Théo BORTOLOTTO" userId="6c10db7e5b5c4e86" providerId="LiveId" clId="{1DF3B03B-8C1D-476F-A31F-50A791A009CB}" dt="2025-03-04T13:25:09.227" v="1162"/>
          <ac:spMkLst>
            <pc:docMk/>
            <pc:sldMk cId="3881740719" sldId="295"/>
            <ac:spMk id="33" creationId="{B08500A2-82B2-A93B-481C-CE494C7C8DE8}"/>
          </ac:spMkLst>
        </pc:spChg>
        <pc:spChg chg="add mod">
          <ac:chgData name="Théo BORTOLOTTO" userId="6c10db7e5b5c4e86" providerId="LiveId" clId="{1DF3B03B-8C1D-476F-A31F-50A791A009CB}" dt="2025-03-04T13:25:09.227" v="1162"/>
          <ac:spMkLst>
            <pc:docMk/>
            <pc:sldMk cId="3881740719" sldId="295"/>
            <ac:spMk id="34" creationId="{72201076-F431-24BD-BE3C-A0EE93CEED96}"/>
          </ac:spMkLst>
        </pc:spChg>
        <pc:spChg chg="add mod">
          <ac:chgData name="Théo BORTOLOTTO" userId="6c10db7e5b5c4e86" providerId="LiveId" clId="{1DF3B03B-8C1D-476F-A31F-50A791A009CB}" dt="2025-03-04T13:25:09.227" v="1162"/>
          <ac:spMkLst>
            <pc:docMk/>
            <pc:sldMk cId="3881740719" sldId="295"/>
            <ac:spMk id="35" creationId="{764667FE-5680-9747-952F-D732EE3BE253}"/>
          </ac:spMkLst>
        </pc:spChg>
        <pc:spChg chg="add mod">
          <ac:chgData name="Théo BORTOLOTTO" userId="6c10db7e5b5c4e86" providerId="LiveId" clId="{1DF3B03B-8C1D-476F-A31F-50A791A009CB}" dt="2025-03-04T13:25:09.227" v="1162"/>
          <ac:spMkLst>
            <pc:docMk/>
            <pc:sldMk cId="3881740719" sldId="295"/>
            <ac:spMk id="36" creationId="{9D2759E9-FF00-5BBE-BD36-C0C8E9F81508}"/>
          </ac:spMkLst>
        </pc:spChg>
      </pc:sldChg>
      <pc:sldChg chg="addSp delSp modSp mod">
        <pc:chgData name="Théo BORTOLOTTO" userId="6c10db7e5b5c4e86" providerId="LiveId" clId="{1DF3B03B-8C1D-476F-A31F-50A791A009CB}" dt="2025-03-04T13:25:20.668" v="1173"/>
        <pc:sldMkLst>
          <pc:docMk/>
          <pc:sldMk cId="3518851388" sldId="296"/>
        </pc:sldMkLst>
        <pc:spChg chg="add del mod">
          <ac:chgData name="Théo BORTOLOTTO" userId="6c10db7e5b5c4e86" providerId="LiveId" clId="{1DF3B03B-8C1D-476F-A31F-50A791A009CB}" dt="2025-03-04T13:25:20.288" v="1172" actId="478"/>
          <ac:spMkLst>
            <pc:docMk/>
            <pc:sldMk cId="3518851388" sldId="296"/>
            <ac:spMk id="6" creationId="{798F40B7-9E3A-DCD5-7FE0-8AD1454D7071}"/>
          </ac:spMkLst>
        </pc:spChg>
        <pc:spChg chg="del">
          <ac:chgData name="Théo BORTOLOTTO" userId="6c10db7e5b5c4e86" providerId="LiveId" clId="{1DF3B03B-8C1D-476F-A31F-50A791A009CB}" dt="2025-03-04T13:19:37.014" v="955" actId="478"/>
          <ac:spMkLst>
            <pc:docMk/>
            <pc:sldMk cId="3518851388" sldId="296"/>
            <ac:spMk id="7" creationId="{31DB38E9-4CF3-97CC-B1AA-A588540E5F7E}"/>
          </ac:spMkLst>
        </pc:spChg>
        <pc:spChg chg="add del mod">
          <ac:chgData name="Théo BORTOLOTTO" userId="6c10db7e5b5c4e86" providerId="LiveId" clId="{1DF3B03B-8C1D-476F-A31F-50A791A009CB}" dt="2025-03-04T13:25:20.288" v="1172" actId="478"/>
          <ac:spMkLst>
            <pc:docMk/>
            <pc:sldMk cId="3518851388" sldId="296"/>
            <ac:spMk id="8" creationId="{9E18EA2E-9405-57B9-42C2-C3D6109A86FE}"/>
          </ac:spMkLst>
        </pc:spChg>
        <pc:spChg chg="del">
          <ac:chgData name="Théo BORTOLOTTO" userId="6c10db7e5b5c4e86" providerId="LiveId" clId="{1DF3B03B-8C1D-476F-A31F-50A791A009CB}" dt="2025-03-04T13:19:37.014" v="955" actId="478"/>
          <ac:spMkLst>
            <pc:docMk/>
            <pc:sldMk cId="3518851388" sldId="296"/>
            <ac:spMk id="9" creationId="{68459AC6-3736-50AB-66E4-194532B63CD8}"/>
          </ac:spMkLst>
        </pc:spChg>
        <pc:spChg chg="add del mod">
          <ac:chgData name="Théo BORTOLOTTO" userId="6c10db7e5b5c4e86" providerId="LiveId" clId="{1DF3B03B-8C1D-476F-A31F-50A791A009CB}" dt="2025-03-04T13:25:20.288" v="1172" actId="478"/>
          <ac:spMkLst>
            <pc:docMk/>
            <pc:sldMk cId="3518851388" sldId="296"/>
            <ac:spMk id="10" creationId="{84BFE98D-AB21-EAF1-C52F-D357FCCBF0EB}"/>
          </ac:spMkLst>
        </pc:spChg>
        <pc:spChg chg="del">
          <ac:chgData name="Théo BORTOLOTTO" userId="6c10db7e5b5c4e86" providerId="LiveId" clId="{1DF3B03B-8C1D-476F-A31F-50A791A009CB}" dt="2025-03-04T13:19:37.014" v="955" actId="478"/>
          <ac:spMkLst>
            <pc:docMk/>
            <pc:sldMk cId="3518851388" sldId="296"/>
            <ac:spMk id="11" creationId="{DECFD980-0D9E-6AE4-2FBD-A9D175CAD110}"/>
          </ac:spMkLst>
        </pc:spChg>
        <pc:spChg chg="add del mod">
          <ac:chgData name="Théo BORTOLOTTO" userId="6c10db7e5b5c4e86" providerId="LiveId" clId="{1DF3B03B-8C1D-476F-A31F-50A791A009CB}" dt="2025-03-04T13:25:20.288" v="1172" actId="478"/>
          <ac:spMkLst>
            <pc:docMk/>
            <pc:sldMk cId="3518851388" sldId="296"/>
            <ac:spMk id="12" creationId="{B99304CD-F7BA-4FC4-7D85-AD39B7FFAB2E}"/>
          </ac:spMkLst>
        </pc:spChg>
        <pc:spChg chg="del">
          <ac:chgData name="Théo BORTOLOTTO" userId="6c10db7e5b5c4e86" providerId="LiveId" clId="{1DF3B03B-8C1D-476F-A31F-50A791A009CB}" dt="2025-03-04T13:19:37.014" v="955" actId="478"/>
          <ac:spMkLst>
            <pc:docMk/>
            <pc:sldMk cId="3518851388" sldId="296"/>
            <ac:spMk id="13" creationId="{00380A2F-AB1F-994C-1154-9ADA24FC8FEE}"/>
          </ac:spMkLst>
        </pc:spChg>
        <pc:spChg chg="add del mod">
          <ac:chgData name="Théo BORTOLOTTO" userId="6c10db7e5b5c4e86" providerId="LiveId" clId="{1DF3B03B-8C1D-476F-A31F-50A791A009CB}" dt="2025-03-04T13:25:20.288" v="1172" actId="478"/>
          <ac:spMkLst>
            <pc:docMk/>
            <pc:sldMk cId="3518851388" sldId="296"/>
            <ac:spMk id="14" creationId="{6EE97135-81E5-F409-53D5-7ADC7247FE1B}"/>
          </ac:spMkLst>
        </pc:spChg>
        <pc:spChg chg="add del mod">
          <ac:chgData name="Théo BORTOLOTTO" userId="6c10db7e5b5c4e86" providerId="LiveId" clId="{1DF3B03B-8C1D-476F-A31F-50A791A009CB}" dt="2025-03-04T13:25:20.288" v="1172" actId="478"/>
          <ac:spMkLst>
            <pc:docMk/>
            <pc:sldMk cId="3518851388" sldId="296"/>
            <ac:spMk id="15" creationId="{00250A6C-5861-7C00-F01B-12120649F804}"/>
          </ac:spMkLst>
        </pc:spChg>
        <pc:spChg chg="del">
          <ac:chgData name="Théo BORTOLOTTO" userId="6c10db7e5b5c4e86" providerId="LiveId" clId="{1DF3B03B-8C1D-476F-A31F-50A791A009CB}" dt="2025-03-04T13:19:37.014" v="955" actId="478"/>
          <ac:spMkLst>
            <pc:docMk/>
            <pc:sldMk cId="3518851388" sldId="296"/>
            <ac:spMk id="17" creationId="{29E98EF2-2BC2-25A0-3726-3EEE3A79C128}"/>
          </ac:spMkLst>
        </pc:spChg>
        <pc:spChg chg="del">
          <ac:chgData name="Théo BORTOLOTTO" userId="6c10db7e5b5c4e86" providerId="LiveId" clId="{1DF3B03B-8C1D-476F-A31F-50A791A009CB}" dt="2025-03-04T13:19:37.014" v="955" actId="478"/>
          <ac:spMkLst>
            <pc:docMk/>
            <pc:sldMk cId="3518851388" sldId="296"/>
            <ac:spMk id="20" creationId="{BE1CB792-B77C-93D3-A967-FC00DF20D6CD}"/>
          </ac:spMkLst>
        </pc:spChg>
        <pc:spChg chg="del">
          <ac:chgData name="Théo BORTOLOTTO" userId="6c10db7e5b5c4e86" providerId="LiveId" clId="{1DF3B03B-8C1D-476F-A31F-50A791A009CB}" dt="2025-03-04T13:19:37.014" v="955" actId="478"/>
          <ac:spMkLst>
            <pc:docMk/>
            <pc:sldMk cId="3518851388" sldId="296"/>
            <ac:spMk id="22" creationId="{E1D455F1-61CA-D9CC-2EAA-6BC39D5F9CB1}"/>
          </ac:spMkLst>
        </pc:spChg>
        <pc:spChg chg="del">
          <ac:chgData name="Théo BORTOLOTTO" userId="6c10db7e5b5c4e86" providerId="LiveId" clId="{1DF3B03B-8C1D-476F-A31F-50A791A009CB}" dt="2025-03-04T13:19:37.014" v="955" actId="478"/>
          <ac:spMkLst>
            <pc:docMk/>
            <pc:sldMk cId="3518851388" sldId="296"/>
            <ac:spMk id="23" creationId="{AC68D016-91E2-C868-5D1B-AB4FE1CC9285}"/>
          </ac:spMkLst>
        </pc:spChg>
        <pc:spChg chg="del">
          <ac:chgData name="Théo BORTOLOTTO" userId="6c10db7e5b5c4e86" providerId="LiveId" clId="{1DF3B03B-8C1D-476F-A31F-50A791A009CB}" dt="2025-03-04T13:19:37.014" v="955" actId="478"/>
          <ac:spMkLst>
            <pc:docMk/>
            <pc:sldMk cId="3518851388" sldId="296"/>
            <ac:spMk id="24" creationId="{E5485361-64C4-A19E-AEA2-27668834D49B}"/>
          </ac:spMkLst>
        </pc:spChg>
        <pc:spChg chg="del">
          <ac:chgData name="Théo BORTOLOTTO" userId="6c10db7e5b5c4e86" providerId="LiveId" clId="{1DF3B03B-8C1D-476F-A31F-50A791A009CB}" dt="2025-03-04T13:19:37.014" v="955" actId="478"/>
          <ac:spMkLst>
            <pc:docMk/>
            <pc:sldMk cId="3518851388" sldId="296"/>
            <ac:spMk id="25" creationId="{AAC34BFF-E6D9-5D85-9684-30D000D243C6}"/>
          </ac:spMkLst>
        </pc:spChg>
        <pc:spChg chg="add del mod">
          <ac:chgData name="Théo BORTOLOTTO" userId="6c10db7e5b5c4e86" providerId="LiveId" clId="{1DF3B03B-8C1D-476F-A31F-50A791A009CB}" dt="2025-03-04T13:25:20.288" v="1172" actId="478"/>
          <ac:spMkLst>
            <pc:docMk/>
            <pc:sldMk cId="3518851388" sldId="296"/>
            <ac:spMk id="27" creationId="{B1CFB03A-EA8E-7DFE-A9DC-A18C32E5CF17}"/>
          </ac:spMkLst>
        </pc:spChg>
        <pc:spChg chg="add mod">
          <ac:chgData name="Théo BORTOLOTTO" userId="6c10db7e5b5c4e86" providerId="LiveId" clId="{1DF3B03B-8C1D-476F-A31F-50A791A009CB}" dt="2025-03-04T13:25:20.668" v="1173"/>
          <ac:spMkLst>
            <pc:docMk/>
            <pc:sldMk cId="3518851388" sldId="296"/>
            <ac:spMk id="28" creationId="{DDFFE73C-D40B-D634-138E-8CA3F4482B97}"/>
          </ac:spMkLst>
        </pc:spChg>
        <pc:spChg chg="add mod">
          <ac:chgData name="Théo BORTOLOTTO" userId="6c10db7e5b5c4e86" providerId="LiveId" clId="{1DF3B03B-8C1D-476F-A31F-50A791A009CB}" dt="2025-03-04T13:25:20.668" v="1173"/>
          <ac:spMkLst>
            <pc:docMk/>
            <pc:sldMk cId="3518851388" sldId="296"/>
            <ac:spMk id="29" creationId="{2D7490EF-3A25-9B6B-0013-2F75E4433524}"/>
          </ac:spMkLst>
        </pc:spChg>
        <pc:spChg chg="add mod">
          <ac:chgData name="Théo BORTOLOTTO" userId="6c10db7e5b5c4e86" providerId="LiveId" clId="{1DF3B03B-8C1D-476F-A31F-50A791A009CB}" dt="2025-03-04T13:25:20.668" v="1173"/>
          <ac:spMkLst>
            <pc:docMk/>
            <pc:sldMk cId="3518851388" sldId="296"/>
            <ac:spMk id="30" creationId="{477E5991-461D-4261-5FB3-479178341FC1}"/>
          </ac:spMkLst>
        </pc:spChg>
        <pc:spChg chg="add mod">
          <ac:chgData name="Théo BORTOLOTTO" userId="6c10db7e5b5c4e86" providerId="LiveId" clId="{1DF3B03B-8C1D-476F-A31F-50A791A009CB}" dt="2025-03-04T13:25:20.668" v="1173"/>
          <ac:spMkLst>
            <pc:docMk/>
            <pc:sldMk cId="3518851388" sldId="296"/>
            <ac:spMk id="31" creationId="{6FDD4A48-D69A-1306-5DCA-BE9DDF3E3472}"/>
          </ac:spMkLst>
        </pc:spChg>
        <pc:spChg chg="add mod">
          <ac:chgData name="Théo BORTOLOTTO" userId="6c10db7e5b5c4e86" providerId="LiveId" clId="{1DF3B03B-8C1D-476F-A31F-50A791A009CB}" dt="2025-03-04T13:25:20.668" v="1173"/>
          <ac:spMkLst>
            <pc:docMk/>
            <pc:sldMk cId="3518851388" sldId="296"/>
            <ac:spMk id="32" creationId="{6B442A74-949C-3EA8-5AF6-7AED8CBCB2AB}"/>
          </ac:spMkLst>
        </pc:spChg>
        <pc:spChg chg="add mod">
          <ac:chgData name="Théo BORTOLOTTO" userId="6c10db7e5b5c4e86" providerId="LiveId" clId="{1DF3B03B-8C1D-476F-A31F-50A791A009CB}" dt="2025-03-04T13:25:20.668" v="1173"/>
          <ac:spMkLst>
            <pc:docMk/>
            <pc:sldMk cId="3518851388" sldId="296"/>
            <ac:spMk id="33" creationId="{540BABC1-A4AB-1A3F-AADE-33F8606A4CA8}"/>
          </ac:spMkLst>
        </pc:spChg>
        <pc:spChg chg="add mod">
          <ac:chgData name="Théo BORTOLOTTO" userId="6c10db7e5b5c4e86" providerId="LiveId" clId="{1DF3B03B-8C1D-476F-A31F-50A791A009CB}" dt="2025-03-04T13:25:20.668" v="1173"/>
          <ac:spMkLst>
            <pc:docMk/>
            <pc:sldMk cId="3518851388" sldId="296"/>
            <ac:spMk id="34" creationId="{EC4C330F-5043-2130-A423-96DCCCEAACF2}"/>
          </ac:spMkLst>
        </pc:spChg>
        <pc:graphicFrameChg chg="add mod modGraphic">
          <ac:chgData name="Théo BORTOLOTTO" userId="6c10db7e5b5c4e86" providerId="LiveId" clId="{1DF3B03B-8C1D-476F-A31F-50A791A009CB}" dt="2025-03-04T11:32:10.794" v="618" actId="14100"/>
          <ac:graphicFrameMkLst>
            <pc:docMk/>
            <pc:sldMk cId="3518851388" sldId="296"/>
            <ac:graphicFrameMk id="6" creationId="{43856107-1850-60D6-A42B-8DA1B32C2835}"/>
          </ac:graphicFrameMkLst>
        </pc:graphicFrameChg>
        <pc:picChg chg="add del">
          <ac:chgData name="Théo BORTOLOTTO" userId="6c10db7e5b5c4e86" providerId="LiveId" clId="{1DF3B03B-8C1D-476F-A31F-50A791A009CB}" dt="2025-03-04T11:32:11.458" v="619" actId="478"/>
          <ac:picMkLst>
            <pc:docMk/>
            <pc:sldMk cId="3518851388" sldId="296"/>
            <ac:picMk id="28674" creationId="{93C5FEA4-6F7B-CE99-7BF8-F260A6B6CC10}"/>
          </ac:picMkLst>
        </pc:picChg>
      </pc:sldChg>
      <pc:sldChg chg="addSp delSp modSp mod">
        <pc:chgData name="Théo BORTOLOTTO" userId="6c10db7e5b5c4e86" providerId="LiveId" clId="{1DF3B03B-8C1D-476F-A31F-50A791A009CB}" dt="2025-03-04T13:24:20.962" v="1128"/>
        <pc:sldMkLst>
          <pc:docMk/>
          <pc:sldMk cId="1876565156" sldId="297"/>
        </pc:sldMkLst>
        <pc:spChg chg="add del mod">
          <ac:chgData name="Théo BORTOLOTTO" userId="6c10db7e5b5c4e86" providerId="LiveId" clId="{1DF3B03B-8C1D-476F-A31F-50A791A009CB}" dt="2025-03-04T13:24:20.618" v="1127" actId="478"/>
          <ac:spMkLst>
            <pc:docMk/>
            <pc:sldMk cId="1876565156" sldId="297"/>
            <ac:spMk id="7" creationId="{F7697600-F680-9D11-CFAD-8B312842B136}"/>
          </ac:spMkLst>
        </pc:spChg>
        <pc:spChg chg="add del mod">
          <ac:chgData name="Théo BORTOLOTTO" userId="6c10db7e5b5c4e86" providerId="LiveId" clId="{1DF3B03B-8C1D-476F-A31F-50A791A009CB}" dt="2025-03-04T13:24:19.189" v="1126" actId="478"/>
          <ac:spMkLst>
            <pc:docMk/>
            <pc:sldMk cId="1876565156" sldId="297"/>
            <ac:spMk id="8" creationId="{AEF0278D-243D-C343-DA9A-9DF3E29EDD98}"/>
          </ac:spMkLst>
        </pc:spChg>
        <pc:spChg chg="add del mod">
          <ac:chgData name="Théo BORTOLOTTO" userId="6c10db7e5b5c4e86" providerId="LiveId" clId="{1DF3B03B-8C1D-476F-A31F-50A791A009CB}" dt="2025-03-04T13:24:19.189" v="1126" actId="478"/>
          <ac:spMkLst>
            <pc:docMk/>
            <pc:sldMk cId="1876565156" sldId="297"/>
            <ac:spMk id="9" creationId="{E2456925-03EE-67DA-B396-48FBC450E632}"/>
          </ac:spMkLst>
        </pc:spChg>
        <pc:spChg chg="add del mod">
          <ac:chgData name="Théo BORTOLOTTO" userId="6c10db7e5b5c4e86" providerId="LiveId" clId="{1DF3B03B-8C1D-476F-A31F-50A791A009CB}" dt="2025-03-04T13:24:19.189" v="1126" actId="478"/>
          <ac:spMkLst>
            <pc:docMk/>
            <pc:sldMk cId="1876565156" sldId="297"/>
            <ac:spMk id="11" creationId="{4DEB7DA1-82DC-526E-214D-3FD941A58E2F}"/>
          </ac:spMkLst>
        </pc:spChg>
        <pc:spChg chg="add del mod">
          <ac:chgData name="Théo BORTOLOTTO" userId="6c10db7e5b5c4e86" providerId="LiveId" clId="{1DF3B03B-8C1D-476F-A31F-50A791A009CB}" dt="2025-03-04T13:24:19.189" v="1126" actId="478"/>
          <ac:spMkLst>
            <pc:docMk/>
            <pc:sldMk cId="1876565156" sldId="297"/>
            <ac:spMk id="12" creationId="{07518802-4D27-E2CC-B28E-EA7F62E3A9EE}"/>
          </ac:spMkLst>
        </pc:spChg>
        <pc:spChg chg="add del mod">
          <ac:chgData name="Théo BORTOLOTTO" userId="6c10db7e5b5c4e86" providerId="LiveId" clId="{1DF3B03B-8C1D-476F-A31F-50A791A009CB}" dt="2025-03-04T13:24:19.189" v="1126" actId="478"/>
          <ac:spMkLst>
            <pc:docMk/>
            <pc:sldMk cId="1876565156" sldId="297"/>
            <ac:spMk id="13" creationId="{F4858ADA-794A-C7A1-6F74-D1F2E29D3C68}"/>
          </ac:spMkLst>
        </pc:spChg>
        <pc:spChg chg="del">
          <ac:chgData name="Théo BORTOLOTTO" userId="6c10db7e5b5c4e86" providerId="LiveId" clId="{1DF3B03B-8C1D-476F-A31F-50A791A009CB}" dt="2025-03-04T13:18:41.159" v="930" actId="478"/>
          <ac:spMkLst>
            <pc:docMk/>
            <pc:sldMk cId="1876565156" sldId="297"/>
            <ac:spMk id="15" creationId="{546B5112-EE0F-F5BF-A8C2-0010A24408D8}"/>
          </ac:spMkLst>
        </pc:spChg>
        <pc:spChg chg="del">
          <ac:chgData name="Théo BORTOLOTTO" userId="6c10db7e5b5c4e86" providerId="LiveId" clId="{1DF3B03B-8C1D-476F-A31F-50A791A009CB}" dt="2025-03-04T13:18:41.159" v="930" actId="478"/>
          <ac:spMkLst>
            <pc:docMk/>
            <pc:sldMk cId="1876565156" sldId="297"/>
            <ac:spMk id="16" creationId="{64AED33B-3454-EC4D-B4B5-6B4149F06694}"/>
          </ac:spMkLst>
        </pc:spChg>
        <pc:spChg chg="del">
          <ac:chgData name="Théo BORTOLOTTO" userId="6c10db7e5b5c4e86" providerId="LiveId" clId="{1DF3B03B-8C1D-476F-A31F-50A791A009CB}" dt="2025-03-04T13:18:41.159" v="930" actId="478"/>
          <ac:spMkLst>
            <pc:docMk/>
            <pc:sldMk cId="1876565156" sldId="297"/>
            <ac:spMk id="17" creationId="{4E823E06-F069-68DD-0FDE-901D6EEBBF74}"/>
          </ac:spMkLst>
        </pc:spChg>
        <pc:spChg chg="del">
          <ac:chgData name="Théo BORTOLOTTO" userId="6c10db7e5b5c4e86" providerId="LiveId" clId="{1DF3B03B-8C1D-476F-A31F-50A791A009CB}" dt="2025-03-04T13:18:41.159" v="930" actId="478"/>
          <ac:spMkLst>
            <pc:docMk/>
            <pc:sldMk cId="1876565156" sldId="297"/>
            <ac:spMk id="18" creationId="{2F2E1BA3-C0FF-73A6-304B-50E618D90822}"/>
          </ac:spMkLst>
        </pc:spChg>
        <pc:spChg chg="del">
          <ac:chgData name="Théo BORTOLOTTO" userId="6c10db7e5b5c4e86" providerId="LiveId" clId="{1DF3B03B-8C1D-476F-A31F-50A791A009CB}" dt="2025-03-04T13:18:41.159" v="930" actId="478"/>
          <ac:spMkLst>
            <pc:docMk/>
            <pc:sldMk cId="1876565156" sldId="297"/>
            <ac:spMk id="21" creationId="{B3D1D19D-5612-C1B1-B83F-7BE6F0E01E03}"/>
          </ac:spMkLst>
        </pc:spChg>
        <pc:spChg chg="del">
          <ac:chgData name="Théo BORTOLOTTO" userId="6c10db7e5b5c4e86" providerId="LiveId" clId="{1DF3B03B-8C1D-476F-A31F-50A791A009CB}" dt="2025-03-04T13:18:41.159" v="930" actId="478"/>
          <ac:spMkLst>
            <pc:docMk/>
            <pc:sldMk cId="1876565156" sldId="297"/>
            <ac:spMk id="22" creationId="{5ABE73EE-5AD8-117F-546F-9A17F3546FBB}"/>
          </ac:spMkLst>
        </pc:spChg>
        <pc:spChg chg="del">
          <ac:chgData name="Théo BORTOLOTTO" userId="6c10db7e5b5c4e86" providerId="LiveId" clId="{1DF3B03B-8C1D-476F-A31F-50A791A009CB}" dt="2025-03-04T13:18:41.159" v="930" actId="478"/>
          <ac:spMkLst>
            <pc:docMk/>
            <pc:sldMk cId="1876565156" sldId="297"/>
            <ac:spMk id="23" creationId="{83E877AC-4FDD-8EDC-5566-71C75CE1B3DF}"/>
          </ac:spMkLst>
        </pc:spChg>
        <pc:spChg chg="del">
          <ac:chgData name="Théo BORTOLOTTO" userId="6c10db7e5b5c4e86" providerId="LiveId" clId="{1DF3B03B-8C1D-476F-A31F-50A791A009CB}" dt="2025-03-04T13:18:41.159" v="930" actId="478"/>
          <ac:spMkLst>
            <pc:docMk/>
            <pc:sldMk cId="1876565156" sldId="297"/>
            <ac:spMk id="25" creationId="{A13C9078-0BB8-F136-F748-53D77DCB3F1C}"/>
          </ac:spMkLst>
        </pc:spChg>
        <pc:spChg chg="del">
          <ac:chgData name="Théo BORTOLOTTO" userId="6c10db7e5b5c4e86" providerId="LiveId" clId="{1DF3B03B-8C1D-476F-A31F-50A791A009CB}" dt="2025-03-04T13:18:41.159" v="930" actId="478"/>
          <ac:spMkLst>
            <pc:docMk/>
            <pc:sldMk cId="1876565156" sldId="297"/>
            <ac:spMk id="26" creationId="{CE3FBA24-5A90-645C-9010-4C12E07C1634}"/>
          </ac:spMkLst>
        </pc:spChg>
        <pc:spChg chg="del">
          <ac:chgData name="Théo BORTOLOTTO" userId="6c10db7e5b5c4e86" providerId="LiveId" clId="{1DF3B03B-8C1D-476F-A31F-50A791A009CB}" dt="2025-03-04T13:18:41.159" v="930" actId="478"/>
          <ac:spMkLst>
            <pc:docMk/>
            <pc:sldMk cId="1876565156" sldId="297"/>
            <ac:spMk id="27" creationId="{E491B260-C206-18DA-028A-E15E06620A18}"/>
          </ac:spMkLst>
        </pc:spChg>
        <pc:spChg chg="add del mod">
          <ac:chgData name="Théo BORTOLOTTO" userId="6c10db7e5b5c4e86" providerId="LiveId" clId="{1DF3B03B-8C1D-476F-A31F-50A791A009CB}" dt="2025-03-04T13:24:19.189" v="1126" actId="478"/>
          <ac:spMkLst>
            <pc:docMk/>
            <pc:sldMk cId="1876565156" sldId="297"/>
            <ac:spMk id="29" creationId="{7D29AB5C-EC8E-EDC1-C200-8617ACDFC3B8}"/>
          </ac:spMkLst>
        </pc:spChg>
        <pc:spChg chg="add mod">
          <ac:chgData name="Théo BORTOLOTTO" userId="6c10db7e5b5c4e86" providerId="LiveId" clId="{1DF3B03B-8C1D-476F-A31F-50A791A009CB}" dt="2025-03-04T13:24:20.962" v="1128"/>
          <ac:spMkLst>
            <pc:docMk/>
            <pc:sldMk cId="1876565156" sldId="297"/>
            <ac:spMk id="30" creationId="{3DB5522E-6E9C-5C6B-FE69-04AB7CC831B3}"/>
          </ac:spMkLst>
        </pc:spChg>
        <pc:spChg chg="add mod">
          <ac:chgData name="Théo BORTOLOTTO" userId="6c10db7e5b5c4e86" providerId="LiveId" clId="{1DF3B03B-8C1D-476F-A31F-50A791A009CB}" dt="2025-03-04T13:24:20.962" v="1128"/>
          <ac:spMkLst>
            <pc:docMk/>
            <pc:sldMk cId="1876565156" sldId="297"/>
            <ac:spMk id="31" creationId="{2A0E17C8-DDF8-064C-B374-1D975ED44BCF}"/>
          </ac:spMkLst>
        </pc:spChg>
        <pc:spChg chg="add mod">
          <ac:chgData name="Théo BORTOLOTTO" userId="6c10db7e5b5c4e86" providerId="LiveId" clId="{1DF3B03B-8C1D-476F-A31F-50A791A009CB}" dt="2025-03-04T13:24:20.962" v="1128"/>
          <ac:spMkLst>
            <pc:docMk/>
            <pc:sldMk cId="1876565156" sldId="297"/>
            <ac:spMk id="32" creationId="{5D9962A5-7254-F7FF-124E-3B088156E13C}"/>
          </ac:spMkLst>
        </pc:spChg>
        <pc:spChg chg="add mod">
          <ac:chgData name="Théo BORTOLOTTO" userId="6c10db7e5b5c4e86" providerId="LiveId" clId="{1DF3B03B-8C1D-476F-A31F-50A791A009CB}" dt="2025-03-04T13:24:20.962" v="1128"/>
          <ac:spMkLst>
            <pc:docMk/>
            <pc:sldMk cId="1876565156" sldId="297"/>
            <ac:spMk id="33" creationId="{35F887AC-9E0F-DDE1-9DB3-08D7244E0F33}"/>
          </ac:spMkLst>
        </pc:spChg>
        <pc:spChg chg="add mod">
          <ac:chgData name="Théo BORTOLOTTO" userId="6c10db7e5b5c4e86" providerId="LiveId" clId="{1DF3B03B-8C1D-476F-A31F-50A791A009CB}" dt="2025-03-04T13:24:20.962" v="1128"/>
          <ac:spMkLst>
            <pc:docMk/>
            <pc:sldMk cId="1876565156" sldId="297"/>
            <ac:spMk id="34" creationId="{B5F5E1EC-EB27-A68C-0F90-3D0441ADA67A}"/>
          </ac:spMkLst>
        </pc:spChg>
        <pc:spChg chg="add mod">
          <ac:chgData name="Théo BORTOLOTTO" userId="6c10db7e5b5c4e86" providerId="LiveId" clId="{1DF3B03B-8C1D-476F-A31F-50A791A009CB}" dt="2025-03-04T13:24:20.962" v="1128"/>
          <ac:spMkLst>
            <pc:docMk/>
            <pc:sldMk cId="1876565156" sldId="297"/>
            <ac:spMk id="35" creationId="{D15BB97C-5E22-285E-BA21-A5359AA9C3E6}"/>
          </ac:spMkLst>
        </pc:spChg>
        <pc:spChg chg="add mod">
          <ac:chgData name="Théo BORTOLOTTO" userId="6c10db7e5b5c4e86" providerId="LiveId" clId="{1DF3B03B-8C1D-476F-A31F-50A791A009CB}" dt="2025-03-04T13:24:20.962" v="1128"/>
          <ac:spMkLst>
            <pc:docMk/>
            <pc:sldMk cId="1876565156" sldId="297"/>
            <ac:spMk id="36" creationId="{2658A7A0-1D39-F9E6-BCAB-9E52B5601036}"/>
          </ac:spMkLst>
        </pc:spChg>
      </pc:sldChg>
      <pc:sldChg chg="addSp delSp modSp add mod">
        <pc:chgData name="Théo BORTOLOTTO" userId="6c10db7e5b5c4e86" providerId="LiveId" clId="{1DF3B03B-8C1D-476F-A31F-50A791A009CB}" dt="2025-03-04T13:26:05.894" v="1192"/>
        <pc:sldMkLst>
          <pc:docMk/>
          <pc:sldMk cId="3508621957" sldId="298"/>
        </pc:sldMkLst>
        <pc:spChg chg="add del mod">
          <ac:chgData name="Théo BORTOLOTTO" userId="6c10db7e5b5c4e86" providerId="LiveId" clId="{1DF3B03B-8C1D-476F-A31F-50A791A009CB}" dt="2025-03-04T13:26:05.690" v="1191" actId="478"/>
          <ac:spMkLst>
            <pc:docMk/>
            <pc:sldMk cId="3508621957" sldId="298"/>
            <ac:spMk id="2" creationId="{4062ADBE-7604-1A79-51FE-BF3BB39F1825}"/>
          </ac:spMkLst>
        </pc:spChg>
        <pc:spChg chg="add del mod">
          <ac:chgData name="Théo BORTOLOTTO" userId="6c10db7e5b5c4e86" providerId="LiveId" clId="{1DF3B03B-8C1D-476F-A31F-50A791A009CB}" dt="2025-03-04T13:26:05.690" v="1191" actId="478"/>
          <ac:spMkLst>
            <pc:docMk/>
            <pc:sldMk cId="3508621957" sldId="298"/>
            <ac:spMk id="3" creationId="{889680C6-CD9F-B078-68B3-069922505746}"/>
          </ac:spMkLst>
        </pc:spChg>
        <pc:spChg chg="del">
          <ac:chgData name="Théo BORTOLOTTO" userId="6c10db7e5b5c4e86" providerId="LiveId" clId="{1DF3B03B-8C1D-476F-A31F-50A791A009CB}" dt="2025-03-04T13:19:43.099" v="957" actId="478"/>
          <ac:spMkLst>
            <pc:docMk/>
            <pc:sldMk cId="3508621957" sldId="298"/>
            <ac:spMk id="8" creationId="{145D7C7A-B9C6-7DFA-11A5-F655AC418C85}"/>
          </ac:spMkLst>
        </pc:spChg>
        <pc:spChg chg="del">
          <ac:chgData name="Théo BORTOLOTTO" userId="6c10db7e5b5c4e86" providerId="LiveId" clId="{1DF3B03B-8C1D-476F-A31F-50A791A009CB}" dt="2025-03-04T13:19:43.099" v="957" actId="478"/>
          <ac:spMkLst>
            <pc:docMk/>
            <pc:sldMk cId="3508621957" sldId="298"/>
            <ac:spMk id="10" creationId="{7A25719F-7D51-31B2-F9E2-2581E67F211C}"/>
          </ac:spMkLst>
        </pc:spChg>
        <pc:spChg chg="del">
          <ac:chgData name="Théo BORTOLOTTO" userId="6c10db7e5b5c4e86" providerId="LiveId" clId="{1DF3B03B-8C1D-476F-A31F-50A791A009CB}" dt="2025-03-04T13:19:43.099" v="957" actId="478"/>
          <ac:spMkLst>
            <pc:docMk/>
            <pc:sldMk cId="3508621957" sldId="298"/>
            <ac:spMk id="11" creationId="{56E499A4-3B5E-3925-6B38-4284AC466992}"/>
          </ac:spMkLst>
        </pc:spChg>
        <pc:spChg chg="del">
          <ac:chgData name="Théo BORTOLOTTO" userId="6c10db7e5b5c4e86" providerId="LiveId" clId="{1DF3B03B-8C1D-476F-A31F-50A791A009CB}" dt="2025-03-04T13:19:43.099" v="957" actId="478"/>
          <ac:spMkLst>
            <pc:docMk/>
            <pc:sldMk cId="3508621957" sldId="298"/>
            <ac:spMk id="12" creationId="{F5BE7021-A168-D4E7-1A2F-6C0F94026048}"/>
          </ac:spMkLst>
        </pc:spChg>
        <pc:spChg chg="del">
          <ac:chgData name="Théo BORTOLOTTO" userId="6c10db7e5b5c4e86" providerId="LiveId" clId="{1DF3B03B-8C1D-476F-A31F-50A791A009CB}" dt="2025-03-04T13:19:43.099" v="957" actId="478"/>
          <ac:spMkLst>
            <pc:docMk/>
            <pc:sldMk cId="3508621957" sldId="298"/>
            <ac:spMk id="13" creationId="{63E13ACE-D0B0-2635-4C71-2B48AC64A8C5}"/>
          </ac:spMkLst>
        </pc:spChg>
        <pc:spChg chg="del">
          <ac:chgData name="Théo BORTOLOTTO" userId="6c10db7e5b5c4e86" providerId="LiveId" clId="{1DF3B03B-8C1D-476F-A31F-50A791A009CB}" dt="2025-03-04T13:19:43.099" v="957" actId="478"/>
          <ac:spMkLst>
            <pc:docMk/>
            <pc:sldMk cId="3508621957" sldId="298"/>
            <ac:spMk id="14" creationId="{9375D243-B1FA-20FC-717A-252ABFBAB042}"/>
          </ac:spMkLst>
        </pc:spChg>
        <pc:spChg chg="del">
          <ac:chgData name="Théo BORTOLOTTO" userId="6c10db7e5b5c4e86" providerId="LiveId" clId="{1DF3B03B-8C1D-476F-A31F-50A791A009CB}" dt="2025-03-04T13:19:43.099" v="957" actId="478"/>
          <ac:spMkLst>
            <pc:docMk/>
            <pc:sldMk cId="3508621957" sldId="298"/>
            <ac:spMk id="16" creationId="{67CF9CBD-53CE-35CC-3D5E-17B5787B5824}"/>
          </ac:spMkLst>
        </pc:spChg>
        <pc:spChg chg="del">
          <ac:chgData name="Théo BORTOLOTTO" userId="6c10db7e5b5c4e86" providerId="LiveId" clId="{1DF3B03B-8C1D-476F-A31F-50A791A009CB}" dt="2025-03-04T13:19:43.099" v="957" actId="478"/>
          <ac:spMkLst>
            <pc:docMk/>
            <pc:sldMk cId="3508621957" sldId="298"/>
            <ac:spMk id="19" creationId="{17F74AAD-129C-0C84-9F18-EF0F60FE2AD0}"/>
          </ac:spMkLst>
        </pc:spChg>
        <pc:spChg chg="del">
          <ac:chgData name="Théo BORTOLOTTO" userId="6c10db7e5b5c4e86" providerId="LiveId" clId="{1DF3B03B-8C1D-476F-A31F-50A791A009CB}" dt="2025-03-04T13:19:43.099" v="957" actId="478"/>
          <ac:spMkLst>
            <pc:docMk/>
            <pc:sldMk cId="3508621957" sldId="298"/>
            <ac:spMk id="20" creationId="{699F0434-9318-002B-28A4-42BC37F49AAD}"/>
          </ac:spMkLst>
        </pc:spChg>
        <pc:spChg chg="del">
          <ac:chgData name="Théo BORTOLOTTO" userId="6c10db7e5b5c4e86" providerId="LiveId" clId="{1DF3B03B-8C1D-476F-A31F-50A791A009CB}" dt="2025-03-04T13:19:43.099" v="957" actId="478"/>
          <ac:spMkLst>
            <pc:docMk/>
            <pc:sldMk cId="3508621957" sldId="298"/>
            <ac:spMk id="21" creationId="{BBA4939E-1431-1425-EE80-7D41DB2E7B8F}"/>
          </ac:spMkLst>
        </pc:spChg>
        <pc:spChg chg="add del mod">
          <ac:chgData name="Théo BORTOLOTTO" userId="6c10db7e5b5c4e86" providerId="LiveId" clId="{1DF3B03B-8C1D-476F-A31F-50A791A009CB}" dt="2025-03-04T13:26:05.690" v="1191" actId="478"/>
          <ac:spMkLst>
            <pc:docMk/>
            <pc:sldMk cId="3508621957" sldId="298"/>
            <ac:spMk id="23" creationId="{262A566F-2139-2090-E2F3-D86013EFC624}"/>
          </ac:spMkLst>
        </pc:spChg>
        <pc:spChg chg="add del mod">
          <ac:chgData name="Théo BORTOLOTTO" userId="6c10db7e5b5c4e86" providerId="LiveId" clId="{1DF3B03B-8C1D-476F-A31F-50A791A009CB}" dt="2025-03-04T13:26:05.690" v="1191" actId="478"/>
          <ac:spMkLst>
            <pc:docMk/>
            <pc:sldMk cId="3508621957" sldId="298"/>
            <ac:spMk id="24" creationId="{4E5EFB49-08FB-BFE2-1A49-BE21DEAE8022}"/>
          </ac:spMkLst>
        </pc:spChg>
        <pc:spChg chg="add del mod">
          <ac:chgData name="Théo BORTOLOTTO" userId="6c10db7e5b5c4e86" providerId="LiveId" clId="{1DF3B03B-8C1D-476F-A31F-50A791A009CB}" dt="2025-03-04T13:26:05.690" v="1191" actId="478"/>
          <ac:spMkLst>
            <pc:docMk/>
            <pc:sldMk cId="3508621957" sldId="298"/>
            <ac:spMk id="25" creationId="{3B92C52A-FC3E-D83E-C8F8-38FFF9E3950D}"/>
          </ac:spMkLst>
        </pc:spChg>
        <pc:spChg chg="add del mod">
          <ac:chgData name="Théo BORTOLOTTO" userId="6c10db7e5b5c4e86" providerId="LiveId" clId="{1DF3B03B-8C1D-476F-A31F-50A791A009CB}" dt="2025-03-04T13:26:05.690" v="1191" actId="478"/>
          <ac:spMkLst>
            <pc:docMk/>
            <pc:sldMk cId="3508621957" sldId="298"/>
            <ac:spMk id="26" creationId="{6E9248D4-2736-B4EA-A1C5-FAADC439D63B}"/>
          </ac:spMkLst>
        </pc:spChg>
        <pc:spChg chg="add del mod">
          <ac:chgData name="Théo BORTOLOTTO" userId="6c10db7e5b5c4e86" providerId="LiveId" clId="{1DF3B03B-8C1D-476F-A31F-50A791A009CB}" dt="2025-03-04T13:26:05.690" v="1191" actId="478"/>
          <ac:spMkLst>
            <pc:docMk/>
            <pc:sldMk cId="3508621957" sldId="298"/>
            <ac:spMk id="27" creationId="{D71751E3-9A7F-C7E5-46D4-2FB3BF38996D}"/>
          </ac:spMkLst>
        </pc:spChg>
        <pc:spChg chg="add mod">
          <ac:chgData name="Théo BORTOLOTTO" userId="6c10db7e5b5c4e86" providerId="LiveId" clId="{1DF3B03B-8C1D-476F-A31F-50A791A009CB}" dt="2025-03-04T13:26:05.894" v="1192"/>
          <ac:spMkLst>
            <pc:docMk/>
            <pc:sldMk cId="3508621957" sldId="298"/>
            <ac:spMk id="28" creationId="{7A249762-A3AC-82B6-DB82-4CEAFCE66D32}"/>
          </ac:spMkLst>
        </pc:spChg>
        <pc:spChg chg="add mod">
          <ac:chgData name="Théo BORTOLOTTO" userId="6c10db7e5b5c4e86" providerId="LiveId" clId="{1DF3B03B-8C1D-476F-A31F-50A791A009CB}" dt="2025-03-04T13:26:05.894" v="1192"/>
          <ac:spMkLst>
            <pc:docMk/>
            <pc:sldMk cId="3508621957" sldId="298"/>
            <ac:spMk id="29" creationId="{6D4DA817-3B94-2246-B9BB-2DA9D5E3943C}"/>
          </ac:spMkLst>
        </pc:spChg>
        <pc:spChg chg="add mod">
          <ac:chgData name="Théo BORTOLOTTO" userId="6c10db7e5b5c4e86" providerId="LiveId" clId="{1DF3B03B-8C1D-476F-A31F-50A791A009CB}" dt="2025-03-04T13:26:05.894" v="1192"/>
          <ac:spMkLst>
            <pc:docMk/>
            <pc:sldMk cId="3508621957" sldId="298"/>
            <ac:spMk id="30" creationId="{1BDFAD23-CA4D-64E9-6D4A-C65CD0A71DB6}"/>
          </ac:spMkLst>
        </pc:spChg>
        <pc:spChg chg="add mod">
          <ac:chgData name="Théo BORTOLOTTO" userId="6c10db7e5b5c4e86" providerId="LiveId" clId="{1DF3B03B-8C1D-476F-A31F-50A791A009CB}" dt="2025-03-04T13:26:05.894" v="1192"/>
          <ac:spMkLst>
            <pc:docMk/>
            <pc:sldMk cId="3508621957" sldId="298"/>
            <ac:spMk id="31" creationId="{B492765C-4528-B9FE-25AC-89C93B147CED}"/>
          </ac:spMkLst>
        </pc:spChg>
        <pc:spChg chg="add mod">
          <ac:chgData name="Théo BORTOLOTTO" userId="6c10db7e5b5c4e86" providerId="LiveId" clId="{1DF3B03B-8C1D-476F-A31F-50A791A009CB}" dt="2025-03-04T13:26:05.894" v="1192"/>
          <ac:spMkLst>
            <pc:docMk/>
            <pc:sldMk cId="3508621957" sldId="298"/>
            <ac:spMk id="32" creationId="{CA985302-587E-72C0-10EA-F59404C511B4}"/>
          </ac:spMkLst>
        </pc:spChg>
        <pc:spChg chg="add mod">
          <ac:chgData name="Théo BORTOLOTTO" userId="6c10db7e5b5c4e86" providerId="LiveId" clId="{1DF3B03B-8C1D-476F-A31F-50A791A009CB}" dt="2025-03-04T13:26:05.894" v="1192"/>
          <ac:spMkLst>
            <pc:docMk/>
            <pc:sldMk cId="3508621957" sldId="298"/>
            <ac:spMk id="33" creationId="{CE50C3E3-C4B3-2550-CF56-2F237211266B}"/>
          </ac:spMkLst>
        </pc:spChg>
        <pc:spChg chg="add mod">
          <ac:chgData name="Théo BORTOLOTTO" userId="6c10db7e5b5c4e86" providerId="LiveId" clId="{1DF3B03B-8C1D-476F-A31F-50A791A009CB}" dt="2025-03-04T13:26:05.894" v="1192"/>
          <ac:spMkLst>
            <pc:docMk/>
            <pc:sldMk cId="3508621957" sldId="298"/>
            <ac:spMk id="34" creationId="{98CA21E2-4B91-D9E1-501D-5049D8B31238}"/>
          </ac:spMkLst>
        </pc:spChg>
        <pc:graphicFrameChg chg="add mod modGraphic">
          <ac:chgData name="Théo BORTOLOTTO" userId="6c10db7e5b5c4e86" providerId="LiveId" clId="{1DF3B03B-8C1D-476F-A31F-50A791A009CB}" dt="2025-03-02T11:35:26.104" v="35" actId="255"/>
          <ac:graphicFrameMkLst>
            <pc:docMk/>
            <pc:sldMk cId="3508621957" sldId="298"/>
            <ac:graphicFrameMk id="7" creationId="{28154CBA-1205-9530-1CD7-17C775205842}"/>
          </ac:graphicFrameMkLst>
        </pc:graphicFrameChg>
      </pc:sldChg>
      <pc:sldChg chg="addSp delSp modSp add mod">
        <pc:chgData name="Théo BORTOLOTTO" userId="6c10db7e5b5c4e86" providerId="LiveId" clId="{1DF3B03B-8C1D-476F-A31F-50A791A009CB}" dt="2025-03-04T13:26:10.471" v="1194"/>
        <pc:sldMkLst>
          <pc:docMk/>
          <pc:sldMk cId="1819201834" sldId="299"/>
        </pc:sldMkLst>
        <pc:spChg chg="add del mod">
          <ac:chgData name="Théo BORTOLOTTO" userId="6c10db7e5b5c4e86" providerId="LiveId" clId="{1DF3B03B-8C1D-476F-A31F-50A791A009CB}" dt="2025-03-04T13:26:10.386" v="1193" actId="478"/>
          <ac:spMkLst>
            <pc:docMk/>
            <pc:sldMk cId="1819201834" sldId="299"/>
            <ac:spMk id="2" creationId="{E6320792-3AD0-0288-727F-B536B1069929}"/>
          </ac:spMkLst>
        </pc:spChg>
        <pc:spChg chg="add del mod">
          <ac:chgData name="Théo BORTOLOTTO" userId="6c10db7e5b5c4e86" providerId="LiveId" clId="{1DF3B03B-8C1D-476F-A31F-50A791A009CB}" dt="2025-03-04T13:26:10.386" v="1193" actId="478"/>
          <ac:spMkLst>
            <pc:docMk/>
            <pc:sldMk cId="1819201834" sldId="299"/>
            <ac:spMk id="7" creationId="{B705AF01-BDC1-6558-4B45-18A30F3A088D}"/>
          </ac:spMkLst>
        </pc:spChg>
        <pc:spChg chg="del">
          <ac:chgData name="Théo BORTOLOTTO" userId="6c10db7e5b5c4e86" providerId="LiveId" clId="{1DF3B03B-8C1D-476F-A31F-50A791A009CB}" dt="2025-03-04T13:19:45.435" v="958" actId="478"/>
          <ac:spMkLst>
            <pc:docMk/>
            <pc:sldMk cId="1819201834" sldId="299"/>
            <ac:spMk id="8" creationId="{455DAF31-34C0-EC91-6357-0FFC5D634866}"/>
          </ac:spMkLst>
        </pc:spChg>
        <pc:spChg chg="del">
          <ac:chgData name="Théo BORTOLOTTO" userId="6c10db7e5b5c4e86" providerId="LiveId" clId="{1DF3B03B-8C1D-476F-A31F-50A791A009CB}" dt="2025-03-04T13:19:45.435" v="958" actId="478"/>
          <ac:spMkLst>
            <pc:docMk/>
            <pc:sldMk cId="1819201834" sldId="299"/>
            <ac:spMk id="12" creationId="{21988074-7E6C-BDA1-BEEF-2D2DF69B7361}"/>
          </ac:spMkLst>
        </pc:spChg>
        <pc:spChg chg="del">
          <ac:chgData name="Théo BORTOLOTTO" userId="6c10db7e5b5c4e86" providerId="LiveId" clId="{1DF3B03B-8C1D-476F-A31F-50A791A009CB}" dt="2025-03-04T13:19:45.435" v="958" actId="478"/>
          <ac:spMkLst>
            <pc:docMk/>
            <pc:sldMk cId="1819201834" sldId="299"/>
            <ac:spMk id="15" creationId="{D649FA49-0B5C-D222-F640-284D3110BA53}"/>
          </ac:spMkLst>
        </pc:spChg>
        <pc:spChg chg="del">
          <ac:chgData name="Théo BORTOLOTTO" userId="6c10db7e5b5c4e86" providerId="LiveId" clId="{1DF3B03B-8C1D-476F-A31F-50A791A009CB}" dt="2025-03-04T13:19:45.435" v="958" actId="478"/>
          <ac:spMkLst>
            <pc:docMk/>
            <pc:sldMk cId="1819201834" sldId="299"/>
            <ac:spMk id="16" creationId="{1F3B07AB-D6EF-2848-F2D2-57527CF1978F}"/>
          </ac:spMkLst>
        </pc:spChg>
        <pc:spChg chg="del">
          <ac:chgData name="Théo BORTOLOTTO" userId="6c10db7e5b5c4e86" providerId="LiveId" clId="{1DF3B03B-8C1D-476F-A31F-50A791A009CB}" dt="2025-03-04T13:19:45.435" v="958" actId="478"/>
          <ac:spMkLst>
            <pc:docMk/>
            <pc:sldMk cId="1819201834" sldId="299"/>
            <ac:spMk id="17" creationId="{274EDB68-1273-EC09-9710-5AA7654C95B5}"/>
          </ac:spMkLst>
        </pc:spChg>
        <pc:spChg chg="del">
          <ac:chgData name="Théo BORTOLOTTO" userId="6c10db7e5b5c4e86" providerId="LiveId" clId="{1DF3B03B-8C1D-476F-A31F-50A791A009CB}" dt="2025-03-04T13:19:45.435" v="958" actId="478"/>
          <ac:spMkLst>
            <pc:docMk/>
            <pc:sldMk cId="1819201834" sldId="299"/>
            <ac:spMk id="18" creationId="{382B6EC7-F037-5452-BC47-7F979D65067C}"/>
          </ac:spMkLst>
        </pc:spChg>
        <pc:spChg chg="del">
          <ac:chgData name="Théo BORTOLOTTO" userId="6c10db7e5b5c4e86" providerId="LiveId" clId="{1DF3B03B-8C1D-476F-A31F-50A791A009CB}" dt="2025-03-04T13:19:45.435" v="958" actId="478"/>
          <ac:spMkLst>
            <pc:docMk/>
            <pc:sldMk cId="1819201834" sldId="299"/>
            <ac:spMk id="19" creationId="{A70463F1-C6B1-9AC8-036F-64032205A11E}"/>
          </ac:spMkLst>
        </pc:spChg>
        <pc:spChg chg="del">
          <ac:chgData name="Théo BORTOLOTTO" userId="6c10db7e5b5c4e86" providerId="LiveId" clId="{1DF3B03B-8C1D-476F-A31F-50A791A009CB}" dt="2025-03-04T13:19:45.435" v="958" actId="478"/>
          <ac:spMkLst>
            <pc:docMk/>
            <pc:sldMk cId="1819201834" sldId="299"/>
            <ac:spMk id="20" creationId="{37480172-A7F7-7361-706D-0DC227BD957A}"/>
          </ac:spMkLst>
        </pc:spChg>
        <pc:spChg chg="del">
          <ac:chgData name="Théo BORTOLOTTO" userId="6c10db7e5b5c4e86" providerId="LiveId" clId="{1DF3B03B-8C1D-476F-A31F-50A791A009CB}" dt="2025-03-04T13:19:45.435" v="958" actId="478"/>
          <ac:spMkLst>
            <pc:docMk/>
            <pc:sldMk cId="1819201834" sldId="299"/>
            <ac:spMk id="21" creationId="{CCF713D0-0147-AC62-00C6-F9808BE97988}"/>
          </ac:spMkLst>
        </pc:spChg>
        <pc:spChg chg="del">
          <ac:chgData name="Théo BORTOLOTTO" userId="6c10db7e5b5c4e86" providerId="LiveId" clId="{1DF3B03B-8C1D-476F-A31F-50A791A009CB}" dt="2025-03-04T13:19:45.435" v="958" actId="478"/>
          <ac:spMkLst>
            <pc:docMk/>
            <pc:sldMk cId="1819201834" sldId="299"/>
            <ac:spMk id="22" creationId="{6C1356E5-96AF-715C-A874-B856D59D8B5B}"/>
          </ac:spMkLst>
        </pc:spChg>
        <pc:spChg chg="add del mod">
          <ac:chgData name="Théo BORTOLOTTO" userId="6c10db7e5b5c4e86" providerId="LiveId" clId="{1DF3B03B-8C1D-476F-A31F-50A791A009CB}" dt="2025-03-04T13:26:10.386" v="1193" actId="478"/>
          <ac:spMkLst>
            <pc:docMk/>
            <pc:sldMk cId="1819201834" sldId="299"/>
            <ac:spMk id="23" creationId="{C72F40E8-8CD7-C518-A31F-71A29FDFC19A}"/>
          </ac:spMkLst>
        </pc:spChg>
        <pc:spChg chg="add del mod">
          <ac:chgData name="Théo BORTOLOTTO" userId="6c10db7e5b5c4e86" providerId="LiveId" clId="{1DF3B03B-8C1D-476F-A31F-50A791A009CB}" dt="2025-03-04T13:26:10.386" v="1193" actId="478"/>
          <ac:spMkLst>
            <pc:docMk/>
            <pc:sldMk cId="1819201834" sldId="299"/>
            <ac:spMk id="24" creationId="{F92F50C8-1D7E-8815-7DF7-FF71E2BFFE75}"/>
          </ac:spMkLst>
        </pc:spChg>
        <pc:spChg chg="add del mod">
          <ac:chgData name="Théo BORTOLOTTO" userId="6c10db7e5b5c4e86" providerId="LiveId" clId="{1DF3B03B-8C1D-476F-A31F-50A791A009CB}" dt="2025-03-04T13:26:10.386" v="1193" actId="478"/>
          <ac:spMkLst>
            <pc:docMk/>
            <pc:sldMk cId="1819201834" sldId="299"/>
            <ac:spMk id="25" creationId="{DB7F9DF5-F71E-A128-F7F5-90C4509D9EC3}"/>
          </ac:spMkLst>
        </pc:spChg>
        <pc:spChg chg="add del mod">
          <ac:chgData name="Théo BORTOLOTTO" userId="6c10db7e5b5c4e86" providerId="LiveId" clId="{1DF3B03B-8C1D-476F-A31F-50A791A009CB}" dt="2025-03-04T13:26:10.386" v="1193" actId="478"/>
          <ac:spMkLst>
            <pc:docMk/>
            <pc:sldMk cId="1819201834" sldId="299"/>
            <ac:spMk id="26" creationId="{3AEF1537-0444-4D86-C57F-811E21FB57A2}"/>
          </ac:spMkLst>
        </pc:spChg>
        <pc:spChg chg="add del mod">
          <ac:chgData name="Théo BORTOLOTTO" userId="6c10db7e5b5c4e86" providerId="LiveId" clId="{1DF3B03B-8C1D-476F-A31F-50A791A009CB}" dt="2025-03-04T13:26:10.386" v="1193" actId="478"/>
          <ac:spMkLst>
            <pc:docMk/>
            <pc:sldMk cId="1819201834" sldId="299"/>
            <ac:spMk id="27" creationId="{8B383747-2420-E1A2-8DBB-578EFFB8604B}"/>
          </ac:spMkLst>
        </pc:spChg>
        <pc:spChg chg="add mod">
          <ac:chgData name="Théo BORTOLOTTO" userId="6c10db7e5b5c4e86" providerId="LiveId" clId="{1DF3B03B-8C1D-476F-A31F-50A791A009CB}" dt="2025-03-04T13:26:10.471" v="1194"/>
          <ac:spMkLst>
            <pc:docMk/>
            <pc:sldMk cId="1819201834" sldId="299"/>
            <ac:spMk id="28" creationId="{E6756701-DBF5-DF57-3C2B-7702F98108EF}"/>
          </ac:spMkLst>
        </pc:spChg>
        <pc:spChg chg="add mod">
          <ac:chgData name="Théo BORTOLOTTO" userId="6c10db7e5b5c4e86" providerId="LiveId" clId="{1DF3B03B-8C1D-476F-A31F-50A791A009CB}" dt="2025-03-04T13:26:10.471" v="1194"/>
          <ac:spMkLst>
            <pc:docMk/>
            <pc:sldMk cId="1819201834" sldId="299"/>
            <ac:spMk id="29" creationId="{8900199D-9305-8AD1-0FEC-AA30D580D536}"/>
          </ac:spMkLst>
        </pc:spChg>
        <pc:spChg chg="add mod">
          <ac:chgData name="Théo BORTOLOTTO" userId="6c10db7e5b5c4e86" providerId="LiveId" clId="{1DF3B03B-8C1D-476F-A31F-50A791A009CB}" dt="2025-03-04T13:26:10.471" v="1194"/>
          <ac:spMkLst>
            <pc:docMk/>
            <pc:sldMk cId="1819201834" sldId="299"/>
            <ac:spMk id="30" creationId="{EB7A7C1C-3D60-4807-CF0C-8A7502E6F2A6}"/>
          </ac:spMkLst>
        </pc:spChg>
        <pc:spChg chg="add mod">
          <ac:chgData name="Théo BORTOLOTTO" userId="6c10db7e5b5c4e86" providerId="LiveId" clId="{1DF3B03B-8C1D-476F-A31F-50A791A009CB}" dt="2025-03-04T13:26:10.471" v="1194"/>
          <ac:spMkLst>
            <pc:docMk/>
            <pc:sldMk cId="1819201834" sldId="299"/>
            <ac:spMk id="31" creationId="{B00A3407-10AF-3ABF-7905-10A27938339F}"/>
          </ac:spMkLst>
        </pc:spChg>
        <pc:spChg chg="add mod">
          <ac:chgData name="Théo BORTOLOTTO" userId="6c10db7e5b5c4e86" providerId="LiveId" clId="{1DF3B03B-8C1D-476F-A31F-50A791A009CB}" dt="2025-03-04T13:26:10.471" v="1194"/>
          <ac:spMkLst>
            <pc:docMk/>
            <pc:sldMk cId="1819201834" sldId="299"/>
            <ac:spMk id="32" creationId="{1F089A9A-945F-6143-9EFD-FA0F0138BCA2}"/>
          </ac:spMkLst>
        </pc:spChg>
        <pc:spChg chg="add mod">
          <ac:chgData name="Théo BORTOLOTTO" userId="6c10db7e5b5c4e86" providerId="LiveId" clId="{1DF3B03B-8C1D-476F-A31F-50A791A009CB}" dt="2025-03-04T13:26:10.471" v="1194"/>
          <ac:spMkLst>
            <pc:docMk/>
            <pc:sldMk cId="1819201834" sldId="299"/>
            <ac:spMk id="33" creationId="{0A1CF415-1AC4-E515-1416-BF6275759B1A}"/>
          </ac:spMkLst>
        </pc:spChg>
        <pc:spChg chg="add mod">
          <ac:chgData name="Théo BORTOLOTTO" userId="6c10db7e5b5c4e86" providerId="LiveId" clId="{1DF3B03B-8C1D-476F-A31F-50A791A009CB}" dt="2025-03-04T13:26:10.471" v="1194"/>
          <ac:spMkLst>
            <pc:docMk/>
            <pc:sldMk cId="1819201834" sldId="299"/>
            <ac:spMk id="34" creationId="{4E78822D-5659-994D-8B7D-BF1CA650BF73}"/>
          </ac:spMkLst>
        </pc:spChg>
        <pc:graphicFrameChg chg="add mod modGraphic">
          <ac:chgData name="Théo BORTOLOTTO" userId="6c10db7e5b5c4e86" providerId="LiveId" clId="{1DF3B03B-8C1D-476F-A31F-50A791A009CB}" dt="2025-03-02T11:36:31.092" v="65" actId="1036"/>
          <ac:graphicFrameMkLst>
            <pc:docMk/>
            <pc:sldMk cId="1819201834" sldId="299"/>
            <ac:graphicFrameMk id="3" creationId="{8AA514CB-CB9C-6208-F4BB-0FF9ED69CD7C}"/>
          </ac:graphicFrameMkLst>
        </pc:graphicFrameChg>
      </pc:sldChg>
      <pc:sldChg chg="addSp delSp modSp add mod">
        <pc:chgData name="Théo BORTOLOTTO" userId="6c10db7e5b5c4e86" providerId="LiveId" clId="{1DF3B03B-8C1D-476F-A31F-50A791A009CB}" dt="2025-03-04T13:25:12.393" v="1165"/>
        <pc:sldMkLst>
          <pc:docMk/>
          <pc:sldMk cId="2494168529" sldId="300"/>
        </pc:sldMkLst>
        <pc:spChg chg="add del mod">
          <ac:chgData name="Théo BORTOLOTTO" userId="6c10db7e5b5c4e86" providerId="LiveId" clId="{1DF3B03B-8C1D-476F-A31F-50A791A009CB}" dt="2025-03-04T13:25:12.199" v="1164" actId="478"/>
          <ac:spMkLst>
            <pc:docMk/>
            <pc:sldMk cId="2494168529" sldId="300"/>
            <ac:spMk id="2" creationId="{84205715-7E9E-ED9F-5A74-ED81042CB74B}"/>
          </ac:spMkLst>
        </pc:spChg>
        <pc:spChg chg="mod">
          <ac:chgData name="Théo BORTOLOTTO" userId="6c10db7e5b5c4e86" providerId="LiveId" clId="{1DF3B03B-8C1D-476F-A31F-50A791A009CB}" dt="2025-03-03T13:52:03.137" v="470" actId="20577"/>
          <ac:spMkLst>
            <pc:docMk/>
            <pc:sldMk cId="2494168529" sldId="300"/>
            <ac:spMk id="3" creationId="{FDF4DEF1-69BE-6BCC-8E42-BF882C439537}"/>
          </ac:spMkLst>
        </pc:spChg>
        <pc:spChg chg="add del mod">
          <ac:chgData name="Théo BORTOLOTTO" userId="6c10db7e5b5c4e86" providerId="LiveId" clId="{1DF3B03B-8C1D-476F-A31F-50A791A009CB}" dt="2025-03-04T13:25:11.132" v="1163" actId="478"/>
          <ac:spMkLst>
            <pc:docMk/>
            <pc:sldMk cId="2494168529" sldId="300"/>
            <ac:spMk id="8" creationId="{3A1DDCAC-FA1C-5DAB-CA81-2F1A63420B0B}"/>
          </ac:spMkLst>
        </pc:spChg>
        <pc:spChg chg="add del mod">
          <ac:chgData name="Théo BORTOLOTTO" userId="6c10db7e5b5c4e86" providerId="LiveId" clId="{1DF3B03B-8C1D-476F-A31F-50A791A009CB}" dt="2025-03-04T13:25:11.132" v="1163" actId="478"/>
          <ac:spMkLst>
            <pc:docMk/>
            <pc:sldMk cId="2494168529" sldId="300"/>
            <ac:spMk id="9" creationId="{E683874C-E707-F770-4CDC-7F64E0A225E2}"/>
          </ac:spMkLst>
        </pc:spChg>
        <pc:spChg chg="del">
          <ac:chgData name="Théo BORTOLOTTO" userId="6c10db7e5b5c4e86" providerId="LiveId" clId="{1DF3B03B-8C1D-476F-A31F-50A791A009CB}" dt="2025-03-04T13:19:26.643" v="950" actId="478"/>
          <ac:spMkLst>
            <pc:docMk/>
            <pc:sldMk cId="2494168529" sldId="300"/>
            <ac:spMk id="11" creationId="{BCFF054C-A624-C83D-3B1A-BFC776423083}"/>
          </ac:spMkLst>
        </pc:spChg>
        <pc:spChg chg="del">
          <ac:chgData name="Théo BORTOLOTTO" userId="6c10db7e5b5c4e86" providerId="LiveId" clId="{1DF3B03B-8C1D-476F-A31F-50A791A009CB}" dt="2025-03-04T13:19:26.643" v="950" actId="478"/>
          <ac:spMkLst>
            <pc:docMk/>
            <pc:sldMk cId="2494168529" sldId="300"/>
            <ac:spMk id="12" creationId="{E546F31D-EE91-8336-8041-CF69229CC7D1}"/>
          </ac:spMkLst>
        </pc:spChg>
        <pc:spChg chg="del">
          <ac:chgData name="Théo BORTOLOTTO" userId="6c10db7e5b5c4e86" providerId="LiveId" clId="{1DF3B03B-8C1D-476F-A31F-50A791A009CB}" dt="2025-03-04T13:19:26.643" v="950" actId="478"/>
          <ac:spMkLst>
            <pc:docMk/>
            <pc:sldMk cId="2494168529" sldId="300"/>
            <ac:spMk id="13" creationId="{0C35E9E7-BDB8-A58D-5190-E4FEAE8514BA}"/>
          </ac:spMkLst>
        </pc:spChg>
        <pc:spChg chg="del">
          <ac:chgData name="Théo BORTOLOTTO" userId="6c10db7e5b5c4e86" providerId="LiveId" clId="{1DF3B03B-8C1D-476F-A31F-50A791A009CB}" dt="2025-03-04T13:19:26.643" v="950" actId="478"/>
          <ac:spMkLst>
            <pc:docMk/>
            <pc:sldMk cId="2494168529" sldId="300"/>
            <ac:spMk id="14" creationId="{C922CD82-7E9A-52F4-9EAF-A445327B46E7}"/>
          </ac:spMkLst>
        </pc:spChg>
        <pc:spChg chg="mod">
          <ac:chgData name="Théo BORTOLOTTO" userId="6c10db7e5b5c4e86" providerId="LiveId" clId="{1DF3B03B-8C1D-476F-A31F-50A791A009CB}" dt="2025-03-02T12:13:36.142" v="307" actId="20577"/>
          <ac:spMkLst>
            <pc:docMk/>
            <pc:sldMk cId="2494168529" sldId="300"/>
            <ac:spMk id="15" creationId="{999E94BA-90D5-EBF7-BDB0-83DF8B494ACC}"/>
          </ac:spMkLst>
        </pc:spChg>
        <pc:spChg chg="del">
          <ac:chgData name="Théo BORTOLOTTO" userId="6c10db7e5b5c4e86" providerId="LiveId" clId="{1DF3B03B-8C1D-476F-A31F-50A791A009CB}" dt="2025-03-04T13:19:26.643" v="950" actId="478"/>
          <ac:spMkLst>
            <pc:docMk/>
            <pc:sldMk cId="2494168529" sldId="300"/>
            <ac:spMk id="16" creationId="{8CDB5E32-DD72-510F-B24C-377BEA17BC0E}"/>
          </ac:spMkLst>
        </pc:spChg>
        <pc:spChg chg="del">
          <ac:chgData name="Théo BORTOLOTTO" userId="6c10db7e5b5c4e86" providerId="LiveId" clId="{1DF3B03B-8C1D-476F-A31F-50A791A009CB}" dt="2025-03-04T13:19:26.643" v="950" actId="478"/>
          <ac:spMkLst>
            <pc:docMk/>
            <pc:sldMk cId="2494168529" sldId="300"/>
            <ac:spMk id="17" creationId="{E51E3FD8-1BBA-B882-1753-AB89982F8DBF}"/>
          </ac:spMkLst>
        </pc:spChg>
        <pc:spChg chg="add del mod">
          <ac:chgData name="Théo BORTOLOTTO" userId="6c10db7e5b5c4e86" providerId="LiveId" clId="{1DF3B03B-8C1D-476F-A31F-50A791A009CB}" dt="2025-03-04T13:25:11.132" v="1163" actId="478"/>
          <ac:spMkLst>
            <pc:docMk/>
            <pc:sldMk cId="2494168529" sldId="300"/>
            <ac:spMk id="19" creationId="{6CF451F1-9713-6591-2395-44B81761D914}"/>
          </ac:spMkLst>
        </pc:spChg>
        <pc:spChg chg="del">
          <ac:chgData name="Théo BORTOLOTTO" userId="6c10db7e5b5c4e86" providerId="LiveId" clId="{1DF3B03B-8C1D-476F-A31F-50A791A009CB}" dt="2025-03-04T13:19:26.643" v="950" actId="478"/>
          <ac:spMkLst>
            <pc:docMk/>
            <pc:sldMk cId="2494168529" sldId="300"/>
            <ac:spMk id="22" creationId="{0D10EF26-A75A-83E4-795F-14945CB75544}"/>
          </ac:spMkLst>
        </pc:spChg>
        <pc:spChg chg="del">
          <ac:chgData name="Théo BORTOLOTTO" userId="6c10db7e5b5c4e86" providerId="LiveId" clId="{1DF3B03B-8C1D-476F-A31F-50A791A009CB}" dt="2025-03-04T13:19:26.643" v="950" actId="478"/>
          <ac:spMkLst>
            <pc:docMk/>
            <pc:sldMk cId="2494168529" sldId="300"/>
            <ac:spMk id="24" creationId="{681BE0EF-1532-A9E5-560D-CD9F0FF47648}"/>
          </ac:spMkLst>
        </pc:spChg>
        <pc:spChg chg="del">
          <ac:chgData name="Théo BORTOLOTTO" userId="6c10db7e5b5c4e86" providerId="LiveId" clId="{1DF3B03B-8C1D-476F-A31F-50A791A009CB}" dt="2025-03-04T13:19:26.643" v="950" actId="478"/>
          <ac:spMkLst>
            <pc:docMk/>
            <pc:sldMk cId="2494168529" sldId="300"/>
            <ac:spMk id="25" creationId="{E1F80759-845B-555B-C0EF-1A90C493590C}"/>
          </ac:spMkLst>
        </pc:spChg>
        <pc:spChg chg="del">
          <ac:chgData name="Théo BORTOLOTTO" userId="6c10db7e5b5c4e86" providerId="LiveId" clId="{1DF3B03B-8C1D-476F-A31F-50A791A009CB}" dt="2025-03-04T13:19:26.643" v="950" actId="478"/>
          <ac:spMkLst>
            <pc:docMk/>
            <pc:sldMk cId="2494168529" sldId="300"/>
            <ac:spMk id="26" creationId="{6848E1DB-287D-D6B4-F34C-666385CF2D0E}"/>
          </ac:spMkLst>
        </pc:spChg>
        <pc:spChg chg="add del mod">
          <ac:chgData name="Théo BORTOLOTTO" userId="6c10db7e5b5c4e86" providerId="LiveId" clId="{1DF3B03B-8C1D-476F-A31F-50A791A009CB}" dt="2025-03-04T13:25:11.132" v="1163" actId="478"/>
          <ac:spMkLst>
            <pc:docMk/>
            <pc:sldMk cId="2494168529" sldId="300"/>
            <ac:spMk id="28" creationId="{B9BC9457-88A2-8644-ECB3-326372123D80}"/>
          </ac:spMkLst>
        </pc:spChg>
        <pc:spChg chg="add del mod">
          <ac:chgData name="Théo BORTOLOTTO" userId="6c10db7e5b5c4e86" providerId="LiveId" clId="{1DF3B03B-8C1D-476F-A31F-50A791A009CB}" dt="2025-03-04T13:25:11.132" v="1163" actId="478"/>
          <ac:spMkLst>
            <pc:docMk/>
            <pc:sldMk cId="2494168529" sldId="300"/>
            <ac:spMk id="29" creationId="{25023E1D-0C06-EAB0-AC15-26D1DA5DEFBB}"/>
          </ac:spMkLst>
        </pc:spChg>
        <pc:spChg chg="add del mod">
          <ac:chgData name="Théo BORTOLOTTO" userId="6c10db7e5b5c4e86" providerId="LiveId" clId="{1DF3B03B-8C1D-476F-A31F-50A791A009CB}" dt="2025-03-04T13:25:11.132" v="1163" actId="478"/>
          <ac:spMkLst>
            <pc:docMk/>
            <pc:sldMk cId="2494168529" sldId="300"/>
            <ac:spMk id="30" creationId="{1DC4E342-3232-98F2-4C57-06EC51D072AE}"/>
          </ac:spMkLst>
        </pc:spChg>
        <pc:spChg chg="add mod">
          <ac:chgData name="Théo BORTOLOTTO" userId="6c10db7e5b5c4e86" providerId="LiveId" clId="{1DF3B03B-8C1D-476F-A31F-50A791A009CB}" dt="2025-03-04T13:25:12.393" v="1165"/>
          <ac:spMkLst>
            <pc:docMk/>
            <pc:sldMk cId="2494168529" sldId="300"/>
            <ac:spMk id="31" creationId="{B4A0763C-BFFF-1E56-E67F-8FAA7C10E168}"/>
          </ac:spMkLst>
        </pc:spChg>
        <pc:spChg chg="add mod">
          <ac:chgData name="Théo BORTOLOTTO" userId="6c10db7e5b5c4e86" providerId="LiveId" clId="{1DF3B03B-8C1D-476F-A31F-50A791A009CB}" dt="2025-03-04T13:25:12.393" v="1165"/>
          <ac:spMkLst>
            <pc:docMk/>
            <pc:sldMk cId="2494168529" sldId="300"/>
            <ac:spMk id="32" creationId="{8088D3D6-1226-47EB-64FA-774B325C6819}"/>
          </ac:spMkLst>
        </pc:spChg>
        <pc:spChg chg="add mod">
          <ac:chgData name="Théo BORTOLOTTO" userId="6c10db7e5b5c4e86" providerId="LiveId" clId="{1DF3B03B-8C1D-476F-A31F-50A791A009CB}" dt="2025-03-04T13:25:12.393" v="1165"/>
          <ac:spMkLst>
            <pc:docMk/>
            <pc:sldMk cId="2494168529" sldId="300"/>
            <ac:spMk id="33" creationId="{1BF75966-2F4F-256C-5DBF-E18D10078398}"/>
          </ac:spMkLst>
        </pc:spChg>
        <pc:spChg chg="add mod">
          <ac:chgData name="Théo BORTOLOTTO" userId="6c10db7e5b5c4e86" providerId="LiveId" clId="{1DF3B03B-8C1D-476F-A31F-50A791A009CB}" dt="2025-03-04T13:25:12.393" v="1165"/>
          <ac:spMkLst>
            <pc:docMk/>
            <pc:sldMk cId="2494168529" sldId="300"/>
            <ac:spMk id="34" creationId="{D2CBD139-100B-CBAD-9A79-282F77789F0A}"/>
          </ac:spMkLst>
        </pc:spChg>
        <pc:spChg chg="add mod">
          <ac:chgData name="Théo BORTOLOTTO" userId="6c10db7e5b5c4e86" providerId="LiveId" clId="{1DF3B03B-8C1D-476F-A31F-50A791A009CB}" dt="2025-03-04T13:25:12.393" v="1165"/>
          <ac:spMkLst>
            <pc:docMk/>
            <pc:sldMk cId="2494168529" sldId="300"/>
            <ac:spMk id="35" creationId="{3388A8ED-BBF9-ED4F-EB38-9A9D46683C66}"/>
          </ac:spMkLst>
        </pc:spChg>
        <pc:spChg chg="add mod">
          <ac:chgData name="Théo BORTOLOTTO" userId="6c10db7e5b5c4e86" providerId="LiveId" clId="{1DF3B03B-8C1D-476F-A31F-50A791A009CB}" dt="2025-03-04T13:25:12.393" v="1165"/>
          <ac:spMkLst>
            <pc:docMk/>
            <pc:sldMk cId="2494168529" sldId="300"/>
            <ac:spMk id="36" creationId="{5249CF38-07C5-22BE-A331-A223A1A0FDBD}"/>
          </ac:spMkLst>
        </pc:spChg>
        <pc:spChg chg="add mod">
          <ac:chgData name="Théo BORTOLOTTO" userId="6c10db7e5b5c4e86" providerId="LiveId" clId="{1DF3B03B-8C1D-476F-A31F-50A791A009CB}" dt="2025-03-04T13:25:12.393" v="1165"/>
          <ac:spMkLst>
            <pc:docMk/>
            <pc:sldMk cId="2494168529" sldId="300"/>
            <ac:spMk id="37" creationId="{E6EDDCF4-6ACE-7F94-F402-61EE9F4E9E0A}"/>
          </ac:spMkLst>
        </pc:spChg>
        <pc:graphicFrameChg chg="add mod">
          <ac:chgData name="Théo BORTOLOTTO" userId="6c10db7e5b5c4e86" providerId="LiveId" clId="{1DF3B03B-8C1D-476F-A31F-50A791A009CB}" dt="2025-03-02T12:13:42.387" v="309"/>
          <ac:graphicFrameMkLst>
            <pc:docMk/>
            <pc:sldMk cId="2494168529" sldId="300"/>
            <ac:graphicFrameMk id="6" creationId="{AC112C72-0582-326B-E313-3882BC1161E4}"/>
          </ac:graphicFrameMkLst>
        </pc:graphicFrameChg>
        <pc:picChg chg="add mod">
          <ac:chgData name="Théo BORTOLOTTO" userId="6c10db7e5b5c4e86" providerId="LiveId" clId="{1DF3B03B-8C1D-476F-A31F-50A791A009CB}" dt="2025-03-02T12:14:44.131" v="337"/>
          <ac:picMkLst>
            <pc:docMk/>
            <pc:sldMk cId="2494168529" sldId="300"/>
            <ac:picMk id="7" creationId="{7A562AC9-E1D7-714D-64D3-D6E336F42A91}"/>
          </ac:picMkLst>
        </pc:picChg>
      </pc:sldChg>
      <pc:sldChg chg="addSp delSp modSp add mod ord">
        <pc:chgData name="Théo BORTOLOTTO" userId="6c10db7e5b5c4e86" providerId="LiveId" clId="{1DF3B03B-8C1D-476F-A31F-50A791A009CB}" dt="2025-03-04T13:25:14.468" v="1167"/>
        <pc:sldMkLst>
          <pc:docMk/>
          <pc:sldMk cId="2161024324" sldId="301"/>
        </pc:sldMkLst>
        <pc:spChg chg="add mod">
          <ac:chgData name="Théo BORTOLOTTO" userId="6c10db7e5b5c4e86" providerId="LiveId" clId="{1DF3B03B-8C1D-476F-A31F-50A791A009CB}" dt="2025-03-03T13:52:12.565" v="471"/>
          <ac:spMkLst>
            <pc:docMk/>
            <pc:sldMk cId="2161024324" sldId="301"/>
            <ac:spMk id="2" creationId="{42C07EE6-C2AE-70ED-62B0-F1EE29C32C8D}"/>
          </ac:spMkLst>
        </pc:spChg>
        <pc:spChg chg="add del mod">
          <ac:chgData name="Théo BORTOLOTTO" userId="6c10db7e5b5c4e86" providerId="LiveId" clId="{1DF3B03B-8C1D-476F-A31F-50A791A009CB}" dt="2025-03-04T13:25:14.168" v="1166" actId="478"/>
          <ac:spMkLst>
            <pc:docMk/>
            <pc:sldMk cId="2161024324" sldId="301"/>
            <ac:spMk id="2" creationId="{992FBA44-3B30-C776-6CB9-6003F03716E6}"/>
          </ac:spMkLst>
        </pc:spChg>
        <pc:spChg chg="del">
          <ac:chgData name="Théo BORTOLOTTO" userId="6c10db7e5b5c4e86" providerId="LiveId" clId="{1DF3B03B-8C1D-476F-A31F-50A791A009CB}" dt="2025-03-03T13:52:15.992" v="472" actId="478"/>
          <ac:spMkLst>
            <pc:docMk/>
            <pc:sldMk cId="2161024324" sldId="301"/>
            <ac:spMk id="3" creationId="{AEBA176C-C41E-C845-91C4-FE86E55A2DB4}"/>
          </ac:spMkLst>
        </pc:spChg>
        <pc:spChg chg="add del mod">
          <ac:chgData name="Théo BORTOLOTTO" userId="6c10db7e5b5c4e86" providerId="LiveId" clId="{1DF3B03B-8C1D-476F-A31F-50A791A009CB}" dt="2025-03-04T13:25:14.168" v="1166" actId="478"/>
          <ac:spMkLst>
            <pc:docMk/>
            <pc:sldMk cId="2161024324" sldId="301"/>
            <ac:spMk id="3" creationId="{F1FDCD5E-102C-5BE1-F2F8-0F5C5B59CBA0}"/>
          </ac:spMkLst>
        </pc:spChg>
        <pc:spChg chg="add mod">
          <ac:chgData name="Théo BORTOLOTTO" userId="6c10db7e5b5c4e86" providerId="LiveId" clId="{1DF3B03B-8C1D-476F-A31F-50A791A009CB}" dt="2025-03-03T13:52:16.225" v="473"/>
          <ac:spMkLst>
            <pc:docMk/>
            <pc:sldMk cId="2161024324" sldId="301"/>
            <ac:spMk id="6" creationId="{31A3D10C-C1FF-DACD-4964-AF5B425D5B7E}"/>
          </ac:spMkLst>
        </pc:spChg>
        <pc:spChg chg="add del mod">
          <ac:chgData name="Théo BORTOLOTTO" userId="6c10db7e5b5c4e86" providerId="LiveId" clId="{1DF3B03B-8C1D-476F-A31F-50A791A009CB}" dt="2025-03-04T13:25:14.168" v="1166" actId="478"/>
          <ac:spMkLst>
            <pc:docMk/>
            <pc:sldMk cId="2161024324" sldId="301"/>
            <ac:spMk id="8" creationId="{B6C092C1-3F8D-4519-873B-7190B04FB6EA}"/>
          </ac:spMkLst>
        </pc:spChg>
        <pc:spChg chg="add del mod">
          <ac:chgData name="Théo BORTOLOTTO" userId="6c10db7e5b5c4e86" providerId="LiveId" clId="{1DF3B03B-8C1D-476F-A31F-50A791A009CB}" dt="2025-03-04T13:25:14.168" v="1166" actId="478"/>
          <ac:spMkLst>
            <pc:docMk/>
            <pc:sldMk cId="2161024324" sldId="301"/>
            <ac:spMk id="9" creationId="{F2AE7BAF-9A93-C469-E3EF-D3E3EBE35F1C}"/>
          </ac:spMkLst>
        </pc:spChg>
        <pc:spChg chg="del">
          <ac:chgData name="Théo BORTOLOTTO" userId="6c10db7e5b5c4e86" providerId="LiveId" clId="{1DF3B03B-8C1D-476F-A31F-50A791A009CB}" dt="2025-03-04T13:19:28.910" v="951" actId="478"/>
          <ac:spMkLst>
            <pc:docMk/>
            <pc:sldMk cId="2161024324" sldId="301"/>
            <ac:spMk id="12" creationId="{9F3D0046-5FE5-CCEA-FCA6-350BC5E94710}"/>
          </ac:spMkLst>
        </pc:spChg>
        <pc:spChg chg="del">
          <ac:chgData name="Théo BORTOLOTTO" userId="6c10db7e5b5c4e86" providerId="LiveId" clId="{1DF3B03B-8C1D-476F-A31F-50A791A009CB}" dt="2025-03-04T13:19:28.910" v="951" actId="478"/>
          <ac:spMkLst>
            <pc:docMk/>
            <pc:sldMk cId="2161024324" sldId="301"/>
            <ac:spMk id="13" creationId="{5198A8B0-B517-1541-A3BF-FF14A4D49E71}"/>
          </ac:spMkLst>
        </pc:spChg>
        <pc:spChg chg="del">
          <ac:chgData name="Théo BORTOLOTTO" userId="6c10db7e5b5c4e86" providerId="LiveId" clId="{1DF3B03B-8C1D-476F-A31F-50A791A009CB}" dt="2025-03-04T13:19:28.910" v="951" actId="478"/>
          <ac:spMkLst>
            <pc:docMk/>
            <pc:sldMk cId="2161024324" sldId="301"/>
            <ac:spMk id="14" creationId="{A035F851-DCAB-EB62-D082-88AE2930497A}"/>
          </ac:spMkLst>
        </pc:spChg>
        <pc:spChg chg="mod">
          <ac:chgData name="Théo BORTOLOTTO" userId="6c10db7e5b5c4e86" providerId="LiveId" clId="{1DF3B03B-8C1D-476F-A31F-50A791A009CB}" dt="2025-03-03T14:15:34.310" v="549" actId="20577"/>
          <ac:spMkLst>
            <pc:docMk/>
            <pc:sldMk cId="2161024324" sldId="301"/>
            <ac:spMk id="15" creationId="{4FB4F999-D4BB-31E1-BE09-F734D0DA691F}"/>
          </ac:spMkLst>
        </pc:spChg>
        <pc:spChg chg="del">
          <ac:chgData name="Théo BORTOLOTTO" userId="6c10db7e5b5c4e86" providerId="LiveId" clId="{1DF3B03B-8C1D-476F-A31F-50A791A009CB}" dt="2025-03-04T13:19:28.910" v="951" actId="478"/>
          <ac:spMkLst>
            <pc:docMk/>
            <pc:sldMk cId="2161024324" sldId="301"/>
            <ac:spMk id="17" creationId="{609C88D1-279D-ED59-9275-C4279BC19690}"/>
          </ac:spMkLst>
        </pc:spChg>
        <pc:spChg chg="del">
          <ac:chgData name="Théo BORTOLOTTO" userId="6c10db7e5b5c4e86" providerId="LiveId" clId="{1DF3B03B-8C1D-476F-A31F-50A791A009CB}" dt="2025-03-04T13:19:28.910" v="951" actId="478"/>
          <ac:spMkLst>
            <pc:docMk/>
            <pc:sldMk cId="2161024324" sldId="301"/>
            <ac:spMk id="18" creationId="{133E4AA4-AA41-D205-E0FA-041D67E9FEB4}"/>
          </ac:spMkLst>
        </pc:spChg>
        <pc:spChg chg="add del mod">
          <ac:chgData name="Théo BORTOLOTTO" userId="6c10db7e5b5c4e86" providerId="LiveId" clId="{1DF3B03B-8C1D-476F-A31F-50A791A009CB}" dt="2025-03-04T13:25:14.168" v="1166" actId="478"/>
          <ac:spMkLst>
            <pc:docMk/>
            <pc:sldMk cId="2161024324" sldId="301"/>
            <ac:spMk id="19" creationId="{1FCBDD85-9656-4FDB-EEAC-9CF4534685D4}"/>
          </ac:spMkLst>
        </pc:spChg>
        <pc:spChg chg="del">
          <ac:chgData name="Théo BORTOLOTTO" userId="6c10db7e5b5c4e86" providerId="LiveId" clId="{1DF3B03B-8C1D-476F-A31F-50A791A009CB}" dt="2025-03-04T13:19:28.910" v="951" actId="478"/>
          <ac:spMkLst>
            <pc:docMk/>
            <pc:sldMk cId="2161024324" sldId="301"/>
            <ac:spMk id="20" creationId="{ADDA5D0A-26B5-F7A9-5410-F7B9EC1CBA7E}"/>
          </ac:spMkLst>
        </pc:spChg>
        <pc:spChg chg="del">
          <ac:chgData name="Théo BORTOLOTTO" userId="6c10db7e5b5c4e86" providerId="LiveId" clId="{1DF3B03B-8C1D-476F-A31F-50A791A009CB}" dt="2025-03-04T13:19:28.910" v="951" actId="478"/>
          <ac:spMkLst>
            <pc:docMk/>
            <pc:sldMk cId="2161024324" sldId="301"/>
            <ac:spMk id="21" creationId="{26F04411-FBA2-227F-06CA-81A9C68D6BC2}"/>
          </ac:spMkLst>
        </pc:spChg>
        <pc:spChg chg="del">
          <ac:chgData name="Théo BORTOLOTTO" userId="6c10db7e5b5c4e86" providerId="LiveId" clId="{1DF3B03B-8C1D-476F-A31F-50A791A009CB}" dt="2025-03-04T13:19:28.910" v="951" actId="478"/>
          <ac:spMkLst>
            <pc:docMk/>
            <pc:sldMk cId="2161024324" sldId="301"/>
            <ac:spMk id="22" creationId="{9AFCF9D0-419F-48E4-7497-0ECEADE6FD91}"/>
          </ac:spMkLst>
        </pc:spChg>
        <pc:spChg chg="del">
          <ac:chgData name="Théo BORTOLOTTO" userId="6c10db7e5b5c4e86" providerId="LiveId" clId="{1DF3B03B-8C1D-476F-A31F-50A791A009CB}" dt="2025-03-04T13:19:28.910" v="951" actId="478"/>
          <ac:spMkLst>
            <pc:docMk/>
            <pc:sldMk cId="2161024324" sldId="301"/>
            <ac:spMk id="23" creationId="{7C8595EB-B019-7474-9560-400CFA5900A6}"/>
          </ac:spMkLst>
        </pc:spChg>
        <pc:spChg chg="del">
          <ac:chgData name="Théo BORTOLOTTO" userId="6c10db7e5b5c4e86" providerId="LiveId" clId="{1DF3B03B-8C1D-476F-A31F-50A791A009CB}" dt="2025-03-04T13:19:28.910" v="951" actId="478"/>
          <ac:spMkLst>
            <pc:docMk/>
            <pc:sldMk cId="2161024324" sldId="301"/>
            <ac:spMk id="24" creationId="{33679636-5BB6-E29C-8686-E8AE1995EBC2}"/>
          </ac:spMkLst>
        </pc:spChg>
        <pc:spChg chg="del">
          <ac:chgData name="Théo BORTOLOTTO" userId="6c10db7e5b5c4e86" providerId="LiveId" clId="{1DF3B03B-8C1D-476F-A31F-50A791A009CB}" dt="2025-03-04T13:19:30.072" v="952" actId="478"/>
          <ac:spMkLst>
            <pc:docMk/>
            <pc:sldMk cId="2161024324" sldId="301"/>
            <ac:spMk id="26" creationId="{AAF910A7-D096-9AD2-07C4-04A3DC15EA35}"/>
          </ac:spMkLst>
        </pc:spChg>
        <pc:spChg chg="add del mod">
          <ac:chgData name="Théo BORTOLOTTO" userId="6c10db7e5b5c4e86" providerId="LiveId" clId="{1DF3B03B-8C1D-476F-A31F-50A791A009CB}" dt="2025-03-04T13:25:14.168" v="1166" actId="478"/>
          <ac:spMkLst>
            <pc:docMk/>
            <pc:sldMk cId="2161024324" sldId="301"/>
            <ac:spMk id="28" creationId="{A544EF78-BE61-CCF5-0153-8A5FFD99DC1F}"/>
          </ac:spMkLst>
        </pc:spChg>
        <pc:spChg chg="add del mod">
          <ac:chgData name="Théo BORTOLOTTO" userId="6c10db7e5b5c4e86" providerId="LiveId" clId="{1DF3B03B-8C1D-476F-A31F-50A791A009CB}" dt="2025-03-04T13:25:14.168" v="1166" actId="478"/>
          <ac:spMkLst>
            <pc:docMk/>
            <pc:sldMk cId="2161024324" sldId="301"/>
            <ac:spMk id="29" creationId="{0F25FE17-3889-316B-5837-56F45C5CC4BF}"/>
          </ac:spMkLst>
        </pc:spChg>
        <pc:spChg chg="add mod">
          <ac:chgData name="Théo BORTOLOTTO" userId="6c10db7e5b5c4e86" providerId="LiveId" clId="{1DF3B03B-8C1D-476F-A31F-50A791A009CB}" dt="2025-03-04T13:25:14.468" v="1167"/>
          <ac:spMkLst>
            <pc:docMk/>
            <pc:sldMk cId="2161024324" sldId="301"/>
            <ac:spMk id="30" creationId="{3F064BBE-6330-4268-BFD4-9A222996FE10}"/>
          </ac:spMkLst>
        </pc:spChg>
        <pc:spChg chg="add mod">
          <ac:chgData name="Théo BORTOLOTTO" userId="6c10db7e5b5c4e86" providerId="LiveId" clId="{1DF3B03B-8C1D-476F-A31F-50A791A009CB}" dt="2025-03-04T13:25:14.468" v="1167"/>
          <ac:spMkLst>
            <pc:docMk/>
            <pc:sldMk cId="2161024324" sldId="301"/>
            <ac:spMk id="31" creationId="{FC23CE94-6E1E-0BC5-AB9A-6AD4857AE7B4}"/>
          </ac:spMkLst>
        </pc:spChg>
        <pc:spChg chg="add mod">
          <ac:chgData name="Théo BORTOLOTTO" userId="6c10db7e5b5c4e86" providerId="LiveId" clId="{1DF3B03B-8C1D-476F-A31F-50A791A009CB}" dt="2025-03-04T13:25:14.468" v="1167"/>
          <ac:spMkLst>
            <pc:docMk/>
            <pc:sldMk cId="2161024324" sldId="301"/>
            <ac:spMk id="32" creationId="{BDE02BB0-86E9-9711-4D99-8A3669A765A0}"/>
          </ac:spMkLst>
        </pc:spChg>
        <pc:spChg chg="add mod">
          <ac:chgData name="Théo BORTOLOTTO" userId="6c10db7e5b5c4e86" providerId="LiveId" clId="{1DF3B03B-8C1D-476F-A31F-50A791A009CB}" dt="2025-03-04T13:25:14.468" v="1167"/>
          <ac:spMkLst>
            <pc:docMk/>
            <pc:sldMk cId="2161024324" sldId="301"/>
            <ac:spMk id="33" creationId="{81E103D7-0291-EFD1-1EB5-54FF94D80D1D}"/>
          </ac:spMkLst>
        </pc:spChg>
        <pc:spChg chg="add mod">
          <ac:chgData name="Théo BORTOLOTTO" userId="6c10db7e5b5c4e86" providerId="LiveId" clId="{1DF3B03B-8C1D-476F-A31F-50A791A009CB}" dt="2025-03-04T13:25:14.468" v="1167"/>
          <ac:spMkLst>
            <pc:docMk/>
            <pc:sldMk cId="2161024324" sldId="301"/>
            <ac:spMk id="34" creationId="{7C12E5D5-A775-D902-1A91-90A704D8F923}"/>
          </ac:spMkLst>
        </pc:spChg>
        <pc:spChg chg="add mod">
          <ac:chgData name="Théo BORTOLOTTO" userId="6c10db7e5b5c4e86" providerId="LiveId" clId="{1DF3B03B-8C1D-476F-A31F-50A791A009CB}" dt="2025-03-04T13:25:14.468" v="1167"/>
          <ac:spMkLst>
            <pc:docMk/>
            <pc:sldMk cId="2161024324" sldId="301"/>
            <ac:spMk id="35" creationId="{66E76501-B9D7-4EEA-846E-A032B8ABB529}"/>
          </ac:spMkLst>
        </pc:spChg>
        <pc:spChg chg="add mod">
          <ac:chgData name="Théo BORTOLOTTO" userId="6c10db7e5b5c4e86" providerId="LiveId" clId="{1DF3B03B-8C1D-476F-A31F-50A791A009CB}" dt="2025-03-04T13:25:14.468" v="1167"/>
          <ac:spMkLst>
            <pc:docMk/>
            <pc:sldMk cId="2161024324" sldId="301"/>
            <ac:spMk id="36" creationId="{22FAEB36-5C31-D3A3-D19E-EB78D5C72127}"/>
          </ac:spMkLst>
        </pc:spChg>
        <pc:graphicFrameChg chg="add mod modGraphic">
          <ac:chgData name="Théo BORTOLOTTO" userId="6c10db7e5b5c4e86" providerId="LiveId" clId="{1DF3B03B-8C1D-476F-A31F-50A791A009CB}" dt="2025-03-02T12:08:32.239" v="293" actId="1076"/>
          <ac:graphicFrameMkLst>
            <pc:docMk/>
            <pc:sldMk cId="2161024324" sldId="301"/>
            <ac:graphicFrameMk id="7" creationId="{CDA185CC-83CC-126D-27BA-3D90BEB6F2C0}"/>
          </ac:graphicFrameMkLst>
        </pc:graphicFrameChg>
        <pc:picChg chg="add mod">
          <ac:chgData name="Théo BORTOLOTTO" userId="6c10db7e5b5c4e86" providerId="LiveId" clId="{1DF3B03B-8C1D-476F-A31F-50A791A009CB}" dt="2025-03-02T12:14:41.819" v="336" actId="1076"/>
          <ac:picMkLst>
            <pc:docMk/>
            <pc:sldMk cId="2161024324" sldId="301"/>
            <ac:picMk id="2050" creationId="{B3053DAF-F27F-ADDA-E518-1467A6762078}"/>
          </ac:picMkLst>
        </pc:picChg>
      </pc:sldChg>
      <pc:sldChg chg="addSp delSp modSp add mod ord">
        <pc:chgData name="Théo BORTOLOTTO" userId="6c10db7e5b5c4e86" providerId="LiveId" clId="{1DF3B03B-8C1D-476F-A31F-50A791A009CB}" dt="2025-03-04T13:24:54.670" v="1154"/>
        <pc:sldMkLst>
          <pc:docMk/>
          <pc:sldMk cId="1330924287" sldId="302"/>
        </pc:sldMkLst>
        <pc:spChg chg="add del mod">
          <ac:chgData name="Théo BORTOLOTTO" userId="6c10db7e5b5c4e86" providerId="LiveId" clId="{1DF3B03B-8C1D-476F-A31F-50A791A009CB}" dt="2025-03-04T13:24:53.904" v="1153" actId="478"/>
          <ac:spMkLst>
            <pc:docMk/>
            <pc:sldMk cId="1330924287" sldId="302"/>
            <ac:spMk id="6" creationId="{F46C7899-B386-5C82-50A6-16A98288D185}"/>
          </ac:spMkLst>
        </pc:spChg>
        <pc:spChg chg="add del mod">
          <ac:chgData name="Théo BORTOLOTTO" userId="6c10db7e5b5c4e86" providerId="LiveId" clId="{1DF3B03B-8C1D-476F-A31F-50A791A009CB}" dt="2025-03-04T13:24:53.904" v="1153" actId="478"/>
          <ac:spMkLst>
            <pc:docMk/>
            <pc:sldMk cId="1330924287" sldId="302"/>
            <ac:spMk id="7" creationId="{BCB0CA8C-AAB8-88CF-25E0-0CD92B695D4C}"/>
          </ac:spMkLst>
        </pc:spChg>
        <pc:spChg chg="add del mod">
          <ac:chgData name="Théo BORTOLOTTO" userId="6c10db7e5b5c4e86" providerId="LiveId" clId="{1DF3B03B-8C1D-476F-A31F-50A791A009CB}" dt="2025-03-04T13:24:53.904" v="1153" actId="478"/>
          <ac:spMkLst>
            <pc:docMk/>
            <pc:sldMk cId="1330924287" sldId="302"/>
            <ac:spMk id="8" creationId="{EDB54709-09FA-60F5-04A9-5C5A2CD8BC03}"/>
          </ac:spMkLst>
        </pc:spChg>
        <pc:spChg chg="add del mod">
          <ac:chgData name="Théo BORTOLOTTO" userId="6c10db7e5b5c4e86" providerId="LiveId" clId="{1DF3B03B-8C1D-476F-A31F-50A791A009CB}" dt="2025-03-04T13:24:53.904" v="1153" actId="478"/>
          <ac:spMkLst>
            <pc:docMk/>
            <pc:sldMk cId="1330924287" sldId="302"/>
            <ac:spMk id="9" creationId="{86BEB2A3-7FF9-7832-D357-C17EDCC29414}"/>
          </ac:spMkLst>
        </pc:spChg>
        <pc:spChg chg="mod">
          <ac:chgData name="Théo BORTOLOTTO" userId="6c10db7e5b5c4e86" providerId="LiveId" clId="{1DF3B03B-8C1D-476F-A31F-50A791A009CB}" dt="2025-03-03T14:18:09.841" v="567" actId="20577"/>
          <ac:spMkLst>
            <pc:docMk/>
            <pc:sldMk cId="1330924287" sldId="302"/>
            <ac:spMk id="10" creationId="{C1416203-C3B0-D2FB-4893-81C88E936A39}"/>
          </ac:spMkLst>
        </pc:spChg>
        <pc:spChg chg="add del mod">
          <ac:chgData name="Théo BORTOLOTTO" userId="6c10db7e5b5c4e86" providerId="LiveId" clId="{1DF3B03B-8C1D-476F-A31F-50A791A009CB}" dt="2025-03-04T13:24:53.904" v="1153" actId="478"/>
          <ac:spMkLst>
            <pc:docMk/>
            <pc:sldMk cId="1330924287" sldId="302"/>
            <ac:spMk id="11" creationId="{8EB1DB1F-42CF-185A-4ADD-9268492CE069}"/>
          </ac:spMkLst>
        </pc:spChg>
        <pc:spChg chg="add del mod">
          <ac:chgData name="Théo BORTOLOTTO" userId="6c10db7e5b5c4e86" providerId="LiveId" clId="{1DF3B03B-8C1D-476F-A31F-50A791A009CB}" dt="2025-03-04T13:24:53.904" v="1153" actId="478"/>
          <ac:spMkLst>
            <pc:docMk/>
            <pc:sldMk cId="1330924287" sldId="302"/>
            <ac:spMk id="12" creationId="{192E22DC-F11C-E6F2-A87E-2D6FE5617B08}"/>
          </ac:spMkLst>
        </pc:spChg>
        <pc:spChg chg="add del mod">
          <ac:chgData name="Théo BORTOLOTTO" userId="6c10db7e5b5c4e86" providerId="LiveId" clId="{1DF3B03B-8C1D-476F-A31F-50A791A009CB}" dt="2025-03-04T13:24:53.904" v="1153" actId="478"/>
          <ac:spMkLst>
            <pc:docMk/>
            <pc:sldMk cId="1330924287" sldId="302"/>
            <ac:spMk id="13" creationId="{9607D6EA-4D9E-8933-3B21-F99BC07BF8CA}"/>
          </ac:spMkLst>
        </pc:spChg>
        <pc:spChg chg="del">
          <ac:chgData name="Théo BORTOLOTTO" userId="6c10db7e5b5c4e86" providerId="LiveId" clId="{1DF3B03B-8C1D-476F-A31F-50A791A009CB}" dt="2025-03-04T13:19:10.546" v="943" actId="478"/>
          <ac:spMkLst>
            <pc:docMk/>
            <pc:sldMk cId="1330924287" sldId="302"/>
            <ac:spMk id="15" creationId="{AD09479A-9DC7-C1BF-D1A1-6A8D8C7057E5}"/>
          </ac:spMkLst>
        </pc:spChg>
        <pc:spChg chg="del">
          <ac:chgData name="Théo BORTOLOTTO" userId="6c10db7e5b5c4e86" providerId="LiveId" clId="{1DF3B03B-8C1D-476F-A31F-50A791A009CB}" dt="2025-03-04T13:19:10.546" v="943" actId="478"/>
          <ac:spMkLst>
            <pc:docMk/>
            <pc:sldMk cId="1330924287" sldId="302"/>
            <ac:spMk id="17" creationId="{024CD6E7-4B51-21AD-13E4-FE2A85057C23}"/>
          </ac:spMkLst>
        </pc:spChg>
        <pc:spChg chg="del">
          <ac:chgData name="Théo BORTOLOTTO" userId="6c10db7e5b5c4e86" providerId="LiveId" clId="{1DF3B03B-8C1D-476F-A31F-50A791A009CB}" dt="2025-03-04T13:19:10.546" v="943" actId="478"/>
          <ac:spMkLst>
            <pc:docMk/>
            <pc:sldMk cId="1330924287" sldId="302"/>
            <ac:spMk id="18" creationId="{512ABBED-8C9B-D221-D290-F7F2F9A73674}"/>
          </ac:spMkLst>
        </pc:spChg>
        <pc:spChg chg="add mod">
          <ac:chgData name="Théo BORTOLOTTO" userId="6c10db7e5b5c4e86" providerId="LiveId" clId="{1DF3B03B-8C1D-476F-A31F-50A791A009CB}" dt="2025-03-04T13:24:54.670" v="1154"/>
          <ac:spMkLst>
            <pc:docMk/>
            <pc:sldMk cId="1330924287" sldId="302"/>
            <ac:spMk id="19" creationId="{CAB05292-AEDA-77B7-9D1E-277EF5AD6616}"/>
          </ac:spMkLst>
        </pc:spChg>
        <pc:spChg chg="add mod">
          <ac:chgData name="Théo BORTOLOTTO" userId="6c10db7e5b5c4e86" providerId="LiveId" clId="{1DF3B03B-8C1D-476F-A31F-50A791A009CB}" dt="2025-03-04T13:24:54.670" v="1154"/>
          <ac:spMkLst>
            <pc:docMk/>
            <pc:sldMk cId="1330924287" sldId="302"/>
            <ac:spMk id="22" creationId="{DC725A1F-4723-D28D-7419-B9B0E01D8304}"/>
          </ac:spMkLst>
        </pc:spChg>
        <pc:spChg chg="del">
          <ac:chgData name="Théo BORTOLOTTO" userId="6c10db7e5b5c4e86" providerId="LiveId" clId="{1DF3B03B-8C1D-476F-A31F-50A791A009CB}" dt="2025-03-04T13:19:10.546" v="943" actId="478"/>
          <ac:spMkLst>
            <pc:docMk/>
            <pc:sldMk cId="1330924287" sldId="302"/>
            <ac:spMk id="23" creationId="{1F01823F-74E0-05FE-80F0-52348DFEA6A7}"/>
          </ac:spMkLst>
        </pc:spChg>
        <pc:spChg chg="del">
          <ac:chgData name="Théo BORTOLOTTO" userId="6c10db7e5b5c4e86" providerId="LiveId" clId="{1DF3B03B-8C1D-476F-A31F-50A791A009CB}" dt="2025-03-04T13:19:10.546" v="943" actId="478"/>
          <ac:spMkLst>
            <pc:docMk/>
            <pc:sldMk cId="1330924287" sldId="302"/>
            <ac:spMk id="25" creationId="{D8C02C66-479C-7EB3-047E-DEFD6BC8E2E9}"/>
          </ac:spMkLst>
        </pc:spChg>
        <pc:spChg chg="del">
          <ac:chgData name="Théo BORTOLOTTO" userId="6c10db7e5b5c4e86" providerId="LiveId" clId="{1DF3B03B-8C1D-476F-A31F-50A791A009CB}" dt="2025-03-04T13:19:10.546" v="943" actId="478"/>
          <ac:spMkLst>
            <pc:docMk/>
            <pc:sldMk cId="1330924287" sldId="302"/>
            <ac:spMk id="26" creationId="{2040F6C6-2C93-AF2C-987E-8381EAD83399}"/>
          </ac:spMkLst>
        </pc:spChg>
        <pc:spChg chg="del">
          <ac:chgData name="Théo BORTOLOTTO" userId="6c10db7e5b5c4e86" providerId="LiveId" clId="{1DF3B03B-8C1D-476F-A31F-50A791A009CB}" dt="2025-03-04T13:19:10.546" v="943" actId="478"/>
          <ac:spMkLst>
            <pc:docMk/>
            <pc:sldMk cId="1330924287" sldId="302"/>
            <ac:spMk id="27" creationId="{4CB56AEC-2ABC-F240-1BA9-573982100287}"/>
          </ac:spMkLst>
        </pc:spChg>
        <pc:spChg chg="del">
          <ac:chgData name="Théo BORTOLOTTO" userId="6c10db7e5b5c4e86" providerId="LiveId" clId="{1DF3B03B-8C1D-476F-A31F-50A791A009CB}" dt="2025-03-04T13:19:10.546" v="943" actId="478"/>
          <ac:spMkLst>
            <pc:docMk/>
            <pc:sldMk cId="1330924287" sldId="302"/>
            <ac:spMk id="28" creationId="{DD977947-90D7-7880-0640-799D91E8FB25}"/>
          </ac:spMkLst>
        </pc:spChg>
        <pc:spChg chg="del">
          <ac:chgData name="Théo BORTOLOTTO" userId="6c10db7e5b5c4e86" providerId="LiveId" clId="{1DF3B03B-8C1D-476F-A31F-50A791A009CB}" dt="2025-03-04T13:19:10.546" v="943" actId="478"/>
          <ac:spMkLst>
            <pc:docMk/>
            <pc:sldMk cId="1330924287" sldId="302"/>
            <ac:spMk id="29" creationId="{0E0C3A36-B564-8664-4F57-79CCCAE2E8AB}"/>
          </ac:spMkLst>
        </pc:spChg>
        <pc:spChg chg="add mod">
          <ac:chgData name="Théo BORTOLOTTO" userId="6c10db7e5b5c4e86" providerId="LiveId" clId="{1DF3B03B-8C1D-476F-A31F-50A791A009CB}" dt="2025-03-04T13:24:54.670" v="1154"/>
          <ac:spMkLst>
            <pc:docMk/>
            <pc:sldMk cId="1330924287" sldId="302"/>
            <ac:spMk id="31" creationId="{F8C5E1DF-FB77-FD00-F410-CE375E1F97B4}"/>
          </ac:spMkLst>
        </pc:spChg>
        <pc:spChg chg="del">
          <ac:chgData name="Théo BORTOLOTTO" userId="6c10db7e5b5c4e86" providerId="LiveId" clId="{1DF3B03B-8C1D-476F-A31F-50A791A009CB}" dt="2025-03-04T13:19:10.546" v="943" actId="478"/>
          <ac:spMkLst>
            <pc:docMk/>
            <pc:sldMk cId="1330924287" sldId="302"/>
            <ac:spMk id="32" creationId="{0328CC5B-55ED-0001-316D-67A17464531A}"/>
          </ac:spMkLst>
        </pc:spChg>
        <pc:spChg chg="add mod">
          <ac:chgData name="Théo BORTOLOTTO" userId="6c10db7e5b5c4e86" providerId="LiveId" clId="{1DF3B03B-8C1D-476F-A31F-50A791A009CB}" dt="2025-03-04T13:24:54.670" v="1154"/>
          <ac:spMkLst>
            <pc:docMk/>
            <pc:sldMk cId="1330924287" sldId="302"/>
            <ac:spMk id="33" creationId="{2A637E26-87DF-4139-ADCE-57E37CE714A8}"/>
          </ac:spMkLst>
        </pc:spChg>
        <pc:spChg chg="add mod">
          <ac:chgData name="Théo BORTOLOTTO" userId="6c10db7e5b5c4e86" providerId="LiveId" clId="{1DF3B03B-8C1D-476F-A31F-50A791A009CB}" dt="2025-03-04T13:24:54.670" v="1154"/>
          <ac:spMkLst>
            <pc:docMk/>
            <pc:sldMk cId="1330924287" sldId="302"/>
            <ac:spMk id="34" creationId="{5FF8E14A-5042-9F32-C88D-B57931E8D304}"/>
          </ac:spMkLst>
        </pc:spChg>
        <pc:spChg chg="add mod">
          <ac:chgData name="Théo BORTOLOTTO" userId="6c10db7e5b5c4e86" providerId="LiveId" clId="{1DF3B03B-8C1D-476F-A31F-50A791A009CB}" dt="2025-03-04T13:24:54.670" v="1154"/>
          <ac:spMkLst>
            <pc:docMk/>
            <pc:sldMk cId="1330924287" sldId="302"/>
            <ac:spMk id="35" creationId="{CA683767-AA10-27FF-57FE-DCFB0967A62D}"/>
          </ac:spMkLst>
        </pc:spChg>
        <pc:spChg chg="add mod">
          <ac:chgData name="Théo BORTOLOTTO" userId="6c10db7e5b5c4e86" providerId="LiveId" clId="{1DF3B03B-8C1D-476F-A31F-50A791A009CB}" dt="2025-03-04T13:24:54.670" v="1154"/>
          <ac:spMkLst>
            <pc:docMk/>
            <pc:sldMk cId="1330924287" sldId="302"/>
            <ac:spMk id="36" creationId="{D3D05CBA-C3DA-4BC0-1AC2-E1082AA600DC}"/>
          </ac:spMkLst>
        </pc:spChg>
        <pc:graphicFrameChg chg="add mod modGraphic">
          <ac:chgData name="Théo BORTOLOTTO" userId="6c10db7e5b5c4e86" providerId="LiveId" clId="{1DF3B03B-8C1D-476F-A31F-50A791A009CB}" dt="2025-03-03T14:30:02.601" v="573" actId="255"/>
          <ac:graphicFrameMkLst>
            <pc:docMk/>
            <pc:sldMk cId="1330924287" sldId="302"/>
            <ac:graphicFrameMk id="3" creationId="{5D3055F6-A3EE-B2E7-DF28-59693237C13D}"/>
          </ac:graphicFrameMkLst>
        </pc:graphicFrameChg>
        <pc:graphicFrameChg chg="del">
          <ac:chgData name="Théo BORTOLOTTO" userId="6c10db7e5b5c4e86" providerId="LiveId" clId="{1DF3B03B-8C1D-476F-A31F-50A791A009CB}" dt="2025-03-03T14:29:15.846" v="568" actId="478"/>
          <ac:graphicFrameMkLst>
            <pc:docMk/>
            <pc:sldMk cId="1330924287" sldId="302"/>
            <ac:graphicFrameMk id="13" creationId="{D4EBCCDF-D9A7-E00E-1D0D-AB2B3675E656}"/>
          </ac:graphicFrameMkLst>
        </pc:graphicFrameChg>
        <pc:picChg chg="add mod">
          <ac:chgData name="Théo BORTOLOTTO" userId="6c10db7e5b5c4e86" providerId="LiveId" clId="{1DF3B03B-8C1D-476F-A31F-50A791A009CB}" dt="2025-03-03T14:18:00.604" v="561" actId="1076"/>
          <ac:picMkLst>
            <pc:docMk/>
            <pc:sldMk cId="1330924287" sldId="302"/>
            <ac:picMk id="3074" creationId="{F474F88C-8057-3880-0540-9FBD98581FC2}"/>
          </ac:picMkLst>
        </pc:picChg>
        <pc:picChg chg="del">
          <ac:chgData name="Théo BORTOLOTTO" userId="6c10db7e5b5c4e86" providerId="LiveId" clId="{1DF3B03B-8C1D-476F-A31F-50A791A009CB}" dt="2025-03-03T14:17:46.513" v="554" actId="478"/>
          <ac:picMkLst>
            <pc:docMk/>
            <pc:sldMk cId="1330924287" sldId="302"/>
            <ac:picMk id="17410" creationId="{32E12DE6-2870-8182-457D-D406699721BA}"/>
          </ac:picMkLst>
        </pc:picChg>
      </pc:sldChg>
      <pc:sldChg chg="addSp delSp modSp add mod">
        <pc:chgData name="Théo BORTOLOTTO" userId="6c10db7e5b5c4e86" providerId="LiveId" clId="{1DF3B03B-8C1D-476F-A31F-50A791A009CB}" dt="2025-03-04T13:25:18.296" v="1171"/>
        <pc:sldMkLst>
          <pc:docMk/>
          <pc:sldMk cId="1958832716" sldId="303"/>
        </pc:sldMkLst>
        <pc:spChg chg="mod">
          <ac:chgData name="Théo BORTOLOTTO" userId="6c10db7e5b5c4e86" providerId="LiveId" clId="{1DF3B03B-8C1D-476F-A31F-50A791A009CB}" dt="2025-03-04T12:07:44.380" v="653" actId="20577"/>
          <ac:spMkLst>
            <pc:docMk/>
            <pc:sldMk cId="1958832716" sldId="303"/>
            <ac:spMk id="2" creationId="{D8B8AB79-C1C5-C736-DD86-CE410386C4E2}"/>
          </ac:spMkLst>
        </pc:spChg>
        <pc:spChg chg="add del mod">
          <ac:chgData name="Théo BORTOLOTTO" userId="6c10db7e5b5c4e86" providerId="LiveId" clId="{1DF3B03B-8C1D-476F-A31F-50A791A009CB}" dt="2025-03-04T13:25:18.120" v="1170" actId="478"/>
          <ac:spMkLst>
            <pc:docMk/>
            <pc:sldMk cId="1958832716" sldId="303"/>
            <ac:spMk id="6" creationId="{12F03DD9-3F5F-8098-D8C5-6A83F1B16F9F}"/>
          </ac:spMkLst>
        </pc:spChg>
        <pc:spChg chg="del">
          <ac:chgData name="Théo BORTOLOTTO" userId="6c10db7e5b5c4e86" providerId="LiveId" clId="{1DF3B03B-8C1D-476F-A31F-50A791A009CB}" dt="2025-03-04T13:19:34.361" v="954" actId="478"/>
          <ac:spMkLst>
            <pc:docMk/>
            <pc:sldMk cId="1958832716" sldId="303"/>
            <ac:spMk id="7" creationId="{D281D894-7B2C-172F-F53F-FE04EB6EDF96}"/>
          </ac:spMkLst>
        </pc:spChg>
        <pc:spChg chg="add mod">
          <ac:chgData name="Théo BORTOLOTTO" userId="6c10db7e5b5c4e86" providerId="LiveId" clId="{1DF3B03B-8C1D-476F-A31F-50A791A009CB}" dt="2025-03-04T12:28:14.284" v="707" actId="12"/>
          <ac:spMkLst>
            <pc:docMk/>
            <pc:sldMk cId="1958832716" sldId="303"/>
            <ac:spMk id="8" creationId="{138301BE-3DC3-21FC-FCF4-C59B68321752}"/>
          </ac:spMkLst>
        </pc:spChg>
        <pc:spChg chg="del">
          <ac:chgData name="Théo BORTOLOTTO" userId="6c10db7e5b5c4e86" providerId="LiveId" clId="{1DF3B03B-8C1D-476F-A31F-50A791A009CB}" dt="2025-03-04T13:19:34.361" v="954" actId="478"/>
          <ac:spMkLst>
            <pc:docMk/>
            <pc:sldMk cId="1958832716" sldId="303"/>
            <ac:spMk id="9" creationId="{62A23021-F30C-BEFE-BC71-AC2E5433C603}"/>
          </ac:spMkLst>
        </pc:spChg>
        <pc:spChg chg="add del mod">
          <ac:chgData name="Théo BORTOLOTTO" userId="6c10db7e5b5c4e86" providerId="LiveId" clId="{1DF3B03B-8C1D-476F-A31F-50A791A009CB}" dt="2025-03-04T13:25:18.120" v="1170" actId="478"/>
          <ac:spMkLst>
            <pc:docMk/>
            <pc:sldMk cId="1958832716" sldId="303"/>
            <ac:spMk id="10" creationId="{7BC08113-F14A-DAF7-69DF-626BCEE60B9E}"/>
          </ac:spMkLst>
        </pc:spChg>
        <pc:spChg chg="del">
          <ac:chgData name="Théo BORTOLOTTO" userId="6c10db7e5b5c4e86" providerId="LiveId" clId="{1DF3B03B-8C1D-476F-A31F-50A791A009CB}" dt="2025-03-04T13:19:34.361" v="954" actId="478"/>
          <ac:spMkLst>
            <pc:docMk/>
            <pc:sldMk cId="1958832716" sldId="303"/>
            <ac:spMk id="11" creationId="{F1D15933-D8D0-A2ED-7ADF-2DE3885D727A}"/>
          </ac:spMkLst>
        </pc:spChg>
        <pc:spChg chg="add del mod">
          <ac:chgData name="Théo BORTOLOTTO" userId="6c10db7e5b5c4e86" providerId="LiveId" clId="{1DF3B03B-8C1D-476F-A31F-50A791A009CB}" dt="2025-03-04T13:25:18.120" v="1170" actId="478"/>
          <ac:spMkLst>
            <pc:docMk/>
            <pc:sldMk cId="1958832716" sldId="303"/>
            <ac:spMk id="12" creationId="{F4936602-23E0-1317-F825-BF5BE039C504}"/>
          </ac:spMkLst>
        </pc:spChg>
        <pc:spChg chg="add del mod">
          <ac:chgData name="Théo BORTOLOTTO" userId="6c10db7e5b5c4e86" providerId="LiveId" clId="{1DF3B03B-8C1D-476F-A31F-50A791A009CB}" dt="2025-03-04T13:25:18.120" v="1170" actId="478"/>
          <ac:spMkLst>
            <pc:docMk/>
            <pc:sldMk cId="1958832716" sldId="303"/>
            <ac:spMk id="14" creationId="{3290F0F5-8B97-70CC-3723-BD89EECDEE51}"/>
          </ac:spMkLst>
        </pc:spChg>
        <pc:spChg chg="add del mod">
          <ac:chgData name="Théo BORTOLOTTO" userId="6c10db7e5b5c4e86" providerId="LiveId" clId="{1DF3B03B-8C1D-476F-A31F-50A791A009CB}" dt="2025-03-04T13:25:18.120" v="1170" actId="478"/>
          <ac:spMkLst>
            <pc:docMk/>
            <pc:sldMk cId="1958832716" sldId="303"/>
            <ac:spMk id="15" creationId="{E46CC7EF-0CA5-6A7A-EA9F-DFD45DD257A1}"/>
          </ac:spMkLst>
        </pc:spChg>
        <pc:spChg chg="del">
          <ac:chgData name="Théo BORTOLOTTO" userId="6c10db7e5b5c4e86" providerId="LiveId" clId="{1DF3B03B-8C1D-476F-A31F-50A791A009CB}" dt="2025-03-04T13:19:34.361" v="954" actId="478"/>
          <ac:spMkLst>
            <pc:docMk/>
            <pc:sldMk cId="1958832716" sldId="303"/>
            <ac:spMk id="18" creationId="{3C743993-240E-6E08-2F3B-DEB34A2B612D}"/>
          </ac:spMkLst>
        </pc:spChg>
        <pc:spChg chg="del">
          <ac:chgData name="Théo BORTOLOTTO" userId="6c10db7e5b5c4e86" providerId="LiveId" clId="{1DF3B03B-8C1D-476F-A31F-50A791A009CB}" dt="2025-03-04T13:19:34.361" v="954" actId="478"/>
          <ac:spMkLst>
            <pc:docMk/>
            <pc:sldMk cId="1958832716" sldId="303"/>
            <ac:spMk id="19" creationId="{554226DA-1708-1B51-91DF-BD62A11216E5}"/>
          </ac:spMkLst>
        </pc:spChg>
        <pc:spChg chg="del">
          <ac:chgData name="Théo BORTOLOTTO" userId="6c10db7e5b5c4e86" providerId="LiveId" clId="{1DF3B03B-8C1D-476F-A31F-50A791A009CB}" dt="2025-03-04T13:19:34.361" v="954" actId="478"/>
          <ac:spMkLst>
            <pc:docMk/>
            <pc:sldMk cId="1958832716" sldId="303"/>
            <ac:spMk id="21" creationId="{129A5B51-BA54-7F8B-A2CD-F803926D9D1F}"/>
          </ac:spMkLst>
        </pc:spChg>
        <pc:spChg chg="del">
          <ac:chgData name="Théo BORTOLOTTO" userId="6c10db7e5b5c4e86" providerId="LiveId" clId="{1DF3B03B-8C1D-476F-A31F-50A791A009CB}" dt="2025-03-04T13:19:34.361" v="954" actId="478"/>
          <ac:spMkLst>
            <pc:docMk/>
            <pc:sldMk cId="1958832716" sldId="303"/>
            <ac:spMk id="22" creationId="{52E7C166-1B5D-7C58-2218-4AEA89584548}"/>
          </ac:spMkLst>
        </pc:spChg>
        <pc:spChg chg="del">
          <ac:chgData name="Théo BORTOLOTTO" userId="6c10db7e5b5c4e86" providerId="LiveId" clId="{1DF3B03B-8C1D-476F-A31F-50A791A009CB}" dt="2025-03-04T13:19:34.361" v="954" actId="478"/>
          <ac:spMkLst>
            <pc:docMk/>
            <pc:sldMk cId="1958832716" sldId="303"/>
            <ac:spMk id="24" creationId="{B00438E2-0BAC-4B1E-1E15-2CA91B0EDF9F}"/>
          </ac:spMkLst>
        </pc:spChg>
        <pc:spChg chg="del">
          <ac:chgData name="Théo BORTOLOTTO" userId="6c10db7e5b5c4e86" providerId="LiveId" clId="{1DF3B03B-8C1D-476F-A31F-50A791A009CB}" dt="2025-03-04T13:19:34.361" v="954" actId="478"/>
          <ac:spMkLst>
            <pc:docMk/>
            <pc:sldMk cId="1958832716" sldId="303"/>
            <ac:spMk id="25" creationId="{2D98B435-60B7-2843-CA4F-36352E6B4DDD}"/>
          </ac:spMkLst>
        </pc:spChg>
        <pc:spChg chg="del">
          <ac:chgData name="Théo BORTOLOTTO" userId="6c10db7e5b5c4e86" providerId="LiveId" clId="{1DF3B03B-8C1D-476F-A31F-50A791A009CB}" dt="2025-03-04T13:19:34.361" v="954" actId="478"/>
          <ac:spMkLst>
            <pc:docMk/>
            <pc:sldMk cId="1958832716" sldId="303"/>
            <ac:spMk id="26" creationId="{3AE9DB56-4F69-7F3C-4CE6-F4887D942B23}"/>
          </ac:spMkLst>
        </pc:spChg>
        <pc:spChg chg="add del mod">
          <ac:chgData name="Théo BORTOLOTTO" userId="6c10db7e5b5c4e86" providerId="LiveId" clId="{1DF3B03B-8C1D-476F-A31F-50A791A009CB}" dt="2025-03-04T13:25:18.120" v="1170" actId="478"/>
          <ac:spMkLst>
            <pc:docMk/>
            <pc:sldMk cId="1958832716" sldId="303"/>
            <ac:spMk id="27" creationId="{943C35CC-313C-4E44-88CB-2634D0D0DED6}"/>
          </ac:spMkLst>
        </pc:spChg>
        <pc:spChg chg="add del mod">
          <ac:chgData name="Théo BORTOLOTTO" userId="6c10db7e5b5c4e86" providerId="LiveId" clId="{1DF3B03B-8C1D-476F-A31F-50A791A009CB}" dt="2025-03-04T13:25:18.120" v="1170" actId="478"/>
          <ac:spMkLst>
            <pc:docMk/>
            <pc:sldMk cId="1958832716" sldId="303"/>
            <ac:spMk id="28" creationId="{95AAB329-44D3-815B-F68F-818616A7E72B}"/>
          </ac:spMkLst>
        </pc:spChg>
        <pc:spChg chg="add mod">
          <ac:chgData name="Théo BORTOLOTTO" userId="6c10db7e5b5c4e86" providerId="LiveId" clId="{1DF3B03B-8C1D-476F-A31F-50A791A009CB}" dt="2025-03-04T13:25:18.296" v="1171"/>
          <ac:spMkLst>
            <pc:docMk/>
            <pc:sldMk cId="1958832716" sldId="303"/>
            <ac:spMk id="29" creationId="{BD1588B9-05BE-7EEE-05CF-8183A2E3108F}"/>
          </ac:spMkLst>
        </pc:spChg>
        <pc:spChg chg="add mod">
          <ac:chgData name="Théo BORTOLOTTO" userId="6c10db7e5b5c4e86" providerId="LiveId" clId="{1DF3B03B-8C1D-476F-A31F-50A791A009CB}" dt="2025-03-04T13:25:18.296" v="1171"/>
          <ac:spMkLst>
            <pc:docMk/>
            <pc:sldMk cId="1958832716" sldId="303"/>
            <ac:spMk id="30" creationId="{934111A9-9B18-EE6A-37F9-E579C12DF349}"/>
          </ac:spMkLst>
        </pc:spChg>
        <pc:spChg chg="add mod">
          <ac:chgData name="Théo BORTOLOTTO" userId="6c10db7e5b5c4e86" providerId="LiveId" clId="{1DF3B03B-8C1D-476F-A31F-50A791A009CB}" dt="2025-03-04T13:25:18.296" v="1171"/>
          <ac:spMkLst>
            <pc:docMk/>
            <pc:sldMk cId="1958832716" sldId="303"/>
            <ac:spMk id="31" creationId="{55979CAC-E8C9-8E3C-2E47-6490157BD125}"/>
          </ac:spMkLst>
        </pc:spChg>
        <pc:spChg chg="add mod">
          <ac:chgData name="Théo BORTOLOTTO" userId="6c10db7e5b5c4e86" providerId="LiveId" clId="{1DF3B03B-8C1D-476F-A31F-50A791A009CB}" dt="2025-03-04T13:25:18.296" v="1171"/>
          <ac:spMkLst>
            <pc:docMk/>
            <pc:sldMk cId="1958832716" sldId="303"/>
            <ac:spMk id="32" creationId="{93E6641E-F06A-22F5-3FAE-36A297991C03}"/>
          </ac:spMkLst>
        </pc:spChg>
        <pc:spChg chg="add mod">
          <ac:chgData name="Théo BORTOLOTTO" userId="6c10db7e5b5c4e86" providerId="LiveId" clId="{1DF3B03B-8C1D-476F-A31F-50A791A009CB}" dt="2025-03-04T13:25:18.296" v="1171"/>
          <ac:spMkLst>
            <pc:docMk/>
            <pc:sldMk cId="1958832716" sldId="303"/>
            <ac:spMk id="33" creationId="{010AFD99-8437-A19C-D1D6-9135085B9D3F}"/>
          </ac:spMkLst>
        </pc:spChg>
        <pc:spChg chg="add mod">
          <ac:chgData name="Théo BORTOLOTTO" userId="6c10db7e5b5c4e86" providerId="LiveId" clId="{1DF3B03B-8C1D-476F-A31F-50A791A009CB}" dt="2025-03-04T13:25:18.296" v="1171"/>
          <ac:spMkLst>
            <pc:docMk/>
            <pc:sldMk cId="1958832716" sldId="303"/>
            <ac:spMk id="34" creationId="{5C4DDC95-EE75-1349-5A46-C3B20C89BC0D}"/>
          </ac:spMkLst>
        </pc:spChg>
        <pc:spChg chg="add mod">
          <ac:chgData name="Théo BORTOLOTTO" userId="6c10db7e5b5c4e86" providerId="LiveId" clId="{1DF3B03B-8C1D-476F-A31F-50A791A009CB}" dt="2025-03-04T13:25:18.296" v="1171"/>
          <ac:spMkLst>
            <pc:docMk/>
            <pc:sldMk cId="1958832716" sldId="303"/>
            <ac:spMk id="35" creationId="{FD4D92A5-DC16-6CD5-A496-B239F54F6259}"/>
          </ac:spMkLst>
        </pc:spChg>
        <pc:picChg chg="del mod">
          <ac:chgData name="Théo BORTOLOTTO" userId="6c10db7e5b5c4e86" providerId="LiveId" clId="{1DF3B03B-8C1D-476F-A31F-50A791A009CB}" dt="2025-03-04T12:07:52.882" v="657" actId="478"/>
          <ac:picMkLst>
            <pc:docMk/>
            <pc:sldMk cId="1958832716" sldId="303"/>
            <ac:picMk id="12" creationId="{780B68A8-8BF0-8892-DB65-38D79283F9FF}"/>
          </ac:picMkLst>
        </pc:picChg>
      </pc:sldChg>
      <pc:sldChg chg="addSp delSp modSp add mod delAnim">
        <pc:chgData name="Théo BORTOLOTTO" userId="6c10db7e5b5c4e86" providerId="LiveId" clId="{1DF3B03B-8C1D-476F-A31F-50A791A009CB}" dt="2025-03-04T12:36:21.654" v="751" actId="1076"/>
        <pc:sldMkLst>
          <pc:docMk/>
          <pc:sldMk cId="926716376" sldId="304"/>
        </pc:sldMkLst>
        <pc:spChg chg="del">
          <ac:chgData name="Théo BORTOLOTTO" userId="6c10db7e5b5c4e86" providerId="LiveId" clId="{1DF3B03B-8C1D-476F-A31F-50A791A009CB}" dt="2025-03-04T12:33:45.821" v="710" actId="478"/>
          <ac:spMkLst>
            <pc:docMk/>
            <pc:sldMk cId="926716376" sldId="304"/>
            <ac:spMk id="2" creationId="{361958D1-C225-320F-F43D-4FF636C12255}"/>
          </ac:spMkLst>
        </pc:spChg>
        <pc:spChg chg="del">
          <ac:chgData name="Théo BORTOLOTTO" userId="6c10db7e5b5c4e86" providerId="LiveId" clId="{1DF3B03B-8C1D-476F-A31F-50A791A009CB}" dt="2025-03-04T12:33:44.210" v="709" actId="478"/>
          <ac:spMkLst>
            <pc:docMk/>
            <pc:sldMk cId="926716376" sldId="304"/>
            <ac:spMk id="3" creationId="{B47382DB-C711-76B0-9CDC-C87C4C519BF8}"/>
          </ac:spMkLst>
        </pc:spChg>
        <pc:spChg chg="del">
          <ac:chgData name="Théo BORTOLOTTO" userId="6c10db7e5b5c4e86" providerId="LiveId" clId="{1DF3B03B-8C1D-476F-A31F-50A791A009CB}" dt="2025-03-04T12:33:44.210" v="709" actId="478"/>
          <ac:spMkLst>
            <pc:docMk/>
            <pc:sldMk cId="926716376" sldId="304"/>
            <ac:spMk id="6" creationId="{08A4CF1D-2B21-B22C-20F9-960C77BD7115}"/>
          </ac:spMkLst>
        </pc:spChg>
        <pc:spChg chg="del">
          <ac:chgData name="Théo BORTOLOTTO" userId="6c10db7e5b5c4e86" providerId="LiveId" clId="{1DF3B03B-8C1D-476F-A31F-50A791A009CB}" dt="2025-03-04T12:33:44.210" v="709" actId="478"/>
          <ac:spMkLst>
            <pc:docMk/>
            <pc:sldMk cId="926716376" sldId="304"/>
            <ac:spMk id="7" creationId="{7E4F7B8F-8396-406D-B4D4-825624B4EDAC}"/>
          </ac:spMkLst>
        </pc:spChg>
        <pc:spChg chg="del">
          <ac:chgData name="Théo BORTOLOTTO" userId="6c10db7e5b5c4e86" providerId="LiveId" clId="{1DF3B03B-8C1D-476F-A31F-50A791A009CB}" dt="2025-03-04T12:33:44.210" v="709" actId="478"/>
          <ac:spMkLst>
            <pc:docMk/>
            <pc:sldMk cId="926716376" sldId="304"/>
            <ac:spMk id="8" creationId="{91EE163A-0CAF-B8BB-62D0-233C02F444E2}"/>
          </ac:spMkLst>
        </pc:spChg>
        <pc:spChg chg="del">
          <ac:chgData name="Théo BORTOLOTTO" userId="6c10db7e5b5c4e86" providerId="LiveId" clId="{1DF3B03B-8C1D-476F-A31F-50A791A009CB}" dt="2025-03-04T12:33:44.210" v="709" actId="478"/>
          <ac:spMkLst>
            <pc:docMk/>
            <pc:sldMk cId="926716376" sldId="304"/>
            <ac:spMk id="9" creationId="{5B7C09C2-D336-C2C9-9E16-9A5F6012C9B5}"/>
          </ac:spMkLst>
        </pc:spChg>
        <pc:spChg chg="del">
          <ac:chgData name="Théo BORTOLOTTO" userId="6c10db7e5b5c4e86" providerId="LiveId" clId="{1DF3B03B-8C1D-476F-A31F-50A791A009CB}" dt="2025-03-04T12:33:44.210" v="709" actId="478"/>
          <ac:spMkLst>
            <pc:docMk/>
            <pc:sldMk cId="926716376" sldId="304"/>
            <ac:spMk id="10" creationId="{DE3E1640-F70D-B360-CE8C-443C258BCBC2}"/>
          </ac:spMkLst>
        </pc:spChg>
        <pc:spChg chg="mod">
          <ac:chgData name="Théo BORTOLOTTO" userId="6c10db7e5b5c4e86" providerId="LiveId" clId="{1DF3B03B-8C1D-476F-A31F-50A791A009CB}" dt="2025-03-04T12:33:46.438" v="711"/>
          <ac:spMkLst>
            <pc:docMk/>
            <pc:sldMk cId="926716376" sldId="304"/>
            <ac:spMk id="13" creationId="{98B64990-3521-40B5-206D-CECA01A82982}"/>
          </ac:spMkLst>
        </pc:spChg>
        <pc:spChg chg="add del mod">
          <ac:chgData name="Théo BORTOLOTTO" userId="6c10db7e5b5c4e86" providerId="LiveId" clId="{1DF3B03B-8C1D-476F-A31F-50A791A009CB}" dt="2025-03-04T12:36:10.526" v="747" actId="478"/>
          <ac:spMkLst>
            <pc:docMk/>
            <pc:sldMk cId="926716376" sldId="304"/>
            <ac:spMk id="14" creationId="{EE52BB83-6F53-3B23-C4E7-36BE8292763E}"/>
          </ac:spMkLst>
        </pc:spChg>
        <pc:grpChg chg="add del mod">
          <ac:chgData name="Théo BORTOLOTTO" userId="6c10db7e5b5c4e86" providerId="LiveId" clId="{1DF3B03B-8C1D-476F-A31F-50A791A009CB}" dt="2025-03-04T12:36:09.528" v="746" actId="478"/>
          <ac:grpSpMkLst>
            <pc:docMk/>
            <pc:sldMk cId="926716376" sldId="304"/>
            <ac:grpSpMk id="11" creationId="{B2DBE97A-BB13-48DB-FED8-5CFE332A9DBD}"/>
          </ac:grpSpMkLst>
        </pc:grpChg>
        <pc:picChg chg="mod">
          <ac:chgData name="Théo BORTOLOTTO" userId="6c10db7e5b5c4e86" providerId="LiveId" clId="{1DF3B03B-8C1D-476F-A31F-50A791A009CB}" dt="2025-03-04T12:33:46.438" v="711"/>
          <ac:picMkLst>
            <pc:docMk/>
            <pc:sldMk cId="926716376" sldId="304"/>
            <ac:picMk id="12" creationId="{4C0F9A1E-6749-4876-CA86-C69B0BB52533}"/>
          </ac:picMkLst>
        </pc:picChg>
        <pc:picChg chg="add del mod">
          <ac:chgData name="Théo BORTOLOTTO" userId="6c10db7e5b5c4e86" providerId="LiveId" clId="{1DF3B03B-8C1D-476F-A31F-50A791A009CB}" dt="2025-03-04T12:36:18.284" v="750" actId="1076"/>
          <ac:picMkLst>
            <pc:docMk/>
            <pc:sldMk cId="926716376" sldId="304"/>
            <ac:picMk id="15" creationId="{6F165E6D-6DC9-8238-15E6-FFB5D7458771}"/>
          </ac:picMkLst>
        </pc:picChg>
        <pc:picChg chg="add del mod">
          <ac:chgData name="Théo BORTOLOTTO" userId="6c10db7e5b5c4e86" providerId="LiveId" clId="{1DF3B03B-8C1D-476F-A31F-50A791A009CB}" dt="2025-03-04T12:36:21.654" v="751" actId="1076"/>
          <ac:picMkLst>
            <pc:docMk/>
            <pc:sldMk cId="926716376" sldId="304"/>
            <ac:picMk id="16" creationId="{DF50384E-F466-FD5B-11BE-E0E41F072661}"/>
          </ac:picMkLst>
        </pc:picChg>
      </pc:sldChg>
      <pc:sldChg chg="addSp delSp modSp add mod">
        <pc:chgData name="Théo BORTOLOTTO" userId="6c10db7e5b5c4e86" providerId="LiveId" clId="{1DF3B03B-8C1D-476F-A31F-50A791A009CB}" dt="2025-03-04T12:45:50.077" v="883" actId="20577"/>
        <pc:sldMkLst>
          <pc:docMk/>
          <pc:sldMk cId="2871719113" sldId="305"/>
        </pc:sldMkLst>
        <pc:spChg chg="mod">
          <ac:chgData name="Théo BORTOLOTTO" userId="6c10db7e5b5c4e86" providerId="LiveId" clId="{1DF3B03B-8C1D-476F-A31F-50A791A009CB}" dt="2025-03-04T12:45:44.105" v="872" actId="20577"/>
          <ac:spMkLst>
            <pc:docMk/>
            <pc:sldMk cId="2871719113" sldId="305"/>
            <ac:spMk id="7" creationId="{B2D6CE44-1FA8-E503-F508-69B017FEC852}"/>
          </ac:spMkLst>
        </pc:spChg>
        <pc:spChg chg="mod">
          <ac:chgData name="Théo BORTOLOTTO" userId="6c10db7e5b5c4e86" providerId="LiveId" clId="{1DF3B03B-8C1D-476F-A31F-50A791A009CB}" dt="2025-03-04T12:38:17.139" v="848" actId="20577"/>
          <ac:spMkLst>
            <pc:docMk/>
            <pc:sldMk cId="2871719113" sldId="305"/>
            <ac:spMk id="9" creationId="{0EC95CEE-C8B8-8F4E-AD75-A3EDDED3A82F}"/>
          </ac:spMkLst>
        </pc:spChg>
        <pc:spChg chg="mod">
          <ac:chgData name="Théo BORTOLOTTO" userId="6c10db7e5b5c4e86" providerId="LiveId" clId="{1DF3B03B-8C1D-476F-A31F-50A791A009CB}" dt="2025-03-04T12:36:37.382" v="757" actId="164"/>
          <ac:spMkLst>
            <pc:docMk/>
            <pc:sldMk cId="2871719113" sldId="305"/>
            <ac:spMk id="14" creationId="{3580650E-B79D-F791-C7BF-AF14A29790DE}"/>
          </ac:spMkLst>
        </pc:spChg>
        <pc:spChg chg="mod">
          <ac:chgData name="Théo BORTOLOTTO" userId="6c10db7e5b5c4e86" providerId="LiveId" clId="{1DF3B03B-8C1D-476F-A31F-50A791A009CB}" dt="2025-03-04T12:45:50.077" v="883" actId="20577"/>
          <ac:spMkLst>
            <pc:docMk/>
            <pc:sldMk cId="2871719113" sldId="305"/>
            <ac:spMk id="18" creationId="{7890296F-E8FE-8E69-FDEB-36A1EA39C27B}"/>
          </ac:spMkLst>
        </pc:spChg>
        <pc:spChg chg="mod">
          <ac:chgData name="Théo BORTOLOTTO" userId="6c10db7e5b5c4e86" providerId="LiveId" clId="{1DF3B03B-8C1D-476F-A31F-50A791A009CB}" dt="2025-03-04T12:38:09.503" v="840" actId="20577"/>
          <ac:spMkLst>
            <pc:docMk/>
            <pc:sldMk cId="2871719113" sldId="305"/>
            <ac:spMk id="20" creationId="{6B5EC69E-35D8-A723-55F9-EA5B5AC52BFC}"/>
          </ac:spMkLst>
        </pc:spChg>
        <pc:grpChg chg="add mod">
          <ac:chgData name="Théo BORTOLOTTO" userId="6c10db7e5b5c4e86" providerId="LiveId" clId="{1DF3B03B-8C1D-476F-A31F-50A791A009CB}" dt="2025-03-04T12:38:25.935" v="849" actId="1076"/>
          <ac:grpSpMkLst>
            <pc:docMk/>
            <pc:sldMk cId="2871719113" sldId="305"/>
            <ac:grpSpMk id="2" creationId="{3ACAE483-1ED4-753B-8E3E-29F8334C94AA}"/>
          </ac:grpSpMkLst>
        </pc:grpChg>
        <pc:grpChg chg="add mod">
          <ac:chgData name="Théo BORTOLOTTO" userId="6c10db7e5b5c4e86" providerId="LiveId" clId="{1DF3B03B-8C1D-476F-A31F-50A791A009CB}" dt="2025-03-04T12:37:47.352" v="799" actId="1076"/>
          <ac:grpSpMkLst>
            <pc:docMk/>
            <pc:sldMk cId="2871719113" sldId="305"/>
            <ac:grpSpMk id="3" creationId="{D60ABB25-78FF-FC2A-ED55-58E77CB181FD}"/>
          </ac:grpSpMkLst>
        </pc:grpChg>
        <pc:grpChg chg="del mod">
          <ac:chgData name="Théo BORTOLOTTO" userId="6c10db7e5b5c4e86" providerId="LiveId" clId="{1DF3B03B-8C1D-476F-A31F-50A791A009CB}" dt="2025-03-04T12:37:12.188" v="763" actId="478"/>
          <ac:grpSpMkLst>
            <pc:docMk/>
            <pc:sldMk cId="2871719113" sldId="305"/>
            <ac:grpSpMk id="6" creationId="{0A135A35-99FE-C059-8BF5-E9F13D96791F}"/>
          </ac:grpSpMkLst>
        </pc:grpChg>
        <pc:grpChg chg="add mod">
          <ac:chgData name="Théo BORTOLOTTO" userId="6c10db7e5b5c4e86" providerId="LiveId" clId="{1DF3B03B-8C1D-476F-A31F-50A791A009CB}" dt="2025-03-04T12:37:34.191" v="797" actId="1076"/>
          <ac:grpSpMkLst>
            <pc:docMk/>
            <pc:sldMk cId="2871719113" sldId="305"/>
            <ac:grpSpMk id="10" creationId="{D5486E14-B118-E766-0DBA-F53FC900DA8E}"/>
          </ac:grpSpMkLst>
        </pc:grpChg>
        <pc:grpChg chg="mod">
          <ac:chgData name="Théo BORTOLOTTO" userId="6c10db7e5b5c4e86" providerId="LiveId" clId="{1DF3B03B-8C1D-476F-A31F-50A791A009CB}" dt="2025-03-04T12:36:37.382" v="757" actId="164"/>
          <ac:grpSpMkLst>
            <pc:docMk/>
            <pc:sldMk cId="2871719113" sldId="305"/>
            <ac:grpSpMk id="11" creationId="{22CFD83D-23B4-4704-5804-37888F395581}"/>
          </ac:grpSpMkLst>
        </pc:grpChg>
        <pc:grpChg chg="del mod">
          <ac:chgData name="Théo BORTOLOTTO" userId="6c10db7e5b5c4e86" providerId="LiveId" clId="{1DF3B03B-8C1D-476F-A31F-50A791A009CB}" dt="2025-03-04T12:37:37.959" v="798" actId="478"/>
          <ac:grpSpMkLst>
            <pc:docMk/>
            <pc:sldMk cId="2871719113" sldId="305"/>
            <ac:grpSpMk id="17" creationId="{0E7BC179-3198-B00E-DD9D-20E83FDE084B}"/>
          </ac:grpSpMkLst>
        </pc:grpChg>
        <pc:picChg chg="del mod">
          <ac:chgData name="Théo BORTOLOTTO" userId="6c10db7e5b5c4e86" providerId="LiveId" clId="{1DF3B03B-8C1D-476F-A31F-50A791A009CB}" dt="2025-03-04T12:37:12.188" v="763" actId="478"/>
          <ac:picMkLst>
            <pc:docMk/>
            <pc:sldMk cId="2871719113" sldId="305"/>
            <ac:picMk id="8" creationId="{719A4B1A-5389-6BC2-FBF1-8C829EB9F748}"/>
          </ac:picMkLst>
        </pc:picChg>
        <pc:picChg chg="mod">
          <ac:chgData name="Théo BORTOLOTTO" userId="6c10db7e5b5c4e86" providerId="LiveId" clId="{1DF3B03B-8C1D-476F-A31F-50A791A009CB}" dt="2025-03-04T12:36:31.420" v="755" actId="1076"/>
          <ac:picMkLst>
            <pc:docMk/>
            <pc:sldMk cId="2871719113" sldId="305"/>
            <ac:picMk id="12" creationId="{84058F0B-FBDA-3F6C-4EF2-4D7EC139FBE5}"/>
          </ac:picMkLst>
        </pc:picChg>
        <pc:picChg chg="del">
          <ac:chgData name="Théo BORTOLOTTO" userId="6c10db7e5b5c4e86" providerId="LiveId" clId="{1DF3B03B-8C1D-476F-A31F-50A791A009CB}" dt="2025-03-04T12:36:26.700" v="752" actId="478"/>
          <ac:picMkLst>
            <pc:docMk/>
            <pc:sldMk cId="2871719113" sldId="305"/>
            <ac:picMk id="15" creationId="{B3E4EB2A-C590-9947-AE2A-3C9C5A2A1FEB}"/>
          </ac:picMkLst>
        </pc:picChg>
        <pc:picChg chg="del">
          <ac:chgData name="Théo BORTOLOTTO" userId="6c10db7e5b5c4e86" providerId="LiveId" clId="{1DF3B03B-8C1D-476F-A31F-50A791A009CB}" dt="2025-03-04T12:36:26.911" v="753" actId="478"/>
          <ac:picMkLst>
            <pc:docMk/>
            <pc:sldMk cId="2871719113" sldId="305"/>
            <ac:picMk id="16" creationId="{05AFE8BD-21CC-696E-ECA0-DC63E56E73E4}"/>
          </ac:picMkLst>
        </pc:picChg>
        <pc:picChg chg="del mod">
          <ac:chgData name="Théo BORTOLOTTO" userId="6c10db7e5b5c4e86" providerId="LiveId" clId="{1DF3B03B-8C1D-476F-A31F-50A791A009CB}" dt="2025-03-04T12:37:37.959" v="798" actId="478"/>
          <ac:picMkLst>
            <pc:docMk/>
            <pc:sldMk cId="2871719113" sldId="305"/>
            <ac:picMk id="19" creationId="{529BCF78-9066-A50D-1D4A-C7C56E7E0D03}"/>
          </ac:picMkLst>
        </pc:picChg>
      </pc:sldChg>
      <pc:sldChg chg="add del">
        <pc:chgData name="Théo BORTOLOTTO" userId="6c10db7e5b5c4e86" providerId="LiveId" clId="{1DF3B03B-8C1D-476F-A31F-50A791A009CB}" dt="2025-03-04T13:20:02.538" v="963"/>
        <pc:sldMkLst>
          <pc:docMk/>
          <pc:sldMk cId="2344250017" sldId="306"/>
        </pc:sldMkLst>
      </pc:sldChg>
    </pc:docChg>
  </pc:docChgLst>
  <pc:docChgLst>
    <pc:chgData name="Théo BORTOLOTTO" userId="6c10db7e5b5c4e86" providerId="Windows Live" clId="Web-{E4C282C4-8074-420A-EDA1-E6DA1E88C090}"/>
    <pc:docChg chg="addSld modSld modSection">
      <pc:chgData name="Théo BORTOLOTTO" userId="6c10db7e5b5c4e86" providerId="Windows Live" clId="Web-{E4C282C4-8074-420A-EDA1-E6DA1E88C090}" dt="2025-02-28T08:31:53.515" v="109" actId="20577"/>
      <pc:docMkLst>
        <pc:docMk/>
      </pc:docMkLst>
      <pc:sldChg chg="addSp delSp modSp">
        <pc:chgData name="Théo BORTOLOTTO" userId="6c10db7e5b5c4e86" providerId="Windows Live" clId="Web-{E4C282C4-8074-420A-EDA1-E6DA1E88C090}" dt="2025-02-28T08:23:36.388" v="61" actId="20577"/>
        <pc:sldMkLst>
          <pc:docMk/>
          <pc:sldMk cId="930086149" sldId="272"/>
        </pc:sldMkLst>
        <pc:spChg chg="add mod">
          <ac:chgData name="Théo BORTOLOTTO" userId="6c10db7e5b5c4e86" providerId="Windows Live" clId="Web-{E4C282C4-8074-420A-EDA1-E6DA1E88C090}" dt="2025-02-28T08:23:36.388" v="61" actId="20577"/>
          <ac:spMkLst>
            <pc:docMk/>
            <pc:sldMk cId="930086149" sldId="272"/>
            <ac:spMk id="3" creationId="{01F9A572-F2E2-9E98-78B2-EDA1E4A203ED}"/>
          </ac:spMkLst>
        </pc:spChg>
        <pc:spChg chg="mod">
          <ac:chgData name="Théo BORTOLOTTO" userId="6c10db7e5b5c4e86" providerId="Windows Live" clId="Web-{E4C282C4-8074-420A-EDA1-E6DA1E88C090}" dt="2025-02-28T08:20:54.054" v="18" actId="1076"/>
          <ac:spMkLst>
            <pc:docMk/>
            <pc:sldMk cId="930086149" sldId="272"/>
            <ac:spMk id="10" creationId="{75C953FE-0822-69CA-6946-56EE29E76DE4}"/>
          </ac:spMkLst>
        </pc:spChg>
        <pc:picChg chg="mod modCrop">
          <ac:chgData name="Théo BORTOLOTTO" userId="6c10db7e5b5c4e86" providerId="Windows Live" clId="Web-{E4C282C4-8074-420A-EDA1-E6DA1E88C090}" dt="2025-02-28T08:21:10.617" v="22" actId="1076"/>
          <ac:picMkLst>
            <pc:docMk/>
            <pc:sldMk cId="930086149" sldId="272"/>
            <ac:picMk id="6148" creationId="{672A2E4A-A116-534D-3CE3-E04D080257F9}"/>
          </ac:picMkLst>
        </pc:picChg>
      </pc:sldChg>
      <pc:sldChg chg="addSp delSp modSp">
        <pc:chgData name="Théo BORTOLOTTO" userId="6c10db7e5b5c4e86" providerId="Windows Live" clId="Web-{E4C282C4-8074-420A-EDA1-E6DA1E88C090}" dt="2025-02-28T08:31:53.515" v="109" actId="20577"/>
        <pc:sldMkLst>
          <pc:docMk/>
          <pc:sldMk cId="3591418279" sldId="275"/>
        </pc:sldMkLst>
        <pc:spChg chg="mod">
          <ac:chgData name="Théo BORTOLOTTO" userId="6c10db7e5b5c4e86" providerId="Windows Live" clId="Web-{E4C282C4-8074-420A-EDA1-E6DA1E88C090}" dt="2025-02-28T08:31:53.515" v="109" actId="20577"/>
          <ac:spMkLst>
            <pc:docMk/>
            <pc:sldMk cId="3591418279" sldId="275"/>
            <ac:spMk id="10" creationId="{CF7E95D7-1835-3187-DCA7-EE89D7C94A51}"/>
          </ac:spMkLst>
        </pc:spChg>
        <pc:picChg chg="add mod modCrop">
          <ac:chgData name="Théo BORTOLOTTO" userId="6c10db7e5b5c4e86" providerId="Windows Live" clId="Web-{E4C282C4-8074-420A-EDA1-E6DA1E88C090}" dt="2025-02-28T08:14:23.321" v="13" actId="1076"/>
          <ac:picMkLst>
            <pc:docMk/>
            <pc:sldMk cId="3591418279" sldId="275"/>
            <ac:picMk id="3" creationId="{9D9C0F49-23AE-B760-F56B-B558D0999568}"/>
          </ac:picMkLst>
        </pc:picChg>
      </pc:sldChg>
      <pc:sldChg chg="modSp add replId">
        <pc:chgData name="Théo BORTOLOTTO" userId="6c10db7e5b5c4e86" providerId="Windows Live" clId="Web-{E4C282C4-8074-420A-EDA1-E6DA1E88C090}" dt="2025-02-28T08:28:31.429" v="101" actId="20577"/>
        <pc:sldMkLst>
          <pc:docMk/>
          <pc:sldMk cId="1876565156" sldId="297"/>
        </pc:sldMkLst>
        <pc:spChg chg="mod">
          <ac:chgData name="Théo BORTOLOTTO" userId="6c10db7e5b5c4e86" providerId="Windows Live" clId="Web-{E4C282C4-8074-420A-EDA1-E6DA1E88C090}" dt="2025-02-28T08:28:31.429" v="101" actId="20577"/>
          <ac:spMkLst>
            <pc:docMk/>
            <pc:sldMk cId="1876565156" sldId="297"/>
            <ac:spMk id="3" creationId="{375C0499-2092-AED7-759E-63DCACE13692}"/>
          </ac:spMkLst>
        </pc:spChg>
      </pc:sldChg>
    </pc:docChg>
  </pc:docChgLst>
  <pc:docChgLst>
    <pc:chgData name="Théo BORTOLOTTO" userId="6c10db7e5b5c4e86" providerId="Windows Live" clId="Web-{FB2464AB-065F-71C1-B3A1-3BC5DB7307B4}"/>
    <pc:docChg chg="modSld">
      <pc:chgData name="Théo BORTOLOTTO" userId="6c10db7e5b5c4e86" providerId="Windows Live" clId="Web-{FB2464AB-065F-71C1-B3A1-3BC5DB7307B4}" dt="2025-02-28T08:42:34.878" v="41" actId="20577"/>
      <pc:docMkLst>
        <pc:docMk/>
      </pc:docMkLst>
      <pc:sldChg chg="modSp">
        <pc:chgData name="Théo BORTOLOTTO" userId="6c10db7e5b5c4e86" providerId="Windows Live" clId="Web-{FB2464AB-065F-71C1-B3A1-3BC5DB7307B4}" dt="2025-02-28T08:36:57.228" v="35"/>
        <pc:sldMkLst>
          <pc:docMk/>
          <pc:sldMk cId="3608085028" sldId="268"/>
        </pc:sldMkLst>
        <pc:graphicFrameChg chg="mod modGraphic">
          <ac:chgData name="Théo BORTOLOTTO" userId="6c10db7e5b5c4e86" providerId="Windows Live" clId="Web-{FB2464AB-065F-71C1-B3A1-3BC5DB7307B4}" dt="2025-02-28T08:36:57.228" v="35"/>
          <ac:graphicFrameMkLst>
            <pc:docMk/>
            <pc:sldMk cId="3608085028" sldId="268"/>
            <ac:graphicFrameMk id="2" creationId="{61663F77-75B0-60BA-1546-13E23752AED2}"/>
          </ac:graphicFrameMkLst>
        </pc:graphicFrameChg>
      </pc:sldChg>
      <pc:sldChg chg="modSp">
        <pc:chgData name="Théo BORTOLOTTO" userId="6c10db7e5b5c4e86" providerId="Windows Live" clId="Web-{FB2464AB-065F-71C1-B3A1-3BC5DB7307B4}" dt="2025-02-28T08:42:34.878" v="41" actId="20577"/>
        <pc:sldMkLst>
          <pc:docMk/>
          <pc:sldMk cId="930086149" sldId="272"/>
        </pc:sldMkLst>
        <pc:spChg chg="mod">
          <ac:chgData name="Théo BORTOLOTTO" userId="6c10db7e5b5c4e86" providerId="Windows Live" clId="Web-{FB2464AB-065F-71C1-B3A1-3BC5DB7307B4}" dt="2025-02-28T08:42:34.878" v="41" actId="20577"/>
          <ac:spMkLst>
            <pc:docMk/>
            <pc:sldMk cId="930086149" sldId="272"/>
            <ac:spMk id="3" creationId="{01F9A572-F2E2-9E98-78B2-EDA1E4A203ED}"/>
          </ac:spMkLst>
        </pc:spChg>
      </pc:sldChg>
    </pc:docChg>
  </pc:docChgLst>
  <pc:docChgLst>
    <pc:chgData name="Théo BORTOLOTTO" userId="6c10db7e5b5c4e86" providerId="Windows Live" clId="Web-{F14BC2E6-8074-D9D9-7AA4-86CFD4220429}"/>
    <pc:docChg chg="addSection delSection modSection">
      <pc:chgData name="Théo BORTOLOTTO" userId="6c10db7e5b5c4e86" providerId="Windows Live" clId="Web-{F14BC2E6-8074-D9D9-7AA4-86CFD4220429}" dt="2025-02-24T08:49:23.581" v="5"/>
      <pc:docMkLst>
        <pc:docMk/>
      </pc:docMkLst>
    </pc:docChg>
  </pc:docChgLst>
  <pc:docChgLst>
    <pc:chgData name="Théo BORTOLOTTO" userId="6c10db7e5b5c4e86" providerId="Windows Live" clId="Web-{1FE22F9E-5F42-0F71-E42D-2648AA58CBA6}"/>
    <pc:docChg chg="modSld">
      <pc:chgData name="Théo BORTOLOTTO" userId="6c10db7e5b5c4e86" providerId="Windows Live" clId="Web-{1FE22F9E-5F42-0F71-E42D-2648AA58CBA6}" dt="2025-02-28T11:09:47.756" v="1034"/>
      <pc:docMkLst>
        <pc:docMk/>
      </pc:docMkLst>
      <pc:sldChg chg="modSp">
        <pc:chgData name="Théo BORTOLOTTO" userId="6c10db7e5b5c4e86" providerId="Windows Live" clId="Web-{1FE22F9E-5F42-0F71-E42D-2648AA58CBA6}" dt="2025-02-28T11:07:01.187" v="198" actId="1076"/>
        <pc:sldMkLst>
          <pc:docMk/>
          <pc:sldMk cId="3608085028" sldId="268"/>
        </pc:sldMkLst>
        <pc:graphicFrameChg chg="mod modGraphic">
          <ac:chgData name="Théo BORTOLOTTO" userId="6c10db7e5b5c4e86" providerId="Windows Live" clId="Web-{1FE22F9E-5F42-0F71-E42D-2648AA58CBA6}" dt="2025-02-28T11:07:01.187" v="198" actId="1076"/>
          <ac:graphicFrameMkLst>
            <pc:docMk/>
            <pc:sldMk cId="3608085028" sldId="268"/>
            <ac:graphicFrameMk id="2" creationId="{61663F77-75B0-60BA-1546-13E23752AED2}"/>
          </ac:graphicFrameMkLst>
        </pc:graphicFrameChg>
      </pc:sldChg>
      <pc:sldChg chg="modSp">
        <pc:chgData name="Théo BORTOLOTTO" userId="6c10db7e5b5c4e86" providerId="Windows Live" clId="Web-{1FE22F9E-5F42-0F71-E42D-2648AA58CBA6}" dt="2025-02-28T11:07:37.267" v="645"/>
        <pc:sldMkLst>
          <pc:docMk/>
          <pc:sldMk cId="2052791653" sldId="269"/>
        </pc:sldMkLst>
        <pc:graphicFrameChg chg="mod modGraphic">
          <ac:chgData name="Théo BORTOLOTTO" userId="6c10db7e5b5c4e86" providerId="Windows Live" clId="Web-{1FE22F9E-5F42-0F71-E42D-2648AA58CBA6}" dt="2025-02-28T11:07:37.267" v="645"/>
          <ac:graphicFrameMkLst>
            <pc:docMk/>
            <pc:sldMk cId="2052791653" sldId="269"/>
            <ac:graphicFrameMk id="18" creationId="{1DB0A0D9-5DC5-EF3E-C83A-2DF3877B2991}"/>
          </ac:graphicFrameMkLst>
        </pc:graphicFrameChg>
      </pc:sldChg>
      <pc:sldChg chg="modSp">
        <pc:chgData name="Théo BORTOLOTTO" userId="6c10db7e5b5c4e86" providerId="Windows Live" clId="Web-{1FE22F9E-5F42-0F71-E42D-2648AA58CBA6}" dt="2025-02-28T11:08:35.519" v="839"/>
        <pc:sldMkLst>
          <pc:docMk/>
          <pc:sldMk cId="53484064" sldId="270"/>
        </pc:sldMkLst>
        <pc:graphicFrameChg chg="mod modGraphic">
          <ac:chgData name="Théo BORTOLOTTO" userId="6c10db7e5b5c4e86" providerId="Windows Live" clId="Web-{1FE22F9E-5F42-0F71-E42D-2648AA58CBA6}" dt="2025-02-28T11:08:35.519" v="839"/>
          <ac:graphicFrameMkLst>
            <pc:docMk/>
            <pc:sldMk cId="53484064" sldId="270"/>
            <ac:graphicFrameMk id="3" creationId="{E11E0852-ACEE-A78F-A2DF-8858B627044F}"/>
          </ac:graphicFrameMkLst>
        </pc:graphicFrameChg>
      </pc:sldChg>
      <pc:sldChg chg="modSp">
        <pc:chgData name="Théo BORTOLOTTO" userId="6c10db7e5b5c4e86" providerId="Windows Live" clId="Web-{1FE22F9E-5F42-0F71-E42D-2648AA58CBA6}" dt="2025-02-28T11:08:15.081" v="700" actId="1076"/>
        <pc:sldMkLst>
          <pc:docMk/>
          <pc:sldMk cId="2018574396" sldId="271"/>
        </pc:sldMkLst>
      </pc:sldChg>
      <pc:sldChg chg="modSp">
        <pc:chgData name="Théo BORTOLOTTO" userId="6c10db7e5b5c4e86" providerId="Windows Live" clId="Web-{1FE22F9E-5F42-0F71-E42D-2648AA58CBA6}" dt="2025-02-28T11:09:37.146" v="876" actId="1076"/>
        <pc:sldMkLst>
          <pc:docMk/>
          <pc:sldMk cId="3779914098" sldId="291"/>
        </pc:sldMkLst>
      </pc:sldChg>
      <pc:sldChg chg="modSp">
        <pc:chgData name="Théo BORTOLOTTO" userId="6c10db7e5b5c4e86" providerId="Windows Live" clId="Web-{1FE22F9E-5F42-0F71-E42D-2648AA58CBA6}" dt="2025-02-28T11:09:47.756" v="1034"/>
        <pc:sldMkLst>
          <pc:docMk/>
          <pc:sldMk cId="516340557" sldId="292"/>
        </pc:sldMkLst>
      </pc:sldChg>
    </pc:docChg>
  </pc:docChgLst>
  <pc:docChgLst>
    <pc:chgData name="Théo BORTOLOTTO" userId="6c10db7e5b5c4e86" providerId="Windows Live" clId="Web-{2ED50751-011F-F73C-70E9-277F081B0A25}"/>
    <pc:docChg chg="modSld">
      <pc:chgData name="Théo BORTOLOTTO" userId="6c10db7e5b5c4e86" providerId="Windows Live" clId="Web-{2ED50751-011F-F73C-70E9-277F081B0A25}" dt="2025-02-21T09:12:08.612" v="17"/>
      <pc:docMkLst>
        <pc:docMk/>
      </pc:docMkLst>
      <pc:sldChg chg="modTransition">
        <pc:chgData name="Théo BORTOLOTTO" userId="6c10db7e5b5c4e86" providerId="Windows Live" clId="Web-{2ED50751-011F-F73C-70E9-277F081B0A25}" dt="2025-02-21T09:08:07.698" v="9"/>
        <pc:sldMkLst>
          <pc:docMk/>
          <pc:sldMk cId="2910589503" sldId="256"/>
        </pc:sldMkLst>
      </pc:sldChg>
      <pc:sldChg chg="modTransition">
        <pc:chgData name="Théo BORTOLOTTO" userId="6c10db7e5b5c4e86" providerId="Windows Live" clId="Web-{2ED50751-011F-F73C-70E9-277F081B0A25}" dt="2025-02-21T09:08:07.698" v="8"/>
        <pc:sldMkLst>
          <pc:docMk/>
          <pc:sldMk cId="1053483367" sldId="257"/>
        </pc:sldMkLst>
      </pc:sldChg>
      <pc:sldChg chg="modTransition">
        <pc:chgData name="Théo BORTOLOTTO" userId="6c10db7e5b5c4e86" providerId="Windows Live" clId="Web-{2ED50751-011F-F73C-70E9-277F081B0A25}" dt="2025-02-21T09:08:07.698" v="5"/>
        <pc:sldMkLst>
          <pc:docMk/>
          <pc:sldMk cId="2837119697" sldId="258"/>
        </pc:sldMkLst>
      </pc:sldChg>
      <pc:sldChg chg="addSp delSp modSp modTransition">
        <pc:chgData name="Théo BORTOLOTTO" userId="6c10db7e5b5c4e86" providerId="Windows Live" clId="Web-{2ED50751-011F-F73C-70E9-277F081B0A25}" dt="2025-02-21T09:12:08.612" v="17"/>
        <pc:sldMkLst>
          <pc:docMk/>
          <pc:sldMk cId="1177102058" sldId="259"/>
        </pc:sldMkLst>
      </pc:sldChg>
      <pc:sldChg chg="modTransition">
        <pc:chgData name="Théo BORTOLOTTO" userId="6c10db7e5b5c4e86" providerId="Windows Live" clId="Web-{2ED50751-011F-F73C-70E9-277F081B0A25}" dt="2025-02-21T09:08:07.698" v="7"/>
        <pc:sldMkLst>
          <pc:docMk/>
          <pc:sldMk cId="844206984" sldId="26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751FB8-BB08-491C-8926-37486E3B9F17}" type="datetimeFigureOut">
              <a:rPr lang="fr-FR" smtClean="0"/>
              <a:t>04/03/2025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289A56-D109-48CA-87EC-82DB496F37B2}" type="slidenum">
              <a:rPr lang="fr-FR" smtClean="0"/>
              <a:t>‹N°›</a:t>
            </a:fld>
            <a:endParaRPr lang="fr-FR"/>
          </a:p>
        </p:txBody>
      </p:sp>
    </p:spTree>
    <p:extLst>
      <p:ext uri="{BB962C8B-B14F-4D97-AF65-F5344CB8AC3E}">
        <p14:creationId xmlns:p14="http://schemas.microsoft.com/office/powerpoint/2010/main" val="25666165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Bonjour à tous et merci de me recevoir aujourd’hui. Je vais vous présenter notre plan de modernisation IT et industrielle pour SmartFactory. L’objectif est de répondre aux enjeux de cybersécurité, d’automatisation et de flexibilité, tout en optimisant nos coûts. Ce projet s’inscrit pleinement dans la transformation digitale et l’Industrie 4.0."</a:t>
            </a:r>
          </a:p>
        </p:txBody>
      </p:sp>
      <p:sp>
        <p:nvSpPr>
          <p:cNvPr id="4" name="Espace réservé du numéro de diapositive 3"/>
          <p:cNvSpPr>
            <a:spLocks noGrp="1"/>
          </p:cNvSpPr>
          <p:nvPr>
            <p:ph type="sldNum" sz="quarter" idx="5"/>
          </p:nvPr>
        </p:nvSpPr>
        <p:spPr/>
        <p:txBody>
          <a:bodyPr/>
          <a:lstStyle/>
          <a:p>
            <a:fld id="{FB289A56-D109-48CA-87EC-82DB496F37B2}" type="slidenum">
              <a:rPr lang="fr-FR" smtClean="0"/>
              <a:t>1</a:t>
            </a:fld>
            <a:endParaRPr lang="fr-FR"/>
          </a:p>
        </p:txBody>
      </p:sp>
    </p:spTree>
    <p:extLst>
      <p:ext uri="{BB962C8B-B14F-4D97-AF65-F5344CB8AC3E}">
        <p14:creationId xmlns:p14="http://schemas.microsoft.com/office/powerpoint/2010/main" val="23252208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FB289A56-D109-48CA-87EC-82DB496F37B2}" type="slidenum">
              <a:rPr lang="fr-FR" smtClean="0"/>
              <a:t>2</a:t>
            </a:fld>
            <a:endParaRPr lang="fr-FR"/>
          </a:p>
        </p:txBody>
      </p:sp>
    </p:spTree>
    <p:extLst>
      <p:ext uri="{BB962C8B-B14F-4D97-AF65-F5344CB8AC3E}">
        <p14:creationId xmlns:p14="http://schemas.microsoft.com/office/powerpoint/2010/main" val="40587022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EF5E5-904C-4772-FD3E-265E695E3F2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26D04F7-10C0-444A-FE39-72CBC3C82A7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9C0E0DA-EAA1-0F5D-DB58-05CEADA836F5}"/>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B5DCD4CC-AA10-927D-6036-A70EC3D010B7}"/>
              </a:ext>
            </a:extLst>
          </p:cNvPr>
          <p:cNvSpPr>
            <a:spLocks noGrp="1"/>
          </p:cNvSpPr>
          <p:nvPr>
            <p:ph type="sldNum" sz="quarter" idx="5"/>
          </p:nvPr>
        </p:nvSpPr>
        <p:spPr/>
        <p:txBody>
          <a:bodyPr/>
          <a:lstStyle/>
          <a:p>
            <a:fld id="{FB289A56-D109-48CA-87EC-82DB496F37B2}" type="slidenum">
              <a:rPr lang="fr-FR" smtClean="0"/>
              <a:t>3</a:t>
            </a:fld>
            <a:endParaRPr lang="fr-FR"/>
          </a:p>
        </p:txBody>
      </p:sp>
    </p:spTree>
    <p:extLst>
      <p:ext uri="{BB962C8B-B14F-4D97-AF65-F5344CB8AC3E}">
        <p14:creationId xmlns:p14="http://schemas.microsoft.com/office/powerpoint/2010/main" val="32913992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87083-4DE5-E1A6-AD86-440A6BEB51B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078368E-669D-A22C-F0DE-C66EDC30767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9E75720-1DB8-3DD1-909E-626BA3AADB8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256B4996-ABF9-C39F-1453-15BA324B6522}"/>
              </a:ext>
            </a:extLst>
          </p:cNvPr>
          <p:cNvSpPr>
            <a:spLocks noGrp="1"/>
          </p:cNvSpPr>
          <p:nvPr>
            <p:ph type="sldNum" sz="quarter" idx="5"/>
          </p:nvPr>
        </p:nvSpPr>
        <p:spPr/>
        <p:txBody>
          <a:bodyPr/>
          <a:lstStyle/>
          <a:p>
            <a:fld id="{FB289A56-D109-48CA-87EC-82DB496F37B2}" type="slidenum">
              <a:rPr lang="fr-FR" smtClean="0"/>
              <a:t>4</a:t>
            </a:fld>
            <a:endParaRPr lang="fr-FR"/>
          </a:p>
        </p:txBody>
      </p:sp>
    </p:spTree>
    <p:extLst>
      <p:ext uri="{BB962C8B-B14F-4D97-AF65-F5344CB8AC3E}">
        <p14:creationId xmlns:p14="http://schemas.microsoft.com/office/powerpoint/2010/main" val="5628065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SmartFactory est en pleine transformation. Pour rester compétitif, nous devons moderniser notre IT et aligner nos infrastructures avec les exigences de l’Industrie 4.0. Notre objectif est d’améliorer la productivité, renforcer la sécurité et intégrer de nouvelles technologies pour optimiser nos coûts et notre flexibilité.</a:t>
            </a:r>
          </a:p>
        </p:txBody>
      </p:sp>
      <p:sp>
        <p:nvSpPr>
          <p:cNvPr id="4" name="Espace réservé du numéro de diapositive 3"/>
          <p:cNvSpPr>
            <a:spLocks noGrp="1"/>
          </p:cNvSpPr>
          <p:nvPr>
            <p:ph type="sldNum" sz="quarter" idx="5"/>
          </p:nvPr>
        </p:nvSpPr>
        <p:spPr/>
        <p:txBody>
          <a:bodyPr/>
          <a:lstStyle/>
          <a:p>
            <a:fld id="{FB289A56-D109-48CA-87EC-82DB496F37B2}" type="slidenum">
              <a:rPr lang="fr-FR" smtClean="0"/>
              <a:t>6</a:t>
            </a:fld>
            <a:endParaRPr lang="fr-FR"/>
          </a:p>
        </p:txBody>
      </p:sp>
    </p:spTree>
    <p:extLst>
      <p:ext uri="{BB962C8B-B14F-4D97-AF65-F5344CB8AC3E}">
        <p14:creationId xmlns:p14="http://schemas.microsoft.com/office/powerpoint/2010/main" val="41938252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En termes de production, nous rencontrons des difficultés liées à un manque d’automatisation et d’optimisation. Nos machines ne sont pas connectées à un système intelligent qui permettrait d’anticiper les pannes et d’ajuster les cadences en fonction de la demande. Nous dépendons encore de nombreuses tâches manuelles, ce qui ralentit notre capacité d’adaptation et augmente nos coûts de production</a:t>
            </a:r>
          </a:p>
        </p:txBody>
      </p:sp>
      <p:sp>
        <p:nvSpPr>
          <p:cNvPr id="4" name="Espace réservé du numéro de diapositive 3"/>
          <p:cNvSpPr>
            <a:spLocks noGrp="1"/>
          </p:cNvSpPr>
          <p:nvPr>
            <p:ph type="sldNum" sz="quarter" idx="5"/>
          </p:nvPr>
        </p:nvSpPr>
        <p:spPr/>
        <p:txBody>
          <a:bodyPr/>
          <a:lstStyle/>
          <a:p>
            <a:fld id="{FB289A56-D109-48CA-87EC-82DB496F37B2}" type="slidenum">
              <a:rPr lang="fr-FR" smtClean="0"/>
              <a:t>9</a:t>
            </a:fld>
            <a:endParaRPr lang="fr-FR"/>
          </a:p>
        </p:txBody>
      </p:sp>
    </p:spTree>
    <p:extLst>
      <p:ext uri="{BB962C8B-B14F-4D97-AF65-F5344CB8AC3E}">
        <p14:creationId xmlns:p14="http://schemas.microsoft.com/office/powerpoint/2010/main" val="7221160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EF51E5-9015-AE67-9506-EE5775A0F59D}"/>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8D67AFE7-0675-E0E9-56F4-BDE3327C9338}"/>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FA1D060C-B976-C276-BC8F-88B18C3F1E93}"/>
              </a:ext>
            </a:extLst>
          </p:cNvPr>
          <p:cNvSpPr>
            <a:spLocks noGrp="1"/>
          </p:cNvSpPr>
          <p:nvPr>
            <p:ph type="dt" sz="half" idx="10"/>
          </p:nvPr>
        </p:nvSpPr>
        <p:spPr/>
        <p:txBody>
          <a:bodyPr/>
          <a:lstStyle/>
          <a:p>
            <a:fld id="{7CA244D0-66BC-4B17-A50E-C86F90761277}" type="datetime1">
              <a:rPr lang="fr-FR" smtClean="0"/>
              <a:t>04/03/2025</a:t>
            </a:fld>
            <a:endParaRPr lang="fr-FR"/>
          </a:p>
        </p:txBody>
      </p:sp>
      <p:sp>
        <p:nvSpPr>
          <p:cNvPr id="5" name="Espace réservé du pied de page 4">
            <a:extLst>
              <a:ext uri="{FF2B5EF4-FFF2-40B4-BE49-F238E27FC236}">
                <a16:creationId xmlns:a16="http://schemas.microsoft.com/office/drawing/2014/main" id="{2CEF60E5-38C4-3DEB-60E6-2F6A5C403F36}"/>
              </a:ext>
            </a:extLst>
          </p:cNvPr>
          <p:cNvSpPr>
            <a:spLocks noGrp="1"/>
          </p:cNvSpPr>
          <p:nvPr>
            <p:ph type="ftr" sz="quarter" idx="11"/>
          </p:nvPr>
        </p:nvSpPr>
        <p:spPr>
          <a:xfrm>
            <a:off x="4038600" y="6356350"/>
            <a:ext cx="4114800" cy="365125"/>
          </a:xfrm>
          <a:prstGeom prst="rect">
            <a:avLst/>
          </a:prstGeom>
        </p:spPr>
        <p:txBody>
          <a:bodyPr/>
          <a:lstStyle/>
          <a:p>
            <a:endParaRPr lang="fr-FR" dirty="0"/>
          </a:p>
        </p:txBody>
      </p:sp>
      <p:sp>
        <p:nvSpPr>
          <p:cNvPr id="6" name="Espace réservé du numéro de diapositive 5">
            <a:extLst>
              <a:ext uri="{FF2B5EF4-FFF2-40B4-BE49-F238E27FC236}">
                <a16:creationId xmlns:a16="http://schemas.microsoft.com/office/drawing/2014/main" id="{A9A692EC-C1D6-9E59-3143-D85E7A748A0B}"/>
              </a:ext>
            </a:extLst>
          </p:cNvPr>
          <p:cNvSpPr>
            <a:spLocks noGrp="1"/>
          </p:cNvSpPr>
          <p:nvPr>
            <p:ph type="sldNum" sz="quarter" idx="12"/>
          </p:nvPr>
        </p:nvSpPr>
        <p:spPr/>
        <p:txBody>
          <a:bodyPr/>
          <a:lstStyle/>
          <a:p>
            <a:fld id="{C4B8AC06-870A-4C43-8EB6-F7945B1E9F37}" type="slidenum">
              <a:rPr lang="fr-FR" smtClean="0"/>
              <a:t>‹N°›</a:t>
            </a:fld>
            <a:endParaRPr lang="fr-FR"/>
          </a:p>
        </p:txBody>
      </p:sp>
    </p:spTree>
    <p:extLst>
      <p:ext uri="{BB962C8B-B14F-4D97-AF65-F5344CB8AC3E}">
        <p14:creationId xmlns:p14="http://schemas.microsoft.com/office/powerpoint/2010/main" val="5179000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E15F9B-20A5-3A62-28D9-F2C1C58B1A83}"/>
              </a:ext>
            </a:extLst>
          </p:cNvPr>
          <p:cNvSpPr>
            <a:spLocks noGrp="1"/>
          </p:cNvSpPr>
          <p:nvPr>
            <p:ph type="title"/>
          </p:nvPr>
        </p:nvSpPr>
        <p:spPr>
          <a:xfrm>
            <a:off x="616789" y="2103438"/>
            <a:ext cx="3575649" cy="820918"/>
          </a:xfrm>
          <a:prstGeom prst="rect">
            <a:avLst/>
          </a:prstGeom>
        </p:spPr>
        <p:txBody>
          <a:bodyPr/>
          <a:lstStyle/>
          <a:p>
            <a:r>
              <a:rPr lang="fr-FR"/>
              <a:t>Modifiez le style du titre</a:t>
            </a:r>
          </a:p>
        </p:txBody>
      </p:sp>
      <p:sp>
        <p:nvSpPr>
          <p:cNvPr id="3" name="Espace réservé du contenu 2">
            <a:extLst>
              <a:ext uri="{FF2B5EF4-FFF2-40B4-BE49-F238E27FC236}">
                <a16:creationId xmlns:a16="http://schemas.microsoft.com/office/drawing/2014/main" id="{98110AF8-00E4-ECB7-8BAC-ACB15BC8FBBB}"/>
              </a:ext>
            </a:extLst>
          </p:cNvPr>
          <p:cNvSpPr>
            <a:spLocks noGrp="1"/>
          </p:cNvSpPr>
          <p:nvPr>
            <p:ph idx="1"/>
          </p:nvPr>
        </p:nvSpPr>
        <p:spPr>
          <a:xfrm>
            <a:off x="838200" y="1825625"/>
            <a:ext cx="10515600" cy="435133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D355C38-CA83-B246-FA60-42A9F7DE53A7}"/>
              </a:ext>
            </a:extLst>
          </p:cNvPr>
          <p:cNvSpPr>
            <a:spLocks noGrp="1"/>
          </p:cNvSpPr>
          <p:nvPr>
            <p:ph type="dt" sz="half" idx="10"/>
          </p:nvPr>
        </p:nvSpPr>
        <p:spPr/>
        <p:txBody>
          <a:bodyPr/>
          <a:lstStyle/>
          <a:p>
            <a:fld id="{71A39EF6-AF95-4ACF-B35E-ACB6264B09CC}" type="datetime1">
              <a:rPr lang="fr-FR" smtClean="0"/>
              <a:t>04/03/2025</a:t>
            </a:fld>
            <a:endParaRPr lang="fr-FR"/>
          </a:p>
        </p:txBody>
      </p:sp>
      <p:sp>
        <p:nvSpPr>
          <p:cNvPr id="5" name="Espace réservé du pied de page 4">
            <a:extLst>
              <a:ext uri="{FF2B5EF4-FFF2-40B4-BE49-F238E27FC236}">
                <a16:creationId xmlns:a16="http://schemas.microsoft.com/office/drawing/2014/main" id="{D90F1E54-F4E3-87C7-63A7-4B84D4E13A72}"/>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Espace réservé du numéro de diapositive 5">
            <a:extLst>
              <a:ext uri="{FF2B5EF4-FFF2-40B4-BE49-F238E27FC236}">
                <a16:creationId xmlns:a16="http://schemas.microsoft.com/office/drawing/2014/main" id="{11C891EC-1855-57D1-A6E5-09E8F8A5EB65}"/>
              </a:ext>
            </a:extLst>
          </p:cNvPr>
          <p:cNvSpPr>
            <a:spLocks noGrp="1"/>
          </p:cNvSpPr>
          <p:nvPr>
            <p:ph type="sldNum" sz="quarter" idx="12"/>
          </p:nvPr>
        </p:nvSpPr>
        <p:spPr/>
        <p:txBody>
          <a:bodyPr/>
          <a:lstStyle/>
          <a:p>
            <a:fld id="{C4B8AC06-870A-4C43-8EB6-F7945B1E9F37}" type="slidenum">
              <a:rPr lang="fr-FR" smtClean="0"/>
              <a:t>‹N°›</a:t>
            </a:fld>
            <a:endParaRPr lang="fr-FR"/>
          </a:p>
        </p:txBody>
      </p:sp>
    </p:spTree>
    <p:extLst>
      <p:ext uri="{BB962C8B-B14F-4D97-AF65-F5344CB8AC3E}">
        <p14:creationId xmlns:p14="http://schemas.microsoft.com/office/powerpoint/2010/main" val="728559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9E5A5C-FCCC-1967-61F7-CD1CE996109C}"/>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44B1E660-E70D-6113-859D-A9A118901D8F}"/>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96F4F7E4-BF28-CCD9-2E1E-4444D3C341E7}"/>
              </a:ext>
            </a:extLst>
          </p:cNvPr>
          <p:cNvSpPr>
            <a:spLocks noGrp="1"/>
          </p:cNvSpPr>
          <p:nvPr>
            <p:ph type="dt" sz="half" idx="10"/>
          </p:nvPr>
        </p:nvSpPr>
        <p:spPr/>
        <p:txBody>
          <a:bodyPr/>
          <a:lstStyle/>
          <a:p>
            <a:fld id="{A37AE693-375A-4847-966D-95067925E766}" type="datetime1">
              <a:rPr lang="fr-FR" smtClean="0"/>
              <a:t>04/03/2025</a:t>
            </a:fld>
            <a:endParaRPr lang="fr-FR"/>
          </a:p>
        </p:txBody>
      </p:sp>
      <p:sp>
        <p:nvSpPr>
          <p:cNvPr id="5" name="Espace réservé du pied de page 4">
            <a:extLst>
              <a:ext uri="{FF2B5EF4-FFF2-40B4-BE49-F238E27FC236}">
                <a16:creationId xmlns:a16="http://schemas.microsoft.com/office/drawing/2014/main" id="{43CC52AE-AF6E-0D9B-CFAE-A5DD43CDC27B}"/>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Espace réservé du numéro de diapositive 5">
            <a:extLst>
              <a:ext uri="{FF2B5EF4-FFF2-40B4-BE49-F238E27FC236}">
                <a16:creationId xmlns:a16="http://schemas.microsoft.com/office/drawing/2014/main" id="{4604F238-DD08-C6B7-2C46-601D584F4E9F}"/>
              </a:ext>
            </a:extLst>
          </p:cNvPr>
          <p:cNvSpPr>
            <a:spLocks noGrp="1"/>
          </p:cNvSpPr>
          <p:nvPr>
            <p:ph type="sldNum" sz="quarter" idx="12"/>
          </p:nvPr>
        </p:nvSpPr>
        <p:spPr/>
        <p:txBody>
          <a:bodyPr/>
          <a:lstStyle/>
          <a:p>
            <a:fld id="{C4B8AC06-870A-4C43-8EB6-F7945B1E9F37}" type="slidenum">
              <a:rPr lang="fr-FR" smtClean="0"/>
              <a:t>‹N°›</a:t>
            </a:fld>
            <a:endParaRPr lang="fr-FR"/>
          </a:p>
        </p:txBody>
      </p:sp>
    </p:spTree>
    <p:extLst>
      <p:ext uri="{BB962C8B-B14F-4D97-AF65-F5344CB8AC3E}">
        <p14:creationId xmlns:p14="http://schemas.microsoft.com/office/powerpoint/2010/main" val="4642901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A003AF9-B2A7-1E30-1DB5-3BE518C691BD}"/>
              </a:ext>
            </a:extLst>
          </p:cNvPr>
          <p:cNvSpPr>
            <a:spLocks noGrp="1"/>
          </p:cNvSpPr>
          <p:nvPr>
            <p:ph type="title"/>
          </p:nvPr>
        </p:nvSpPr>
        <p:spPr>
          <a:xfrm>
            <a:off x="616789" y="2103438"/>
            <a:ext cx="3575649" cy="820918"/>
          </a:xfrm>
          <a:prstGeom prst="rect">
            <a:avLst/>
          </a:prstGeom>
        </p:spPr>
        <p:txBody>
          <a:bodyPr/>
          <a:lstStyle/>
          <a:p>
            <a:r>
              <a:rPr lang="fr-FR"/>
              <a:t>Modifiez le style du titre</a:t>
            </a:r>
          </a:p>
        </p:txBody>
      </p:sp>
      <p:sp>
        <p:nvSpPr>
          <p:cNvPr id="3" name="Espace réservé du contenu 2">
            <a:extLst>
              <a:ext uri="{FF2B5EF4-FFF2-40B4-BE49-F238E27FC236}">
                <a16:creationId xmlns:a16="http://schemas.microsoft.com/office/drawing/2014/main" id="{BB66E090-898B-E783-5721-B656993672EF}"/>
              </a:ext>
            </a:extLst>
          </p:cNvPr>
          <p:cNvSpPr>
            <a:spLocks noGrp="1"/>
          </p:cNvSpPr>
          <p:nvPr>
            <p:ph sz="half" idx="1"/>
          </p:nvPr>
        </p:nvSpPr>
        <p:spPr>
          <a:xfrm>
            <a:off x="838200" y="1825625"/>
            <a:ext cx="5181600" cy="435133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DEC97AA8-CAEF-6088-3759-351ACE410E38}"/>
              </a:ext>
            </a:extLst>
          </p:cNvPr>
          <p:cNvSpPr>
            <a:spLocks noGrp="1"/>
          </p:cNvSpPr>
          <p:nvPr>
            <p:ph sz="half" idx="2"/>
          </p:nvPr>
        </p:nvSpPr>
        <p:spPr>
          <a:xfrm>
            <a:off x="6172200" y="1825625"/>
            <a:ext cx="5181600" cy="435133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FE4F7FA6-AD2B-D45F-C773-B495303E3272}"/>
              </a:ext>
            </a:extLst>
          </p:cNvPr>
          <p:cNvSpPr>
            <a:spLocks noGrp="1"/>
          </p:cNvSpPr>
          <p:nvPr>
            <p:ph type="dt" sz="half" idx="10"/>
          </p:nvPr>
        </p:nvSpPr>
        <p:spPr/>
        <p:txBody>
          <a:bodyPr/>
          <a:lstStyle/>
          <a:p>
            <a:fld id="{52736B58-17B8-4A67-BEA9-53A422B0148E}" type="datetime1">
              <a:rPr lang="fr-FR" smtClean="0"/>
              <a:t>04/03/2025</a:t>
            </a:fld>
            <a:endParaRPr lang="fr-FR"/>
          </a:p>
        </p:txBody>
      </p:sp>
      <p:sp>
        <p:nvSpPr>
          <p:cNvPr id="6" name="Espace réservé du pied de page 5">
            <a:extLst>
              <a:ext uri="{FF2B5EF4-FFF2-40B4-BE49-F238E27FC236}">
                <a16:creationId xmlns:a16="http://schemas.microsoft.com/office/drawing/2014/main" id="{D014B503-ACC7-2BEF-1CF9-1CAA8956BAF6}"/>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7" name="Espace réservé du numéro de diapositive 6">
            <a:extLst>
              <a:ext uri="{FF2B5EF4-FFF2-40B4-BE49-F238E27FC236}">
                <a16:creationId xmlns:a16="http://schemas.microsoft.com/office/drawing/2014/main" id="{B90F03D5-0782-335A-D8EB-95FD20C77953}"/>
              </a:ext>
            </a:extLst>
          </p:cNvPr>
          <p:cNvSpPr>
            <a:spLocks noGrp="1"/>
          </p:cNvSpPr>
          <p:nvPr>
            <p:ph type="sldNum" sz="quarter" idx="12"/>
          </p:nvPr>
        </p:nvSpPr>
        <p:spPr/>
        <p:txBody>
          <a:bodyPr/>
          <a:lstStyle/>
          <a:p>
            <a:fld id="{C4B8AC06-870A-4C43-8EB6-F7945B1E9F37}" type="slidenum">
              <a:rPr lang="fr-FR" smtClean="0"/>
              <a:t>‹N°›</a:t>
            </a:fld>
            <a:endParaRPr lang="fr-FR"/>
          </a:p>
        </p:txBody>
      </p:sp>
    </p:spTree>
    <p:extLst>
      <p:ext uri="{BB962C8B-B14F-4D97-AF65-F5344CB8AC3E}">
        <p14:creationId xmlns:p14="http://schemas.microsoft.com/office/powerpoint/2010/main" val="11493612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1BAFEEF-141F-EB4E-EB19-A5EDFCE372D3}"/>
              </a:ext>
            </a:extLst>
          </p:cNvPr>
          <p:cNvSpPr>
            <a:spLocks noGrp="1"/>
          </p:cNvSpPr>
          <p:nvPr>
            <p:ph type="title"/>
          </p:nvPr>
        </p:nvSpPr>
        <p:spPr>
          <a:xfrm>
            <a:off x="839788" y="365125"/>
            <a:ext cx="10515600" cy="1325563"/>
          </a:xfrm>
          <a:prstGeom prst="rect">
            <a:avLst/>
          </a:prstGeom>
        </p:spPr>
        <p:txBody>
          <a:bodyPr/>
          <a:lstStyle/>
          <a:p>
            <a:r>
              <a:rPr lang="fr-FR"/>
              <a:t>Modifiez le style du titre</a:t>
            </a:r>
          </a:p>
        </p:txBody>
      </p:sp>
      <p:sp>
        <p:nvSpPr>
          <p:cNvPr id="3" name="Espace réservé du texte 2">
            <a:extLst>
              <a:ext uri="{FF2B5EF4-FFF2-40B4-BE49-F238E27FC236}">
                <a16:creationId xmlns:a16="http://schemas.microsoft.com/office/drawing/2014/main" id="{C257AE37-D943-9DDC-B064-D528AF13F971}"/>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4E3BFD9F-9E11-ECEA-D741-F44288E4844A}"/>
              </a:ext>
            </a:extLst>
          </p:cNvPr>
          <p:cNvSpPr>
            <a:spLocks noGrp="1"/>
          </p:cNvSpPr>
          <p:nvPr>
            <p:ph sz="half" idx="2"/>
          </p:nvPr>
        </p:nvSpPr>
        <p:spPr>
          <a:xfrm>
            <a:off x="839788" y="2505075"/>
            <a:ext cx="5157787" cy="368458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3503D7B0-925B-649A-F313-7B48D6DF0CBD}"/>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E10DE6C6-7FBE-46A0-85D8-863BB9EDA583}"/>
              </a:ext>
            </a:extLst>
          </p:cNvPr>
          <p:cNvSpPr>
            <a:spLocks noGrp="1"/>
          </p:cNvSpPr>
          <p:nvPr>
            <p:ph sz="quarter" idx="4"/>
          </p:nvPr>
        </p:nvSpPr>
        <p:spPr>
          <a:xfrm>
            <a:off x="6172200" y="2505075"/>
            <a:ext cx="5183188" cy="368458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8A357FEA-DFEC-3408-ACEC-5394B61E1C89}"/>
              </a:ext>
            </a:extLst>
          </p:cNvPr>
          <p:cNvSpPr>
            <a:spLocks noGrp="1"/>
          </p:cNvSpPr>
          <p:nvPr>
            <p:ph type="dt" sz="half" idx="10"/>
          </p:nvPr>
        </p:nvSpPr>
        <p:spPr/>
        <p:txBody>
          <a:bodyPr/>
          <a:lstStyle/>
          <a:p>
            <a:fld id="{5905AECD-07D4-4F23-A749-BD32E0E8D1F1}" type="datetime1">
              <a:rPr lang="fr-FR" smtClean="0"/>
              <a:t>04/03/2025</a:t>
            </a:fld>
            <a:endParaRPr lang="fr-FR"/>
          </a:p>
        </p:txBody>
      </p:sp>
      <p:sp>
        <p:nvSpPr>
          <p:cNvPr id="8" name="Espace réservé du pied de page 7">
            <a:extLst>
              <a:ext uri="{FF2B5EF4-FFF2-40B4-BE49-F238E27FC236}">
                <a16:creationId xmlns:a16="http://schemas.microsoft.com/office/drawing/2014/main" id="{6E4DF121-81DF-D499-DDA4-B06020B077EB}"/>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9" name="Espace réservé du numéro de diapositive 8">
            <a:extLst>
              <a:ext uri="{FF2B5EF4-FFF2-40B4-BE49-F238E27FC236}">
                <a16:creationId xmlns:a16="http://schemas.microsoft.com/office/drawing/2014/main" id="{1C6D884C-7C42-578D-86AB-31D0AE078FB2}"/>
              </a:ext>
            </a:extLst>
          </p:cNvPr>
          <p:cNvSpPr>
            <a:spLocks noGrp="1"/>
          </p:cNvSpPr>
          <p:nvPr>
            <p:ph type="sldNum" sz="quarter" idx="12"/>
          </p:nvPr>
        </p:nvSpPr>
        <p:spPr/>
        <p:txBody>
          <a:bodyPr/>
          <a:lstStyle/>
          <a:p>
            <a:fld id="{C4B8AC06-870A-4C43-8EB6-F7945B1E9F37}" type="slidenum">
              <a:rPr lang="fr-FR" smtClean="0"/>
              <a:t>‹N°›</a:t>
            </a:fld>
            <a:endParaRPr lang="fr-FR"/>
          </a:p>
        </p:txBody>
      </p:sp>
    </p:spTree>
    <p:extLst>
      <p:ext uri="{BB962C8B-B14F-4D97-AF65-F5344CB8AC3E}">
        <p14:creationId xmlns:p14="http://schemas.microsoft.com/office/powerpoint/2010/main" val="3339149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E6C7BD3-BE2C-B249-3F2C-9E5F65CF42A2}"/>
              </a:ext>
            </a:extLst>
          </p:cNvPr>
          <p:cNvSpPr>
            <a:spLocks noGrp="1"/>
          </p:cNvSpPr>
          <p:nvPr>
            <p:ph type="title"/>
          </p:nvPr>
        </p:nvSpPr>
        <p:spPr>
          <a:xfrm>
            <a:off x="616789" y="2103438"/>
            <a:ext cx="3575649" cy="820918"/>
          </a:xfrm>
          <a:prstGeom prst="rect">
            <a:avLst/>
          </a:prstGeom>
        </p:spPr>
        <p:txBody>
          <a:bodyPr/>
          <a:lstStyle/>
          <a:p>
            <a:r>
              <a:rPr lang="fr-FR"/>
              <a:t>Modifiez le style du titre</a:t>
            </a:r>
          </a:p>
        </p:txBody>
      </p:sp>
      <p:sp>
        <p:nvSpPr>
          <p:cNvPr id="3" name="Espace réservé de la date 2">
            <a:extLst>
              <a:ext uri="{FF2B5EF4-FFF2-40B4-BE49-F238E27FC236}">
                <a16:creationId xmlns:a16="http://schemas.microsoft.com/office/drawing/2014/main" id="{B69D10D9-177E-BC16-3DEC-F0E8585D5805}"/>
              </a:ext>
            </a:extLst>
          </p:cNvPr>
          <p:cNvSpPr>
            <a:spLocks noGrp="1"/>
          </p:cNvSpPr>
          <p:nvPr>
            <p:ph type="dt" sz="half" idx="10"/>
          </p:nvPr>
        </p:nvSpPr>
        <p:spPr/>
        <p:txBody>
          <a:bodyPr/>
          <a:lstStyle/>
          <a:p>
            <a:fld id="{3C325514-15EE-4ABC-A1E5-CC93A6D12C5D}" type="datetime1">
              <a:rPr lang="fr-FR" smtClean="0"/>
              <a:t>04/03/2025</a:t>
            </a:fld>
            <a:endParaRPr lang="fr-FR"/>
          </a:p>
        </p:txBody>
      </p:sp>
      <p:sp>
        <p:nvSpPr>
          <p:cNvPr id="4" name="Espace réservé du pied de page 3">
            <a:extLst>
              <a:ext uri="{FF2B5EF4-FFF2-40B4-BE49-F238E27FC236}">
                <a16:creationId xmlns:a16="http://schemas.microsoft.com/office/drawing/2014/main" id="{97A072F6-D7DE-02BD-4BC9-559F872E0F9F}"/>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5" name="Espace réservé du numéro de diapositive 4">
            <a:extLst>
              <a:ext uri="{FF2B5EF4-FFF2-40B4-BE49-F238E27FC236}">
                <a16:creationId xmlns:a16="http://schemas.microsoft.com/office/drawing/2014/main" id="{093350F8-0873-23B9-9FAC-C344E51D35E8}"/>
              </a:ext>
            </a:extLst>
          </p:cNvPr>
          <p:cNvSpPr>
            <a:spLocks noGrp="1"/>
          </p:cNvSpPr>
          <p:nvPr>
            <p:ph type="sldNum" sz="quarter" idx="12"/>
          </p:nvPr>
        </p:nvSpPr>
        <p:spPr/>
        <p:txBody>
          <a:bodyPr/>
          <a:lstStyle/>
          <a:p>
            <a:fld id="{C4B8AC06-870A-4C43-8EB6-F7945B1E9F37}" type="slidenum">
              <a:rPr lang="fr-FR" smtClean="0"/>
              <a:t>‹N°›</a:t>
            </a:fld>
            <a:endParaRPr lang="fr-FR"/>
          </a:p>
        </p:txBody>
      </p:sp>
    </p:spTree>
    <p:extLst>
      <p:ext uri="{BB962C8B-B14F-4D97-AF65-F5344CB8AC3E}">
        <p14:creationId xmlns:p14="http://schemas.microsoft.com/office/powerpoint/2010/main" val="4380591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0483B88C-6849-2D18-D734-C5F9B10525BD}"/>
              </a:ext>
            </a:extLst>
          </p:cNvPr>
          <p:cNvSpPr>
            <a:spLocks noGrp="1"/>
          </p:cNvSpPr>
          <p:nvPr>
            <p:ph type="dt" sz="half" idx="10"/>
          </p:nvPr>
        </p:nvSpPr>
        <p:spPr/>
        <p:txBody>
          <a:bodyPr/>
          <a:lstStyle/>
          <a:p>
            <a:fld id="{B41698AE-BA83-4857-88F4-1BD70778C47B}" type="datetime1">
              <a:rPr lang="fr-FR" smtClean="0"/>
              <a:t>04/03/2025</a:t>
            </a:fld>
            <a:endParaRPr lang="fr-FR"/>
          </a:p>
        </p:txBody>
      </p:sp>
      <p:sp>
        <p:nvSpPr>
          <p:cNvPr id="3" name="Espace réservé du pied de page 2">
            <a:extLst>
              <a:ext uri="{FF2B5EF4-FFF2-40B4-BE49-F238E27FC236}">
                <a16:creationId xmlns:a16="http://schemas.microsoft.com/office/drawing/2014/main" id="{7745EF56-2604-26D3-DE0A-E22CCF2C9AB2}"/>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4" name="Espace réservé du numéro de diapositive 3">
            <a:extLst>
              <a:ext uri="{FF2B5EF4-FFF2-40B4-BE49-F238E27FC236}">
                <a16:creationId xmlns:a16="http://schemas.microsoft.com/office/drawing/2014/main" id="{34F2FF0A-A8EF-99D0-F641-900954350C1F}"/>
              </a:ext>
            </a:extLst>
          </p:cNvPr>
          <p:cNvSpPr>
            <a:spLocks noGrp="1"/>
          </p:cNvSpPr>
          <p:nvPr>
            <p:ph type="sldNum" sz="quarter" idx="12"/>
          </p:nvPr>
        </p:nvSpPr>
        <p:spPr/>
        <p:txBody>
          <a:bodyPr/>
          <a:lstStyle/>
          <a:p>
            <a:fld id="{C4B8AC06-870A-4C43-8EB6-F7945B1E9F37}" type="slidenum">
              <a:rPr lang="fr-FR" smtClean="0"/>
              <a:t>‹N°›</a:t>
            </a:fld>
            <a:endParaRPr lang="fr-FR"/>
          </a:p>
        </p:txBody>
      </p:sp>
    </p:spTree>
    <p:extLst>
      <p:ext uri="{BB962C8B-B14F-4D97-AF65-F5344CB8AC3E}">
        <p14:creationId xmlns:p14="http://schemas.microsoft.com/office/powerpoint/2010/main" val="34433980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415A8C-E547-7E9A-AFC5-A0D04607D68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E766A8F0-9BA4-D51D-D4CF-AD304DB84F65}"/>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A9E1DE4C-37EB-49F1-9031-F091A78C3165}"/>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7F7618FD-C819-62D6-F137-4536A25556B8}"/>
              </a:ext>
            </a:extLst>
          </p:cNvPr>
          <p:cNvSpPr>
            <a:spLocks noGrp="1"/>
          </p:cNvSpPr>
          <p:nvPr>
            <p:ph type="dt" sz="half" idx="10"/>
          </p:nvPr>
        </p:nvSpPr>
        <p:spPr/>
        <p:txBody>
          <a:bodyPr/>
          <a:lstStyle/>
          <a:p>
            <a:fld id="{A2C9E72B-419F-4F91-8060-39762CBF0073}" type="datetime1">
              <a:rPr lang="fr-FR" smtClean="0"/>
              <a:t>04/03/2025</a:t>
            </a:fld>
            <a:endParaRPr lang="fr-FR"/>
          </a:p>
        </p:txBody>
      </p:sp>
      <p:sp>
        <p:nvSpPr>
          <p:cNvPr id="6" name="Espace réservé du pied de page 5">
            <a:extLst>
              <a:ext uri="{FF2B5EF4-FFF2-40B4-BE49-F238E27FC236}">
                <a16:creationId xmlns:a16="http://schemas.microsoft.com/office/drawing/2014/main" id="{6308DFE9-79A1-1AF4-22AF-14E708647A94}"/>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7" name="Espace réservé du numéro de diapositive 6">
            <a:extLst>
              <a:ext uri="{FF2B5EF4-FFF2-40B4-BE49-F238E27FC236}">
                <a16:creationId xmlns:a16="http://schemas.microsoft.com/office/drawing/2014/main" id="{302F0F6F-D706-BD10-6988-A1775FFE1656}"/>
              </a:ext>
            </a:extLst>
          </p:cNvPr>
          <p:cNvSpPr>
            <a:spLocks noGrp="1"/>
          </p:cNvSpPr>
          <p:nvPr>
            <p:ph type="sldNum" sz="quarter" idx="12"/>
          </p:nvPr>
        </p:nvSpPr>
        <p:spPr/>
        <p:txBody>
          <a:bodyPr/>
          <a:lstStyle/>
          <a:p>
            <a:fld id="{C4B8AC06-870A-4C43-8EB6-F7945B1E9F37}" type="slidenum">
              <a:rPr lang="fr-FR" smtClean="0"/>
              <a:t>‹N°›</a:t>
            </a:fld>
            <a:endParaRPr lang="fr-FR"/>
          </a:p>
        </p:txBody>
      </p:sp>
    </p:spTree>
    <p:extLst>
      <p:ext uri="{BB962C8B-B14F-4D97-AF65-F5344CB8AC3E}">
        <p14:creationId xmlns:p14="http://schemas.microsoft.com/office/powerpoint/2010/main" val="35341139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46BD50-BFCC-AE0E-6FE4-564BC8753FE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254CD295-38C6-2D13-337F-2F0D8FB51D33}"/>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D327ACF7-C791-E788-683D-CAD69B06C0CA}"/>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AD6A081F-AD58-9B72-FB90-7C7FF572CCA9}"/>
              </a:ext>
            </a:extLst>
          </p:cNvPr>
          <p:cNvSpPr>
            <a:spLocks noGrp="1"/>
          </p:cNvSpPr>
          <p:nvPr>
            <p:ph type="dt" sz="half" idx="10"/>
          </p:nvPr>
        </p:nvSpPr>
        <p:spPr/>
        <p:txBody>
          <a:bodyPr/>
          <a:lstStyle/>
          <a:p>
            <a:fld id="{02121F93-3F2C-4ADA-AC78-C2799D21F98B}" type="datetime1">
              <a:rPr lang="fr-FR" smtClean="0"/>
              <a:t>04/03/2025</a:t>
            </a:fld>
            <a:endParaRPr lang="fr-FR"/>
          </a:p>
        </p:txBody>
      </p:sp>
      <p:sp>
        <p:nvSpPr>
          <p:cNvPr id="6" name="Espace réservé du pied de page 5">
            <a:extLst>
              <a:ext uri="{FF2B5EF4-FFF2-40B4-BE49-F238E27FC236}">
                <a16:creationId xmlns:a16="http://schemas.microsoft.com/office/drawing/2014/main" id="{53A9387E-E08D-D6CA-3100-8358F7D30647}"/>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7" name="Espace réservé du numéro de diapositive 6">
            <a:extLst>
              <a:ext uri="{FF2B5EF4-FFF2-40B4-BE49-F238E27FC236}">
                <a16:creationId xmlns:a16="http://schemas.microsoft.com/office/drawing/2014/main" id="{5739E72D-AF51-187E-0817-95FE8F02280A}"/>
              </a:ext>
            </a:extLst>
          </p:cNvPr>
          <p:cNvSpPr>
            <a:spLocks noGrp="1"/>
          </p:cNvSpPr>
          <p:nvPr>
            <p:ph type="sldNum" sz="quarter" idx="12"/>
          </p:nvPr>
        </p:nvSpPr>
        <p:spPr/>
        <p:txBody>
          <a:bodyPr/>
          <a:lstStyle/>
          <a:p>
            <a:fld id="{C4B8AC06-870A-4C43-8EB6-F7945B1E9F37}" type="slidenum">
              <a:rPr lang="fr-FR" smtClean="0"/>
              <a:t>‹N°›</a:t>
            </a:fld>
            <a:endParaRPr lang="fr-FR"/>
          </a:p>
        </p:txBody>
      </p:sp>
    </p:spTree>
    <p:extLst>
      <p:ext uri="{BB962C8B-B14F-4D97-AF65-F5344CB8AC3E}">
        <p14:creationId xmlns:p14="http://schemas.microsoft.com/office/powerpoint/2010/main" val="16896050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B7527BF-82BB-B26F-614B-28CD3F4C1A70}"/>
              </a:ext>
            </a:extLst>
          </p:cNvPr>
          <p:cNvSpPr>
            <a:spLocks noGrp="1"/>
          </p:cNvSpPr>
          <p:nvPr>
            <p:ph type="title"/>
          </p:nvPr>
        </p:nvSpPr>
        <p:spPr>
          <a:xfrm>
            <a:off x="616789" y="2103438"/>
            <a:ext cx="3575649" cy="820918"/>
          </a:xfrm>
          <a:prstGeom prst="rect">
            <a:avLst/>
          </a:prstGeom>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378DD036-CC1F-62B1-CB72-940BB05C1FD0}"/>
              </a:ext>
            </a:extLst>
          </p:cNvPr>
          <p:cNvSpPr>
            <a:spLocks noGrp="1"/>
          </p:cNvSpPr>
          <p:nvPr>
            <p:ph type="body" orient="vert" idx="1"/>
          </p:nvPr>
        </p:nvSpPr>
        <p:spPr>
          <a:xfrm>
            <a:off x="838200" y="1825625"/>
            <a:ext cx="10515600" cy="4351338"/>
          </a:xfrm>
          <a:prstGeom prst="rect">
            <a:avLst/>
          </a:prstGeo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F434DB3-FE2B-DDEB-D8DD-1C72C94542BC}"/>
              </a:ext>
            </a:extLst>
          </p:cNvPr>
          <p:cNvSpPr>
            <a:spLocks noGrp="1"/>
          </p:cNvSpPr>
          <p:nvPr>
            <p:ph type="dt" sz="half" idx="10"/>
          </p:nvPr>
        </p:nvSpPr>
        <p:spPr/>
        <p:txBody>
          <a:bodyPr/>
          <a:lstStyle/>
          <a:p>
            <a:fld id="{255FA2CD-E31A-4385-9E6D-C2CB29DECAF3}" type="datetime1">
              <a:rPr lang="fr-FR" smtClean="0"/>
              <a:t>04/03/2025</a:t>
            </a:fld>
            <a:endParaRPr lang="fr-FR"/>
          </a:p>
        </p:txBody>
      </p:sp>
      <p:sp>
        <p:nvSpPr>
          <p:cNvPr id="5" name="Espace réservé du pied de page 4">
            <a:extLst>
              <a:ext uri="{FF2B5EF4-FFF2-40B4-BE49-F238E27FC236}">
                <a16:creationId xmlns:a16="http://schemas.microsoft.com/office/drawing/2014/main" id="{F521C1C7-B457-C48A-52C8-8E6ADD4F8603}"/>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Espace réservé du numéro de diapositive 5">
            <a:extLst>
              <a:ext uri="{FF2B5EF4-FFF2-40B4-BE49-F238E27FC236}">
                <a16:creationId xmlns:a16="http://schemas.microsoft.com/office/drawing/2014/main" id="{05EF4037-2CC5-A57D-9AE8-A50A23FF113F}"/>
              </a:ext>
            </a:extLst>
          </p:cNvPr>
          <p:cNvSpPr>
            <a:spLocks noGrp="1"/>
          </p:cNvSpPr>
          <p:nvPr>
            <p:ph type="sldNum" sz="quarter" idx="12"/>
          </p:nvPr>
        </p:nvSpPr>
        <p:spPr/>
        <p:txBody>
          <a:bodyPr/>
          <a:lstStyle/>
          <a:p>
            <a:fld id="{C4B8AC06-870A-4C43-8EB6-F7945B1E9F37}" type="slidenum">
              <a:rPr lang="fr-FR" smtClean="0"/>
              <a:t>‹N°›</a:t>
            </a:fld>
            <a:endParaRPr lang="fr-FR"/>
          </a:p>
        </p:txBody>
      </p:sp>
    </p:spTree>
    <p:extLst>
      <p:ext uri="{BB962C8B-B14F-4D97-AF65-F5344CB8AC3E}">
        <p14:creationId xmlns:p14="http://schemas.microsoft.com/office/powerpoint/2010/main" val="1491465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54E3FCB1-FF48-7337-2091-3EB20E1E4048}"/>
              </a:ext>
            </a:extLst>
          </p:cNvPr>
          <p:cNvSpPr>
            <a:spLocks noGrp="1"/>
          </p:cNvSpPr>
          <p:nvPr>
            <p:ph type="title" orient="vert"/>
          </p:nvPr>
        </p:nvSpPr>
        <p:spPr>
          <a:xfrm>
            <a:off x="8724900" y="365125"/>
            <a:ext cx="2628900" cy="5811838"/>
          </a:xfrm>
          <a:prstGeom prst="rect">
            <a:avLst/>
          </a:prstGeo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002A014D-2AA2-A848-B95F-1EA405B3378C}"/>
              </a:ext>
            </a:extLst>
          </p:cNvPr>
          <p:cNvSpPr>
            <a:spLocks noGrp="1"/>
          </p:cNvSpPr>
          <p:nvPr>
            <p:ph type="body" orient="vert" idx="1"/>
          </p:nvPr>
        </p:nvSpPr>
        <p:spPr>
          <a:xfrm>
            <a:off x="838200" y="365125"/>
            <a:ext cx="7734300" cy="5811838"/>
          </a:xfrm>
          <a:prstGeom prst="rect">
            <a:avLst/>
          </a:prstGeo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9AD1405-04FB-2D6A-5FD7-E65341D5DA07}"/>
              </a:ext>
            </a:extLst>
          </p:cNvPr>
          <p:cNvSpPr>
            <a:spLocks noGrp="1"/>
          </p:cNvSpPr>
          <p:nvPr>
            <p:ph type="dt" sz="half" idx="10"/>
          </p:nvPr>
        </p:nvSpPr>
        <p:spPr/>
        <p:txBody>
          <a:bodyPr/>
          <a:lstStyle/>
          <a:p>
            <a:fld id="{B22A63C4-409C-45BA-913A-6AD564B80103}" type="datetime1">
              <a:rPr lang="fr-FR" smtClean="0"/>
              <a:t>04/03/2025</a:t>
            </a:fld>
            <a:endParaRPr lang="fr-FR"/>
          </a:p>
        </p:txBody>
      </p:sp>
      <p:sp>
        <p:nvSpPr>
          <p:cNvPr id="5" name="Espace réservé du pied de page 4">
            <a:extLst>
              <a:ext uri="{FF2B5EF4-FFF2-40B4-BE49-F238E27FC236}">
                <a16:creationId xmlns:a16="http://schemas.microsoft.com/office/drawing/2014/main" id="{0F3F0382-3158-E7E5-0E4A-3E6AC7057C4A}"/>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Espace réservé du numéro de diapositive 5">
            <a:extLst>
              <a:ext uri="{FF2B5EF4-FFF2-40B4-BE49-F238E27FC236}">
                <a16:creationId xmlns:a16="http://schemas.microsoft.com/office/drawing/2014/main" id="{2B6D9E83-FBEF-74D6-A4AF-479C1A4A7815}"/>
              </a:ext>
            </a:extLst>
          </p:cNvPr>
          <p:cNvSpPr>
            <a:spLocks noGrp="1"/>
          </p:cNvSpPr>
          <p:nvPr>
            <p:ph type="sldNum" sz="quarter" idx="12"/>
          </p:nvPr>
        </p:nvSpPr>
        <p:spPr/>
        <p:txBody>
          <a:bodyPr/>
          <a:lstStyle/>
          <a:p>
            <a:fld id="{C4B8AC06-870A-4C43-8EB6-F7945B1E9F37}" type="slidenum">
              <a:rPr lang="fr-FR" smtClean="0"/>
              <a:t>‹N°›</a:t>
            </a:fld>
            <a:endParaRPr lang="fr-FR"/>
          </a:p>
        </p:txBody>
      </p:sp>
    </p:spTree>
    <p:extLst>
      <p:ext uri="{BB962C8B-B14F-4D97-AF65-F5344CB8AC3E}">
        <p14:creationId xmlns:p14="http://schemas.microsoft.com/office/powerpoint/2010/main" val="21009896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Image 7">
            <a:extLst>
              <a:ext uri="{FF2B5EF4-FFF2-40B4-BE49-F238E27FC236}">
                <a16:creationId xmlns:a16="http://schemas.microsoft.com/office/drawing/2014/main" id="{C5F3BD21-B6BA-F374-A949-AAF99FAA5D84}"/>
              </a:ext>
            </a:extLst>
          </p:cNvPr>
          <p:cNvPicPr>
            <a:picLocks noChangeAspect="1"/>
          </p:cNvPicPr>
          <p:nvPr userDrawn="1"/>
        </p:nvPicPr>
        <p:blipFill rotWithShape="1">
          <a:blip r:embed="rId13">
            <a:extLst>
              <a:ext uri="{28A0092B-C50C-407E-A947-70E740481C1C}">
                <a14:useLocalDpi xmlns:a14="http://schemas.microsoft.com/office/drawing/2010/main" val="0"/>
              </a:ext>
            </a:extLst>
          </a:blip>
          <a:srcRect b="42825"/>
          <a:stretch/>
        </p:blipFill>
        <p:spPr bwMode="auto">
          <a:xfrm>
            <a:off x="0" y="6229845"/>
            <a:ext cx="12192000" cy="638054"/>
          </a:xfrm>
          <a:prstGeom prst="rect">
            <a:avLst/>
          </a:prstGeom>
          <a:noFill/>
          <a:ln>
            <a:noFill/>
          </a:ln>
        </p:spPr>
      </p:pic>
      <p:sp>
        <p:nvSpPr>
          <p:cNvPr id="4" name="Espace réservé de la date 3">
            <a:extLst>
              <a:ext uri="{FF2B5EF4-FFF2-40B4-BE49-F238E27FC236}">
                <a16:creationId xmlns:a16="http://schemas.microsoft.com/office/drawing/2014/main" id="{AEF04CF8-9014-FC27-D4B4-72E3C1E124A6}"/>
              </a:ext>
            </a:extLst>
          </p:cNvPr>
          <p:cNvSpPr>
            <a:spLocks noGrp="1"/>
          </p:cNvSpPr>
          <p:nvPr>
            <p:ph type="dt" sz="half" idx="2"/>
          </p:nvPr>
        </p:nvSpPr>
        <p:spPr>
          <a:xfrm>
            <a:off x="11132389" y="6543675"/>
            <a:ext cx="1059611" cy="324224"/>
          </a:xfrm>
          <a:prstGeom prst="rect">
            <a:avLst/>
          </a:prstGeom>
        </p:spPr>
        <p:txBody>
          <a:bodyPr vert="horz" lIns="91440" tIns="45720" rIns="91440" bIns="45720" rtlCol="0" anchor="ctr"/>
          <a:lstStyle>
            <a:lvl1pPr algn="ctr">
              <a:defRPr sz="120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fld id="{63F44279-F9F5-4F6A-B76C-AD6CD53BFE44}" type="datetime1">
              <a:rPr lang="fr-FR" smtClean="0"/>
              <a:t>04/03/2025</a:t>
            </a:fld>
            <a:endParaRPr lang="fr-FR" dirty="0"/>
          </a:p>
        </p:txBody>
      </p:sp>
      <p:pic>
        <p:nvPicPr>
          <p:cNvPr id="7" name="Picture 2">
            <a:extLst>
              <a:ext uri="{FF2B5EF4-FFF2-40B4-BE49-F238E27FC236}">
                <a16:creationId xmlns:a16="http://schemas.microsoft.com/office/drawing/2014/main" id="{C49017CC-E18E-F0F6-42F7-A02DC85B2C0F}"/>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12192000" cy="893763"/>
          </a:xfrm>
          <a:prstGeom prst="rect">
            <a:avLst/>
          </a:prstGeom>
          <a:noFill/>
          <a:extLst>
            <a:ext uri="{909E8E84-426E-40DD-AFC4-6F175D3DCCD1}">
              <a14:hiddenFill xmlns:a14="http://schemas.microsoft.com/office/drawing/2010/main">
                <a:solidFill>
                  <a:srgbClr val="FFFFFF"/>
                </a:solidFill>
              </a14:hiddenFill>
            </a:ext>
          </a:extLst>
        </p:spPr>
      </p:pic>
      <p:sp>
        <p:nvSpPr>
          <p:cNvPr id="6" name="Espace réservé du numéro de diapositive 5">
            <a:extLst>
              <a:ext uri="{FF2B5EF4-FFF2-40B4-BE49-F238E27FC236}">
                <a16:creationId xmlns:a16="http://schemas.microsoft.com/office/drawing/2014/main" id="{F58E8FB6-4218-FAE1-1150-E78A174AC60C}"/>
              </a:ext>
            </a:extLst>
          </p:cNvPr>
          <p:cNvSpPr>
            <a:spLocks noGrp="1"/>
          </p:cNvSpPr>
          <p:nvPr>
            <p:ph type="sldNum" sz="quarter" idx="4"/>
          </p:nvPr>
        </p:nvSpPr>
        <p:spPr>
          <a:xfrm>
            <a:off x="3218551" y="107634"/>
            <a:ext cx="588035" cy="365125"/>
          </a:xfrm>
          <a:prstGeom prst="rect">
            <a:avLst/>
          </a:prstGeom>
        </p:spPr>
        <p:txBody>
          <a:bodyPr vert="horz" lIns="91440" tIns="45720" rIns="91440" bIns="45720" rtlCol="0" anchor="ctr"/>
          <a:lstStyle>
            <a:lvl1pPr algn="ctr">
              <a:defRPr sz="120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fld id="{C4B8AC06-870A-4C43-8EB6-F7945B1E9F37}" type="slidenum">
              <a:rPr lang="fr-FR" smtClean="0"/>
              <a:pPr/>
              <a:t>‹N°›</a:t>
            </a:fld>
            <a:endParaRPr lang="fr-FR" dirty="0"/>
          </a:p>
        </p:txBody>
      </p:sp>
      <p:pic>
        <p:nvPicPr>
          <p:cNvPr id="10" name="Image 9">
            <a:extLst>
              <a:ext uri="{FF2B5EF4-FFF2-40B4-BE49-F238E27FC236}">
                <a16:creationId xmlns:a16="http://schemas.microsoft.com/office/drawing/2014/main" id="{C4875142-272D-24F7-5DC9-9B1DC08A2F0D}"/>
              </a:ext>
            </a:extLst>
          </p:cNvPr>
          <p:cNvPicPr>
            <a:picLocks noChangeAspect="1"/>
          </p:cNvPicPr>
          <p:nvPr userDrawn="1"/>
        </p:nvPicPr>
        <p:blipFill>
          <a:blip r:embed="rId15"/>
          <a:stretch>
            <a:fillRect/>
          </a:stretch>
        </p:blipFill>
        <p:spPr>
          <a:xfrm>
            <a:off x="9437775" y="40030"/>
            <a:ext cx="1420008" cy="502274"/>
          </a:xfrm>
          <a:prstGeom prst="ellipse">
            <a:avLst/>
          </a:prstGeom>
          <a:ln>
            <a:noFill/>
          </a:ln>
          <a:effectLst>
            <a:softEdge rad="112500"/>
          </a:effectLst>
        </p:spPr>
      </p:pic>
      <p:sp>
        <p:nvSpPr>
          <p:cNvPr id="11" name="ZoneTexte 10">
            <a:extLst>
              <a:ext uri="{FF2B5EF4-FFF2-40B4-BE49-F238E27FC236}">
                <a16:creationId xmlns:a16="http://schemas.microsoft.com/office/drawing/2014/main" id="{1683A77E-EA89-4DAA-F915-DCE2C47EF3CC}"/>
              </a:ext>
            </a:extLst>
          </p:cNvPr>
          <p:cNvSpPr txBox="1"/>
          <p:nvPr userDrawn="1"/>
        </p:nvSpPr>
        <p:spPr>
          <a:xfrm>
            <a:off x="5148913" y="6567287"/>
            <a:ext cx="1924822" cy="276999"/>
          </a:xfrm>
          <a:prstGeom prst="rect">
            <a:avLst/>
          </a:prstGeom>
          <a:noFill/>
        </p:spPr>
        <p:txBody>
          <a:bodyPr wrap="none" rtlCol="0">
            <a:spAutoFit/>
          </a:bodyPr>
          <a:lstStyle/>
          <a:p>
            <a:r>
              <a:rPr lang="fr-FR" sz="1200" b="0" dirty="0">
                <a:solidFill>
                  <a:schemeClr val="bg1"/>
                </a:solidFill>
                <a:latin typeface="Calibri" panose="020F0502020204030204" pitchFamily="34" charset="0"/>
                <a:ea typeface="Calibri" panose="020F0502020204030204" pitchFamily="34" charset="0"/>
                <a:cs typeface="Calibri" panose="020F0502020204030204" pitchFamily="34" charset="0"/>
              </a:rPr>
              <a:t>DIFFUSION LIMITÉE AU CESI</a:t>
            </a:r>
          </a:p>
        </p:txBody>
      </p:sp>
      <p:cxnSp>
        <p:nvCxnSpPr>
          <p:cNvPr id="13" name="Connecteur droit 12">
            <a:extLst>
              <a:ext uri="{FF2B5EF4-FFF2-40B4-BE49-F238E27FC236}">
                <a16:creationId xmlns:a16="http://schemas.microsoft.com/office/drawing/2014/main" id="{A60309CD-03EE-D9D0-0E90-0327C90843A2}"/>
              </a:ext>
            </a:extLst>
          </p:cNvPr>
          <p:cNvCxnSpPr/>
          <p:nvPr userDrawn="1"/>
        </p:nvCxnSpPr>
        <p:spPr>
          <a:xfrm>
            <a:off x="2268747" y="1300889"/>
            <a:ext cx="0" cy="4358032"/>
          </a:xfrm>
          <a:prstGeom prst="line">
            <a:avLst/>
          </a:prstGeom>
          <a:ln w="28575">
            <a:solidFill>
              <a:srgbClr val="039EDE"/>
            </a:solidFill>
          </a:ln>
        </p:spPr>
        <p:style>
          <a:lnRef idx="2">
            <a:schemeClr val="accent1"/>
          </a:lnRef>
          <a:fillRef idx="0">
            <a:schemeClr val="accent1"/>
          </a:fillRef>
          <a:effectRef idx="1">
            <a:schemeClr val="accent1"/>
          </a:effectRef>
          <a:fontRef idx="minor">
            <a:schemeClr val="tx1"/>
          </a:fontRef>
        </p:style>
      </p:cxnSp>
      <p:sp>
        <p:nvSpPr>
          <p:cNvPr id="14" name="ZoneTexte 13">
            <a:extLst>
              <a:ext uri="{FF2B5EF4-FFF2-40B4-BE49-F238E27FC236}">
                <a16:creationId xmlns:a16="http://schemas.microsoft.com/office/drawing/2014/main" id="{0FFDB818-044D-65A1-5EC2-70541281475F}"/>
              </a:ext>
            </a:extLst>
          </p:cNvPr>
          <p:cNvSpPr txBox="1"/>
          <p:nvPr userDrawn="1"/>
        </p:nvSpPr>
        <p:spPr>
          <a:xfrm>
            <a:off x="349546" y="123885"/>
            <a:ext cx="1516095" cy="338554"/>
          </a:xfrm>
          <a:prstGeom prst="rect">
            <a:avLst/>
          </a:prstGeom>
          <a:noFill/>
        </p:spPr>
        <p:txBody>
          <a:bodyPr wrap="square" rtlCol="0">
            <a:spAutoFit/>
          </a:bodyPr>
          <a:lstStyle/>
          <a:p>
            <a:pPr algn="ctr"/>
            <a:r>
              <a:rPr lang="fr-FR" sz="1600" b="1" dirty="0">
                <a:solidFill>
                  <a:schemeClr val="bg1"/>
                </a:solidFill>
                <a:latin typeface="Calibri" panose="020F0502020204030204" pitchFamily="34" charset="0"/>
                <a:ea typeface="Calibri" panose="020F0502020204030204" pitchFamily="34" charset="0"/>
                <a:cs typeface="Calibri" panose="020F0502020204030204" pitchFamily="34" charset="0"/>
              </a:rPr>
              <a:t>SOMMAIRE</a:t>
            </a:r>
          </a:p>
        </p:txBody>
      </p:sp>
    </p:spTree>
    <p:extLst>
      <p:ext uri="{BB962C8B-B14F-4D97-AF65-F5344CB8AC3E}">
        <p14:creationId xmlns:p14="http://schemas.microsoft.com/office/powerpoint/2010/main" val="5121167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1600" kern="1200">
          <a:solidFill>
            <a:schemeClr val="tx1"/>
          </a:solidFill>
          <a:latin typeface="Calibri" panose="020F0502020204030204" pitchFamily="34" charset="0"/>
          <a:ea typeface="Calibri" panose="020F0502020204030204" pitchFamily="34" charset="0"/>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ADA0741-B25A-1DF5-A48C-4A163DFBC265}"/>
              </a:ext>
            </a:extLst>
          </p:cNvPr>
          <p:cNvSpPr>
            <a:spLocks/>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bg1"/>
              </a:solidFill>
            </a:endParaRPr>
          </a:p>
        </p:txBody>
      </p:sp>
      <p:grpSp>
        <p:nvGrpSpPr>
          <p:cNvPr id="10" name="Groupe 9">
            <a:extLst>
              <a:ext uri="{FF2B5EF4-FFF2-40B4-BE49-F238E27FC236}">
                <a16:creationId xmlns:a16="http://schemas.microsoft.com/office/drawing/2014/main" id="{75126C54-D8D6-A8F7-B47F-615858AAA32D}"/>
              </a:ext>
            </a:extLst>
          </p:cNvPr>
          <p:cNvGrpSpPr/>
          <p:nvPr/>
        </p:nvGrpSpPr>
        <p:grpSpPr>
          <a:xfrm>
            <a:off x="2803319" y="2223273"/>
            <a:ext cx="6585361" cy="2411453"/>
            <a:chOff x="2803319" y="770659"/>
            <a:chExt cx="6585361" cy="2411453"/>
          </a:xfrm>
        </p:grpSpPr>
        <p:sp>
          <p:nvSpPr>
            <p:cNvPr id="4" name="Freeform 3">
              <a:extLst>
                <a:ext uri="{FF2B5EF4-FFF2-40B4-BE49-F238E27FC236}">
                  <a16:creationId xmlns:a16="http://schemas.microsoft.com/office/drawing/2014/main" id="{7856F0CE-6B34-07E1-A0A5-4101AF755EF3}"/>
                </a:ext>
              </a:extLst>
            </p:cNvPr>
            <p:cNvSpPr/>
            <p:nvPr/>
          </p:nvSpPr>
          <p:spPr>
            <a:xfrm>
              <a:off x="2803319" y="770659"/>
              <a:ext cx="6585361" cy="2411453"/>
            </a:xfrm>
            <a:custGeom>
              <a:avLst/>
              <a:gdLst/>
              <a:ahLst/>
              <a:cxnLst/>
              <a:rect l="l" t="t" r="r" b="b"/>
              <a:pathLst>
                <a:path w="5642162" h="1743941">
                  <a:moveTo>
                    <a:pt x="0" y="0"/>
                  </a:moveTo>
                  <a:lnTo>
                    <a:pt x="5642162" y="0"/>
                  </a:lnTo>
                  <a:lnTo>
                    <a:pt x="5642162" y="1743941"/>
                  </a:lnTo>
                  <a:lnTo>
                    <a:pt x="0" y="174394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fr-FR">
                <a:solidFill>
                  <a:schemeClr val="bg1"/>
                </a:solidFill>
              </a:endParaRPr>
            </a:p>
          </p:txBody>
        </p:sp>
        <p:sp>
          <p:nvSpPr>
            <p:cNvPr id="7" name="ZoneTexte 6">
              <a:extLst>
                <a:ext uri="{FF2B5EF4-FFF2-40B4-BE49-F238E27FC236}">
                  <a16:creationId xmlns:a16="http://schemas.microsoft.com/office/drawing/2014/main" id="{AECF345E-4A35-3371-CEA3-E8BA917D9AAF}"/>
                </a:ext>
              </a:extLst>
            </p:cNvPr>
            <p:cNvSpPr txBox="1"/>
            <p:nvPr/>
          </p:nvSpPr>
          <p:spPr>
            <a:xfrm>
              <a:off x="3006179" y="1514720"/>
              <a:ext cx="6179639" cy="461665"/>
            </a:xfrm>
            <a:prstGeom prst="rect">
              <a:avLst/>
            </a:prstGeom>
            <a:noFill/>
          </p:spPr>
          <p:txBody>
            <a:bodyPr wrap="square">
              <a:spAutoFit/>
            </a:bodyPr>
            <a:lstStyle/>
            <a:p>
              <a:pPr algn="ctr"/>
              <a:r>
                <a:rPr lang="fr-FR" sz="2400" dirty="0">
                  <a:solidFill>
                    <a:schemeClr val="bg1"/>
                  </a:solidFill>
                  <a:latin typeface="Calibri" panose="020F0502020204030204" pitchFamily="34" charset="0"/>
                  <a:ea typeface="Calibri" panose="020F0502020204030204" pitchFamily="34" charset="0"/>
                  <a:cs typeface="Calibri" panose="020F0502020204030204" pitchFamily="34" charset="0"/>
                </a:rPr>
                <a:t>Modernisation IT &amp; Production - SmartFactory</a:t>
              </a:r>
            </a:p>
          </p:txBody>
        </p:sp>
        <p:sp>
          <p:nvSpPr>
            <p:cNvPr id="8" name="ZoneTexte 7">
              <a:extLst>
                <a:ext uri="{FF2B5EF4-FFF2-40B4-BE49-F238E27FC236}">
                  <a16:creationId xmlns:a16="http://schemas.microsoft.com/office/drawing/2014/main" id="{B0FDFBBB-E5F9-BC99-2907-5E3813BD03D3}"/>
                </a:ext>
              </a:extLst>
            </p:cNvPr>
            <p:cNvSpPr txBox="1"/>
            <p:nvPr/>
          </p:nvSpPr>
          <p:spPr>
            <a:xfrm>
              <a:off x="3006179" y="1976385"/>
              <a:ext cx="6179639" cy="369332"/>
            </a:xfrm>
            <a:prstGeom prst="rect">
              <a:avLst/>
            </a:prstGeom>
            <a:noFill/>
          </p:spPr>
          <p:txBody>
            <a:bodyPr wrap="square">
              <a:spAutoFit/>
            </a:bodyPr>
            <a:lstStyle/>
            <a:p>
              <a:pPr algn="ctr"/>
              <a:r>
                <a:rPr lang="fr-FR" dirty="0">
                  <a:solidFill>
                    <a:schemeClr val="bg1"/>
                  </a:solidFill>
                  <a:latin typeface="Calibri" panose="020F0502020204030204" pitchFamily="34" charset="0"/>
                  <a:ea typeface="Calibri" panose="020F0502020204030204" pitchFamily="34" charset="0"/>
                  <a:cs typeface="Calibri" panose="020F0502020204030204" pitchFamily="34" charset="0"/>
                </a:rPr>
                <a:t>Proposition d’architecture hybride &amp; Industrie 4.0</a:t>
              </a:r>
            </a:p>
          </p:txBody>
        </p:sp>
      </p:grpSp>
      <p:sp>
        <p:nvSpPr>
          <p:cNvPr id="9" name="ZoneTexte 8">
            <a:extLst>
              <a:ext uri="{FF2B5EF4-FFF2-40B4-BE49-F238E27FC236}">
                <a16:creationId xmlns:a16="http://schemas.microsoft.com/office/drawing/2014/main" id="{A5C8331F-7281-5F23-F657-E7F35B5DF902}"/>
              </a:ext>
            </a:extLst>
          </p:cNvPr>
          <p:cNvSpPr txBox="1"/>
          <p:nvPr/>
        </p:nvSpPr>
        <p:spPr>
          <a:xfrm>
            <a:off x="6012361" y="6488667"/>
            <a:ext cx="6179639" cy="369332"/>
          </a:xfrm>
          <a:prstGeom prst="rect">
            <a:avLst/>
          </a:prstGeom>
          <a:noFill/>
        </p:spPr>
        <p:txBody>
          <a:bodyPr wrap="square">
            <a:spAutoFit/>
          </a:bodyPr>
          <a:lstStyle/>
          <a:p>
            <a:pPr algn="r"/>
            <a:r>
              <a:rPr lang="fr-FR" dirty="0">
                <a:solidFill>
                  <a:schemeClr val="bg1"/>
                </a:solidFill>
                <a:latin typeface="Calibri" panose="020F0502020204030204" pitchFamily="34" charset="0"/>
                <a:ea typeface="Calibri" panose="020F0502020204030204" pitchFamily="34" charset="0"/>
                <a:cs typeface="Calibri" panose="020F0502020204030204" pitchFamily="34" charset="0"/>
              </a:rPr>
              <a:t>Présenté par </a:t>
            </a:r>
            <a:r>
              <a:rPr lang="fr-FR" b="1" dirty="0">
                <a:solidFill>
                  <a:schemeClr val="bg1"/>
                </a:solidFill>
                <a:latin typeface="Calibri" panose="020F0502020204030204" pitchFamily="34" charset="0"/>
                <a:ea typeface="Calibri" panose="020F0502020204030204" pitchFamily="34" charset="0"/>
                <a:cs typeface="Calibri" panose="020F0502020204030204" pitchFamily="34" charset="0"/>
              </a:rPr>
              <a:t>Théo BORTOLOTTO</a:t>
            </a:r>
          </a:p>
        </p:txBody>
      </p:sp>
      <p:pic>
        <p:nvPicPr>
          <p:cNvPr id="11" name="Image 10">
            <a:extLst>
              <a:ext uri="{FF2B5EF4-FFF2-40B4-BE49-F238E27FC236}">
                <a16:creationId xmlns:a16="http://schemas.microsoft.com/office/drawing/2014/main" id="{B28FFF79-B668-0333-45AE-95F7DC502128}"/>
              </a:ext>
            </a:extLst>
          </p:cNvPr>
          <p:cNvPicPr>
            <a:picLocks noChangeAspect="1"/>
          </p:cNvPicPr>
          <p:nvPr/>
        </p:nvPicPr>
        <p:blipFill>
          <a:blip r:embed="rId5"/>
          <a:stretch>
            <a:fillRect/>
          </a:stretch>
        </p:blipFill>
        <p:spPr>
          <a:xfrm>
            <a:off x="0" y="6139078"/>
            <a:ext cx="2032506" cy="718922"/>
          </a:xfrm>
          <a:prstGeom prst="ellipse">
            <a:avLst/>
          </a:prstGeom>
          <a:ln>
            <a:noFill/>
          </a:ln>
          <a:effectLst>
            <a:softEdge rad="112500"/>
          </a:effectLst>
        </p:spPr>
      </p:pic>
    </p:spTree>
    <p:extLst>
      <p:ext uri="{BB962C8B-B14F-4D97-AF65-F5344CB8AC3E}">
        <p14:creationId xmlns:p14="http://schemas.microsoft.com/office/powerpoint/2010/main" val="29105895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FE232BFE-7E31-B81A-D973-AF759D65FA67}"/>
              </a:ext>
            </a:extLst>
          </p:cNvPr>
          <p:cNvSpPr>
            <a:spLocks noGrp="1"/>
          </p:cNvSpPr>
          <p:nvPr>
            <p:ph type="dt" sz="half" idx="10"/>
          </p:nvPr>
        </p:nvSpPr>
        <p:spPr/>
        <p:txBody>
          <a:bodyPr/>
          <a:lstStyle/>
          <a:p>
            <a:fld id="{C1CFD985-B5A2-4D13-AA3D-970EC93CD701}" type="datetime1">
              <a:rPr lang="fr-FR" smtClean="0"/>
              <a:t>04/03/2025</a:t>
            </a:fld>
            <a:endParaRPr lang="fr-FR"/>
          </a:p>
        </p:txBody>
      </p:sp>
      <p:sp>
        <p:nvSpPr>
          <p:cNvPr id="5" name="Espace réservé du numéro de diapositive 4">
            <a:extLst>
              <a:ext uri="{FF2B5EF4-FFF2-40B4-BE49-F238E27FC236}">
                <a16:creationId xmlns:a16="http://schemas.microsoft.com/office/drawing/2014/main" id="{C480A352-CE34-51F9-59BE-9AE46E6F4A7D}"/>
              </a:ext>
            </a:extLst>
          </p:cNvPr>
          <p:cNvSpPr>
            <a:spLocks noGrp="1"/>
          </p:cNvSpPr>
          <p:nvPr>
            <p:ph type="sldNum" sz="quarter" idx="12"/>
          </p:nvPr>
        </p:nvSpPr>
        <p:spPr/>
        <p:txBody>
          <a:bodyPr/>
          <a:lstStyle/>
          <a:p>
            <a:fld id="{C4B8AC06-870A-4C43-8EB6-F7945B1E9F37}" type="slidenum">
              <a:rPr lang="fr-FR" smtClean="0"/>
              <a:t>2</a:t>
            </a:fld>
            <a:endParaRPr lang="fr-FR"/>
          </a:p>
        </p:txBody>
      </p:sp>
      <p:sp>
        <p:nvSpPr>
          <p:cNvPr id="2" name="Flèche : chevron 1">
            <a:extLst>
              <a:ext uri="{FF2B5EF4-FFF2-40B4-BE49-F238E27FC236}">
                <a16:creationId xmlns:a16="http://schemas.microsoft.com/office/drawing/2014/main" id="{E7D70F1E-9F72-D8AB-8FA0-BF6BDE29302D}"/>
              </a:ext>
            </a:extLst>
          </p:cNvPr>
          <p:cNvSpPr/>
          <p:nvPr/>
        </p:nvSpPr>
        <p:spPr>
          <a:xfrm>
            <a:off x="2407431" y="2282984"/>
            <a:ext cx="2176272" cy="566928"/>
          </a:xfrm>
          <a:prstGeom prst="chevron">
            <a:avLst/>
          </a:prstGeom>
          <a:solidFill>
            <a:srgbClr val="039E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bg1"/>
                </a:solidFill>
                <a:latin typeface="Calibri" panose="020F0502020204030204" pitchFamily="34" charset="0"/>
                <a:ea typeface="Calibri" panose="020F0502020204030204" pitchFamily="34" charset="0"/>
                <a:cs typeface="Calibri" panose="020F0502020204030204" pitchFamily="34" charset="0"/>
              </a:rPr>
              <a:t>1. Introduction &amp; Contexte </a:t>
            </a:r>
          </a:p>
        </p:txBody>
      </p:sp>
      <p:sp>
        <p:nvSpPr>
          <p:cNvPr id="3" name="Flèche : chevron 2">
            <a:extLst>
              <a:ext uri="{FF2B5EF4-FFF2-40B4-BE49-F238E27FC236}">
                <a16:creationId xmlns:a16="http://schemas.microsoft.com/office/drawing/2014/main" id="{33C8A918-1260-AE67-752F-065F46EABECB}"/>
              </a:ext>
            </a:extLst>
          </p:cNvPr>
          <p:cNvSpPr/>
          <p:nvPr/>
        </p:nvSpPr>
        <p:spPr>
          <a:xfrm>
            <a:off x="4897923" y="2282984"/>
            <a:ext cx="2176272" cy="566928"/>
          </a:xfrm>
          <a:prstGeom prst="chevron">
            <a:avLst/>
          </a:prstGeom>
          <a:solidFill>
            <a:srgbClr val="039E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bg1"/>
                </a:solidFill>
                <a:latin typeface="Calibri" panose="020F0502020204030204" pitchFamily="34" charset="0"/>
                <a:ea typeface="Calibri" panose="020F0502020204030204" pitchFamily="34" charset="0"/>
                <a:cs typeface="Calibri" panose="020F0502020204030204" pitchFamily="34" charset="0"/>
              </a:rPr>
              <a:t>2. L’existant et limitations </a:t>
            </a:r>
          </a:p>
        </p:txBody>
      </p:sp>
      <p:sp>
        <p:nvSpPr>
          <p:cNvPr id="6" name="Flèche : chevron 5">
            <a:extLst>
              <a:ext uri="{FF2B5EF4-FFF2-40B4-BE49-F238E27FC236}">
                <a16:creationId xmlns:a16="http://schemas.microsoft.com/office/drawing/2014/main" id="{A9101A94-1E55-EB22-C875-AF7BB28DCD2C}"/>
              </a:ext>
            </a:extLst>
          </p:cNvPr>
          <p:cNvSpPr/>
          <p:nvPr/>
        </p:nvSpPr>
        <p:spPr>
          <a:xfrm>
            <a:off x="7388415" y="2282984"/>
            <a:ext cx="2176272" cy="566928"/>
          </a:xfrm>
          <a:prstGeom prst="chevron">
            <a:avLst/>
          </a:prstGeom>
          <a:solidFill>
            <a:srgbClr val="039E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bg1"/>
                </a:solidFill>
                <a:latin typeface="Calibri" panose="020F0502020204030204" pitchFamily="34" charset="0"/>
                <a:ea typeface="Calibri" panose="020F0502020204030204" pitchFamily="34" charset="0"/>
                <a:cs typeface="Calibri" panose="020F0502020204030204" pitchFamily="34" charset="0"/>
              </a:rPr>
              <a:t>3. Note de cadrage</a:t>
            </a:r>
          </a:p>
        </p:txBody>
      </p:sp>
      <p:sp>
        <p:nvSpPr>
          <p:cNvPr id="7" name="Flèche : chevron 6">
            <a:extLst>
              <a:ext uri="{FF2B5EF4-FFF2-40B4-BE49-F238E27FC236}">
                <a16:creationId xmlns:a16="http://schemas.microsoft.com/office/drawing/2014/main" id="{BF5BDF33-1FB2-5233-6E5F-EE9BA152B6DA}"/>
              </a:ext>
            </a:extLst>
          </p:cNvPr>
          <p:cNvSpPr/>
          <p:nvPr/>
        </p:nvSpPr>
        <p:spPr>
          <a:xfrm>
            <a:off x="9878907" y="2282984"/>
            <a:ext cx="2176272" cy="566928"/>
          </a:xfrm>
          <a:prstGeom prst="chevron">
            <a:avLst/>
          </a:prstGeom>
          <a:solidFill>
            <a:srgbClr val="039E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bg1"/>
                </a:solidFill>
                <a:latin typeface="Calibri" panose="020F0502020204030204" pitchFamily="34" charset="0"/>
                <a:ea typeface="Calibri" panose="020F0502020204030204" pitchFamily="34" charset="0"/>
                <a:cs typeface="Calibri" panose="020F0502020204030204" pitchFamily="34" charset="0"/>
              </a:rPr>
              <a:t>4. Analyse des risques</a:t>
            </a:r>
          </a:p>
        </p:txBody>
      </p:sp>
      <p:sp>
        <p:nvSpPr>
          <p:cNvPr id="8" name="Flèche : chevron 7">
            <a:extLst>
              <a:ext uri="{FF2B5EF4-FFF2-40B4-BE49-F238E27FC236}">
                <a16:creationId xmlns:a16="http://schemas.microsoft.com/office/drawing/2014/main" id="{06595497-1C1F-1AC5-C6A0-92F1876BA61C}"/>
              </a:ext>
            </a:extLst>
          </p:cNvPr>
          <p:cNvSpPr/>
          <p:nvPr/>
        </p:nvSpPr>
        <p:spPr>
          <a:xfrm>
            <a:off x="3475795" y="4008089"/>
            <a:ext cx="2176272" cy="566928"/>
          </a:xfrm>
          <a:prstGeom prst="chevron">
            <a:avLst/>
          </a:prstGeom>
          <a:solidFill>
            <a:srgbClr val="039E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bg1"/>
                </a:solidFill>
                <a:latin typeface="Calibri" panose="020F0502020204030204" pitchFamily="34" charset="0"/>
                <a:ea typeface="Calibri" panose="020F0502020204030204" pitchFamily="34" charset="0"/>
                <a:cs typeface="Calibri" panose="020F0502020204030204" pitchFamily="34" charset="0"/>
              </a:rPr>
              <a:t>5. Nouveau SI</a:t>
            </a:r>
          </a:p>
        </p:txBody>
      </p:sp>
      <p:sp>
        <p:nvSpPr>
          <p:cNvPr id="9" name="Flèche : chevron 8">
            <a:extLst>
              <a:ext uri="{FF2B5EF4-FFF2-40B4-BE49-F238E27FC236}">
                <a16:creationId xmlns:a16="http://schemas.microsoft.com/office/drawing/2014/main" id="{9FA24213-0CC9-9439-52F5-B701F12991E2}"/>
              </a:ext>
            </a:extLst>
          </p:cNvPr>
          <p:cNvSpPr/>
          <p:nvPr/>
        </p:nvSpPr>
        <p:spPr>
          <a:xfrm>
            <a:off x="6300279" y="4008089"/>
            <a:ext cx="2176272" cy="566928"/>
          </a:xfrm>
          <a:prstGeom prst="chevron">
            <a:avLst/>
          </a:prstGeom>
          <a:solidFill>
            <a:srgbClr val="039E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bg1"/>
                </a:solidFill>
                <a:latin typeface="Calibri" panose="020F0502020204030204" pitchFamily="34" charset="0"/>
                <a:ea typeface="Calibri" panose="020F0502020204030204" pitchFamily="34" charset="0"/>
                <a:cs typeface="Calibri" panose="020F0502020204030204" pitchFamily="34" charset="0"/>
              </a:rPr>
              <a:t>6. Déploiement et formation</a:t>
            </a:r>
          </a:p>
        </p:txBody>
      </p:sp>
      <p:sp>
        <p:nvSpPr>
          <p:cNvPr id="10" name="Flèche : chevron 9">
            <a:extLst>
              <a:ext uri="{FF2B5EF4-FFF2-40B4-BE49-F238E27FC236}">
                <a16:creationId xmlns:a16="http://schemas.microsoft.com/office/drawing/2014/main" id="{8B571523-03BE-19CE-6D34-49F7AA0EB031}"/>
              </a:ext>
            </a:extLst>
          </p:cNvPr>
          <p:cNvSpPr/>
          <p:nvPr/>
        </p:nvSpPr>
        <p:spPr>
          <a:xfrm>
            <a:off x="9124763" y="4008089"/>
            <a:ext cx="2176272" cy="566928"/>
          </a:xfrm>
          <a:prstGeom prst="chevron">
            <a:avLst/>
          </a:prstGeom>
          <a:solidFill>
            <a:srgbClr val="039E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bg1"/>
                </a:solidFill>
                <a:latin typeface="Calibri" panose="020F0502020204030204" pitchFamily="34" charset="0"/>
                <a:ea typeface="Calibri" panose="020F0502020204030204" pitchFamily="34" charset="0"/>
                <a:cs typeface="Calibri" panose="020F0502020204030204" pitchFamily="34" charset="0"/>
              </a:rPr>
              <a:t>7. Contrat de maintenance</a:t>
            </a:r>
          </a:p>
        </p:txBody>
      </p:sp>
    </p:spTree>
    <p:extLst>
      <p:ext uri="{BB962C8B-B14F-4D97-AF65-F5344CB8AC3E}">
        <p14:creationId xmlns:p14="http://schemas.microsoft.com/office/powerpoint/2010/main" val="10534833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7" grpId="0" animBg="1"/>
      <p:bldP spid="8" grpId="0" animBg="1"/>
      <p:bldP spid="9" grpId="0" animBg="1"/>
      <p:bldP spid="1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A2DFC-D1F2-ABF4-5C3A-183513A0C0EC}"/>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BAB0B2D1-60B4-B8BB-0D70-214CA95F1D7C}"/>
              </a:ext>
            </a:extLst>
          </p:cNvPr>
          <p:cNvSpPr>
            <a:spLocks noGrp="1"/>
          </p:cNvSpPr>
          <p:nvPr>
            <p:ph type="dt" sz="half" idx="10"/>
          </p:nvPr>
        </p:nvSpPr>
        <p:spPr/>
        <p:txBody>
          <a:bodyPr/>
          <a:lstStyle/>
          <a:p>
            <a:fld id="{C1CFD985-B5A2-4D13-AA3D-970EC93CD701}" type="datetime1">
              <a:rPr lang="fr-FR" smtClean="0"/>
              <a:t>04/03/2025</a:t>
            </a:fld>
            <a:endParaRPr lang="fr-FR"/>
          </a:p>
        </p:txBody>
      </p:sp>
      <p:sp>
        <p:nvSpPr>
          <p:cNvPr id="5" name="Espace réservé du numéro de diapositive 4">
            <a:extLst>
              <a:ext uri="{FF2B5EF4-FFF2-40B4-BE49-F238E27FC236}">
                <a16:creationId xmlns:a16="http://schemas.microsoft.com/office/drawing/2014/main" id="{7E68F28C-C276-6B63-9C4A-B3A344C1E01F}"/>
              </a:ext>
            </a:extLst>
          </p:cNvPr>
          <p:cNvSpPr>
            <a:spLocks noGrp="1"/>
          </p:cNvSpPr>
          <p:nvPr>
            <p:ph type="sldNum" sz="quarter" idx="12"/>
          </p:nvPr>
        </p:nvSpPr>
        <p:spPr/>
        <p:txBody>
          <a:bodyPr/>
          <a:lstStyle/>
          <a:p>
            <a:fld id="{C4B8AC06-870A-4C43-8EB6-F7945B1E9F37}" type="slidenum">
              <a:rPr lang="fr-FR" smtClean="0"/>
              <a:t>3</a:t>
            </a:fld>
            <a:endParaRPr lang="fr-FR"/>
          </a:p>
        </p:txBody>
      </p:sp>
      <p:pic>
        <p:nvPicPr>
          <p:cNvPr id="15" name="Picture 1">
            <a:extLst>
              <a:ext uri="{FF2B5EF4-FFF2-40B4-BE49-F238E27FC236}">
                <a16:creationId xmlns:a16="http://schemas.microsoft.com/office/drawing/2014/main" id="{6F165E6D-6DC9-8238-15E6-FFB5D7458771}"/>
              </a:ext>
            </a:extLst>
          </p:cNvPr>
          <p:cNvPicPr>
            <a:picLocks noChangeAspect="1"/>
          </p:cNvPicPr>
          <p:nvPr/>
        </p:nvPicPr>
        <p:blipFill>
          <a:blip r:embed="rId3"/>
          <a:stretch>
            <a:fillRect/>
          </a:stretch>
        </p:blipFill>
        <p:spPr>
          <a:xfrm>
            <a:off x="2362194" y="1470683"/>
            <a:ext cx="6552002" cy="3916634"/>
          </a:xfrm>
          <a:prstGeom prst="rect">
            <a:avLst/>
          </a:prstGeom>
        </p:spPr>
      </p:pic>
      <p:pic>
        <p:nvPicPr>
          <p:cNvPr id="16" name="Image 15">
            <a:extLst>
              <a:ext uri="{FF2B5EF4-FFF2-40B4-BE49-F238E27FC236}">
                <a16:creationId xmlns:a16="http://schemas.microsoft.com/office/drawing/2014/main" id="{DF50384E-F466-FD5B-11BE-E0E41F072661}"/>
              </a:ext>
            </a:extLst>
          </p:cNvPr>
          <p:cNvPicPr>
            <a:picLocks noChangeAspect="1"/>
          </p:cNvPicPr>
          <p:nvPr/>
        </p:nvPicPr>
        <p:blipFill rotWithShape="1">
          <a:blip r:embed="rId4">
            <a:extLst>
              <a:ext uri="{28A0092B-C50C-407E-A947-70E740481C1C}">
                <a14:useLocalDpi xmlns:a14="http://schemas.microsoft.com/office/drawing/2010/main" val="0"/>
              </a:ext>
            </a:extLst>
          </a:blip>
          <a:srcRect t="-260" b="-401"/>
          <a:stretch/>
        </p:blipFill>
        <p:spPr>
          <a:xfrm>
            <a:off x="9016709" y="2219692"/>
            <a:ext cx="2526091" cy="2418616"/>
          </a:xfrm>
          <a:prstGeom prst="rect">
            <a:avLst/>
          </a:prstGeom>
        </p:spPr>
      </p:pic>
    </p:spTree>
    <p:extLst>
      <p:ext uri="{BB962C8B-B14F-4D97-AF65-F5344CB8AC3E}">
        <p14:creationId xmlns:p14="http://schemas.microsoft.com/office/powerpoint/2010/main" val="9267163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39E34-4A41-FF01-B617-A76DCB462EE0}"/>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17FB81DB-FAB4-8BAB-E80F-8A919829D5D3}"/>
              </a:ext>
            </a:extLst>
          </p:cNvPr>
          <p:cNvSpPr>
            <a:spLocks noGrp="1"/>
          </p:cNvSpPr>
          <p:nvPr>
            <p:ph type="dt" sz="half" idx="10"/>
          </p:nvPr>
        </p:nvSpPr>
        <p:spPr/>
        <p:txBody>
          <a:bodyPr/>
          <a:lstStyle/>
          <a:p>
            <a:fld id="{C1CFD985-B5A2-4D13-AA3D-970EC93CD701}" type="datetime1">
              <a:rPr lang="fr-FR" smtClean="0"/>
              <a:t>04/03/2025</a:t>
            </a:fld>
            <a:endParaRPr lang="fr-FR"/>
          </a:p>
        </p:txBody>
      </p:sp>
      <p:sp>
        <p:nvSpPr>
          <p:cNvPr id="5" name="Espace réservé du numéro de diapositive 4">
            <a:extLst>
              <a:ext uri="{FF2B5EF4-FFF2-40B4-BE49-F238E27FC236}">
                <a16:creationId xmlns:a16="http://schemas.microsoft.com/office/drawing/2014/main" id="{7FC2865F-FDE2-87E8-41ED-116C2EE40FAB}"/>
              </a:ext>
            </a:extLst>
          </p:cNvPr>
          <p:cNvSpPr>
            <a:spLocks noGrp="1"/>
          </p:cNvSpPr>
          <p:nvPr>
            <p:ph type="sldNum" sz="quarter" idx="12"/>
          </p:nvPr>
        </p:nvSpPr>
        <p:spPr/>
        <p:txBody>
          <a:bodyPr/>
          <a:lstStyle/>
          <a:p>
            <a:fld id="{C4B8AC06-870A-4C43-8EB6-F7945B1E9F37}" type="slidenum">
              <a:rPr lang="fr-FR" smtClean="0"/>
              <a:t>4</a:t>
            </a:fld>
            <a:endParaRPr lang="fr-FR"/>
          </a:p>
        </p:txBody>
      </p:sp>
      <p:grpSp>
        <p:nvGrpSpPr>
          <p:cNvPr id="2" name="Groupe 1">
            <a:extLst>
              <a:ext uri="{FF2B5EF4-FFF2-40B4-BE49-F238E27FC236}">
                <a16:creationId xmlns:a16="http://schemas.microsoft.com/office/drawing/2014/main" id="{3ACAE483-1ED4-753B-8E3E-29F8334C94AA}"/>
              </a:ext>
            </a:extLst>
          </p:cNvPr>
          <p:cNvGrpSpPr/>
          <p:nvPr/>
        </p:nvGrpSpPr>
        <p:grpSpPr>
          <a:xfrm>
            <a:off x="5812367" y="1308001"/>
            <a:ext cx="2554470" cy="2250264"/>
            <a:chOff x="6077838" y="1013034"/>
            <a:chExt cx="2554470" cy="2250264"/>
          </a:xfrm>
        </p:grpSpPr>
        <p:grpSp>
          <p:nvGrpSpPr>
            <p:cNvPr id="11" name="Groupe 10">
              <a:extLst>
                <a:ext uri="{FF2B5EF4-FFF2-40B4-BE49-F238E27FC236}">
                  <a16:creationId xmlns:a16="http://schemas.microsoft.com/office/drawing/2014/main" id="{22CFD83D-23B4-4704-5804-37888F395581}"/>
                </a:ext>
              </a:extLst>
            </p:cNvPr>
            <p:cNvGrpSpPr/>
            <p:nvPr/>
          </p:nvGrpSpPr>
          <p:grpSpPr>
            <a:xfrm>
              <a:off x="6077838" y="1013034"/>
              <a:ext cx="1911096" cy="1859757"/>
              <a:chOff x="4864608" y="654843"/>
              <a:chExt cx="1911096" cy="1859757"/>
            </a:xfrm>
          </p:grpSpPr>
          <p:pic>
            <p:nvPicPr>
              <p:cNvPr id="12" name="Image 11" descr="Une image contenant dessin humoristique, Personnage de fiction, illustration, Animation&#10;&#10;Description générée automatiquement">
                <a:extLst>
                  <a:ext uri="{FF2B5EF4-FFF2-40B4-BE49-F238E27FC236}">
                    <a16:creationId xmlns:a16="http://schemas.microsoft.com/office/drawing/2014/main" id="{84058F0B-FBDA-3F6C-4EF2-4D7EC139FB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21679" y="654843"/>
                <a:ext cx="1196953" cy="1744409"/>
              </a:xfrm>
              <a:prstGeom prst="rect">
                <a:avLst/>
              </a:prstGeom>
            </p:spPr>
          </p:pic>
          <p:sp>
            <p:nvSpPr>
              <p:cNvPr id="13" name="Rectangle : coins arrondis 12">
                <a:extLst>
                  <a:ext uri="{FF2B5EF4-FFF2-40B4-BE49-F238E27FC236}">
                    <a16:creationId xmlns:a16="http://schemas.microsoft.com/office/drawing/2014/main" id="{18FA9CE5-1D5F-2A2D-D9D3-0BA6B7070FC3}"/>
                  </a:ext>
                </a:extLst>
              </p:cNvPr>
              <p:cNvSpPr/>
              <p:nvPr/>
            </p:nvSpPr>
            <p:spPr>
              <a:xfrm>
                <a:off x="4864608" y="1965960"/>
                <a:ext cx="1911096" cy="548640"/>
              </a:xfrm>
              <a:prstGeom prst="roundRect">
                <a:avLst>
                  <a:gd name="adj" fmla="val 41667"/>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Théo BORTOLOTTO</a:t>
                </a:r>
              </a:p>
            </p:txBody>
          </p:sp>
        </p:grpSp>
        <p:sp>
          <p:nvSpPr>
            <p:cNvPr id="14" name="Rectangle : coins arrondis 13">
              <a:extLst>
                <a:ext uri="{FF2B5EF4-FFF2-40B4-BE49-F238E27FC236}">
                  <a16:creationId xmlns:a16="http://schemas.microsoft.com/office/drawing/2014/main" id="{3580650E-B79D-F791-C7BF-AF14A29790DE}"/>
                </a:ext>
              </a:extLst>
            </p:cNvPr>
            <p:cNvSpPr/>
            <p:nvPr/>
          </p:nvSpPr>
          <p:spPr>
            <a:xfrm>
              <a:off x="6957574" y="2875725"/>
              <a:ext cx="1674734" cy="387573"/>
            </a:xfrm>
            <a:prstGeom prst="roundRect">
              <a:avLst>
                <a:gd name="adj" fmla="val 41667"/>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t>DG</a:t>
              </a:r>
            </a:p>
          </p:txBody>
        </p:sp>
      </p:grpSp>
      <p:grpSp>
        <p:nvGrpSpPr>
          <p:cNvPr id="3" name="Groupe 2">
            <a:extLst>
              <a:ext uri="{FF2B5EF4-FFF2-40B4-BE49-F238E27FC236}">
                <a16:creationId xmlns:a16="http://schemas.microsoft.com/office/drawing/2014/main" id="{D60ABB25-78FF-FC2A-ED55-58E77CB181FD}"/>
              </a:ext>
            </a:extLst>
          </p:cNvPr>
          <p:cNvGrpSpPr/>
          <p:nvPr/>
        </p:nvGrpSpPr>
        <p:grpSpPr>
          <a:xfrm>
            <a:off x="3349385" y="4464750"/>
            <a:ext cx="2554470" cy="939147"/>
            <a:chOff x="6077838" y="2324151"/>
            <a:chExt cx="2554470" cy="939147"/>
          </a:xfrm>
        </p:grpSpPr>
        <p:sp>
          <p:nvSpPr>
            <p:cNvPr id="9" name="Rectangle : coins arrondis 8">
              <a:extLst>
                <a:ext uri="{FF2B5EF4-FFF2-40B4-BE49-F238E27FC236}">
                  <a16:creationId xmlns:a16="http://schemas.microsoft.com/office/drawing/2014/main" id="{0EC95CEE-C8B8-8F4E-AD75-A3EDDED3A82F}"/>
                </a:ext>
              </a:extLst>
            </p:cNvPr>
            <p:cNvSpPr/>
            <p:nvPr/>
          </p:nvSpPr>
          <p:spPr>
            <a:xfrm>
              <a:off x="6077838" y="2324151"/>
              <a:ext cx="1911096" cy="548640"/>
            </a:xfrm>
            <a:prstGeom prst="roundRect">
              <a:avLst>
                <a:gd name="adj" fmla="val 41667"/>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François</a:t>
              </a:r>
            </a:p>
          </p:txBody>
        </p:sp>
        <p:sp>
          <p:nvSpPr>
            <p:cNvPr id="7" name="Rectangle : coins arrondis 6">
              <a:extLst>
                <a:ext uri="{FF2B5EF4-FFF2-40B4-BE49-F238E27FC236}">
                  <a16:creationId xmlns:a16="http://schemas.microsoft.com/office/drawing/2014/main" id="{B2D6CE44-1FA8-E503-F508-69B017FEC852}"/>
                </a:ext>
              </a:extLst>
            </p:cNvPr>
            <p:cNvSpPr/>
            <p:nvPr/>
          </p:nvSpPr>
          <p:spPr>
            <a:xfrm>
              <a:off x="6957574" y="2875725"/>
              <a:ext cx="1674734" cy="387573"/>
            </a:xfrm>
            <a:prstGeom prst="roundRect">
              <a:avLst>
                <a:gd name="adj" fmla="val 41667"/>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t>INGENIEUR RESEAU</a:t>
              </a:r>
            </a:p>
          </p:txBody>
        </p:sp>
      </p:grpSp>
      <p:grpSp>
        <p:nvGrpSpPr>
          <p:cNvPr id="10" name="Groupe 9">
            <a:extLst>
              <a:ext uri="{FF2B5EF4-FFF2-40B4-BE49-F238E27FC236}">
                <a16:creationId xmlns:a16="http://schemas.microsoft.com/office/drawing/2014/main" id="{D5486E14-B118-E766-0DBA-F53FC900DA8E}"/>
              </a:ext>
            </a:extLst>
          </p:cNvPr>
          <p:cNvGrpSpPr/>
          <p:nvPr/>
        </p:nvGrpSpPr>
        <p:grpSpPr>
          <a:xfrm>
            <a:off x="8577919" y="4464750"/>
            <a:ext cx="2554470" cy="939147"/>
            <a:chOff x="6077838" y="2324151"/>
            <a:chExt cx="2554470" cy="939147"/>
          </a:xfrm>
        </p:grpSpPr>
        <p:sp>
          <p:nvSpPr>
            <p:cNvPr id="20" name="Rectangle : coins arrondis 19">
              <a:extLst>
                <a:ext uri="{FF2B5EF4-FFF2-40B4-BE49-F238E27FC236}">
                  <a16:creationId xmlns:a16="http://schemas.microsoft.com/office/drawing/2014/main" id="{6B5EC69E-35D8-A723-55F9-EA5B5AC52BFC}"/>
                </a:ext>
              </a:extLst>
            </p:cNvPr>
            <p:cNvSpPr/>
            <p:nvPr/>
          </p:nvSpPr>
          <p:spPr>
            <a:xfrm>
              <a:off x="6077838" y="2324151"/>
              <a:ext cx="1911096" cy="548640"/>
            </a:xfrm>
            <a:prstGeom prst="roundRect">
              <a:avLst>
                <a:gd name="adj" fmla="val 41667"/>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Timothée</a:t>
              </a:r>
            </a:p>
          </p:txBody>
        </p:sp>
        <p:sp>
          <p:nvSpPr>
            <p:cNvPr id="18" name="Rectangle : coins arrondis 17">
              <a:extLst>
                <a:ext uri="{FF2B5EF4-FFF2-40B4-BE49-F238E27FC236}">
                  <a16:creationId xmlns:a16="http://schemas.microsoft.com/office/drawing/2014/main" id="{7890296F-E8FE-8E69-FDEB-36A1EA39C27B}"/>
                </a:ext>
              </a:extLst>
            </p:cNvPr>
            <p:cNvSpPr/>
            <p:nvPr/>
          </p:nvSpPr>
          <p:spPr>
            <a:xfrm>
              <a:off x="6957574" y="2875725"/>
              <a:ext cx="1674734" cy="387573"/>
            </a:xfrm>
            <a:prstGeom prst="roundRect">
              <a:avLst>
                <a:gd name="adj" fmla="val 41667"/>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a:t>INGENIEUR </a:t>
              </a:r>
              <a:r>
                <a:rPr lang="fr-FR" sz="1400" dirty="0"/>
                <a:t>SYSTEME</a:t>
              </a:r>
            </a:p>
          </p:txBody>
        </p:sp>
      </p:grpSp>
    </p:spTree>
    <p:extLst>
      <p:ext uri="{BB962C8B-B14F-4D97-AF65-F5344CB8AC3E}">
        <p14:creationId xmlns:p14="http://schemas.microsoft.com/office/powerpoint/2010/main" val="28717191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85CDA09D-52ED-DA48-1836-1D451A249081}"/>
              </a:ext>
            </a:extLst>
          </p:cNvPr>
          <p:cNvSpPr>
            <a:spLocks noGrp="1"/>
          </p:cNvSpPr>
          <p:nvPr>
            <p:ph type="dt" sz="half" idx="10"/>
          </p:nvPr>
        </p:nvSpPr>
        <p:spPr/>
        <p:txBody>
          <a:bodyPr/>
          <a:lstStyle/>
          <a:p>
            <a:fld id="{71A39EF6-AF95-4ACF-B35E-ACB6264B09CC}" type="datetime1">
              <a:rPr lang="fr-FR" smtClean="0"/>
              <a:t>04/03/2025</a:t>
            </a:fld>
            <a:endParaRPr lang="fr-FR"/>
          </a:p>
        </p:txBody>
      </p:sp>
      <p:sp>
        <p:nvSpPr>
          <p:cNvPr id="5" name="Espace réservé du numéro de diapositive 4">
            <a:extLst>
              <a:ext uri="{FF2B5EF4-FFF2-40B4-BE49-F238E27FC236}">
                <a16:creationId xmlns:a16="http://schemas.microsoft.com/office/drawing/2014/main" id="{2AE3AE2F-5C13-007E-D7CE-F841386ECCD6}"/>
              </a:ext>
            </a:extLst>
          </p:cNvPr>
          <p:cNvSpPr>
            <a:spLocks noGrp="1"/>
          </p:cNvSpPr>
          <p:nvPr>
            <p:ph type="sldNum" sz="quarter" idx="12"/>
          </p:nvPr>
        </p:nvSpPr>
        <p:spPr/>
        <p:txBody>
          <a:bodyPr/>
          <a:lstStyle/>
          <a:p>
            <a:fld id="{C4B8AC06-870A-4C43-8EB6-F7945B1E9F37}" type="slidenum">
              <a:rPr lang="fr-FR" smtClean="0"/>
              <a:t>5</a:t>
            </a:fld>
            <a:endParaRPr lang="fr-FR" dirty="0"/>
          </a:p>
        </p:txBody>
      </p:sp>
      <p:sp>
        <p:nvSpPr>
          <p:cNvPr id="7" name="ZoneTexte 6">
            <a:extLst>
              <a:ext uri="{FF2B5EF4-FFF2-40B4-BE49-F238E27FC236}">
                <a16:creationId xmlns:a16="http://schemas.microsoft.com/office/drawing/2014/main" id="{9732E118-38A5-0215-A916-4AFC3D5766DA}"/>
              </a:ext>
            </a:extLst>
          </p:cNvPr>
          <p:cNvSpPr txBox="1"/>
          <p:nvPr/>
        </p:nvSpPr>
        <p:spPr>
          <a:xfrm>
            <a:off x="4774440" y="94283"/>
            <a:ext cx="4744464" cy="338554"/>
          </a:xfrm>
          <a:prstGeom prst="rect">
            <a:avLst/>
          </a:prstGeom>
          <a:noFill/>
        </p:spPr>
        <p:txBody>
          <a:bodyPr wrap="square">
            <a:spAutoFit/>
          </a:bodyPr>
          <a:lstStyle/>
          <a:p>
            <a:pPr algn="ctr"/>
            <a:r>
              <a:rPr lang="fr-FR" sz="1600" b="1" dirty="0">
                <a:solidFill>
                  <a:schemeClr val="bg1"/>
                </a:solidFill>
                <a:latin typeface="Calibri" panose="020F0502020204030204" pitchFamily="34" charset="0"/>
                <a:ea typeface="Calibri" panose="020F0502020204030204" pitchFamily="34" charset="0"/>
                <a:cs typeface="Calibri" panose="020F0502020204030204" pitchFamily="34" charset="0"/>
              </a:rPr>
              <a:t>1. Introduction &amp; Contexte</a:t>
            </a:r>
          </a:p>
        </p:txBody>
      </p:sp>
      <p:sp>
        <p:nvSpPr>
          <p:cNvPr id="18" name="ZoneTexte 17">
            <a:extLst>
              <a:ext uri="{FF2B5EF4-FFF2-40B4-BE49-F238E27FC236}">
                <a16:creationId xmlns:a16="http://schemas.microsoft.com/office/drawing/2014/main" id="{43F8AD75-445C-0165-CA29-E66B972F8AA7}"/>
              </a:ext>
            </a:extLst>
          </p:cNvPr>
          <p:cNvSpPr txBox="1"/>
          <p:nvPr/>
        </p:nvSpPr>
        <p:spPr>
          <a:xfrm>
            <a:off x="2280403" y="1268286"/>
            <a:ext cx="1876296" cy="307777"/>
          </a:xfrm>
          <a:prstGeom prst="rect">
            <a:avLst/>
          </a:prstGeom>
          <a:noFill/>
        </p:spPr>
        <p:txBody>
          <a:bodyPr wrap="square">
            <a:spAutoFit/>
          </a:bodyPr>
          <a:lstStyle/>
          <a:p>
            <a:r>
              <a:rPr lang="fr-FR" sz="1400" b="1" dirty="0">
                <a:latin typeface="Calibri" panose="020F0502020204030204" pitchFamily="34" charset="0"/>
                <a:ea typeface="Calibri" panose="020F0502020204030204" pitchFamily="34" charset="0"/>
                <a:cs typeface="Calibri" panose="020F0502020204030204" pitchFamily="34" charset="0"/>
              </a:rPr>
              <a:t>En quelques chiffres …</a:t>
            </a:r>
          </a:p>
        </p:txBody>
      </p:sp>
      <p:grpSp>
        <p:nvGrpSpPr>
          <p:cNvPr id="22" name="Groupe 21">
            <a:extLst>
              <a:ext uri="{FF2B5EF4-FFF2-40B4-BE49-F238E27FC236}">
                <a16:creationId xmlns:a16="http://schemas.microsoft.com/office/drawing/2014/main" id="{5E024EB4-15EA-D948-E8E9-05638E2C4F7C}"/>
              </a:ext>
            </a:extLst>
          </p:cNvPr>
          <p:cNvGrpSpPr/>
          <p:nvPr/>
        </p:nvGrpSpPr>
        <p:grpSpPr>
          <a:xfrm>
            <a:off x="3792918" y="2772326"/>
            <a:ext cx="2392992" cy="1835082"/>
            <a:chOff x="2662265" y="3640120"/>
            <a:chExt cx="2392992" cy="1835082"/>
          </a:xfrm>
        </p:grpSpPr>
        <p:grpSp>
          <p:nvGrpSpPr>
            <p:cNvPr id="19" name="Groupe 18">
              <a:extLst>
                <a:ext uri="{FF2B5EF4-FFF2-40B4-BE49-F238E27FC236}">
                  <a16:creationId xmlns:a16="http://schemas.microsoft.com/office/drawing/2014/main" id="{7766B809-1F9A-7964-F08D-FBE131336E57}"/>
                </a:ext>
              </a:extLst>
            </p:cNvPr>
            <p:cNvGrpSpPr/>
            <p:nvPr/>
          </p:nvGrpSpPr>
          <p:grpSpPr>
            <a:xfrm>
              <a:off x="2707985" y="3640120"/>
              <a:ext cx="2197202" cy="1245108"/>
              <a:chOff x="5239512" y="3798974"/>
              <a:chExt cx="2197202" cy="1245108"/>
            </a:xfrm>
          </p:grpSpPr>
          <p:pic>
            <p:nvPicPr>
              <p:cNvPr id="9" name="Image 8">
                <a:extLst>
                  <a:ext uri="{FF2B5EF4-FFF2-40B4-BE49-F238E27FC236}">
                    <a16:creationId xmlns:a16="http://schemas.microsoft.com/office/drawing/2014/main" id="{52FD500E-E923-9384-903A-6610D28E5A45}"/>
                  </a:ext>
                </a:extLst>
              </p:cNvPr>
              <p:cNvPicPr>
                <a:picLocks noChangeAspect="1"/>
              </p:cNvPicPr>
              <p:nvPr/>
            </p:nvPicPr>
            <p:blipFill>
              <a:blip r:embed="rId2"/>
              <a:stretch>
                <a:fillRect/>
              </a:stretch>
            </p:blipFill>
            <p:spPr>
              <a:xfrm>
                <a:off x="5239512" y="3798974"/>
                <a:ext cx="1245108" cy="1245108"/>
              </a:xfrm>
              <a:prstGeom prst="rect">
                <a:avLst/>
              </a:prstGeom>
            </p:spPr>
          </p:pic>
          <p:pic>
            <p:nvPicPr>
              <p:cNvPr id="13" name="Image 12">
                <a:extLst>
                  <a:ext uri="{FF2B5EF4-FFF2-40B4-BE49-F238E27FC236}">
                    <a16:creationId xmlns:a16="http://schemas.microsoft.com/office/drawing/2014/main" id="{4A369A0C-1D2E-5A6D-C45D-3585FC1EAB74}"/>
                  </a:ext>
                </a:extLst>
              </p:cNvPr>
              <p:cNvPicPr>
                <a:picLocks noChangeAspect="1"/>
              </p:cNvPicPr>
              <p:nvPr/>
            </p:nvPicPr>
            <p:blipFill>
              <a:blip r:embed="rId3"/>
              <a:stretch>
                <a:fillRect/>
              </a:stretch>
            </p:blipFill>
            <p:spPr>
              <a:xfrm>
                <a:off x="6484620" y="3945481"/>
                <a:ext cx="952094" cy="952094"/>
              </a:xfrm>
              <a:prstGeom prst="rect">
                <a:avLst/>
              </a:prstGeom>
            </p:spPr>
          </p:pic>
        </p:grpSp>
        <p:sp>
          <p:nvSpPr>
            <p:cNvPr id="21" name="ZoneTexte 20">
              <a:extLst>
                <a:ext uri="{FF2B5EF4-FFF2-40B4-BE49-F238E27FC236}">
                  <a16:creationId xmlns:a16="http://schemas.microsoft.com/office/drawing/2014/main" id="{3526E5ED-C9F2-BCF7-792E-A6278D68D334}"/>
                </a:ext>
              </a:extLst>
            </p:cNvPr>
            <p:cNvSpPr txBox="1"/>
            <p:nvPr/>
          </p:nvSpPr>
          <p:spPr>
            <a:xfrm>
              <a:off x="2662265" y="4736538"/>
              <a:ext cx="2392992" cy="738664"/>
            </a:xfrm>
            <a:prstGeom prst="rect">
              <a:avLst/>
            </a:prstGeom>
            <a:noFill/>
          </p:spPr>
          <p:txBody>
            <a:bodyPr wrap="square">
              <a:spAutoFit/>
            </a:bodyPr>
            <a:lstStyle/>
            <a:p>
              <a:pPr algn="ctr"/>
              <a:r>
                <a:rPr lang="fr-FR" sz="1400" b="1" dirty="0">
                  <a:latin typeface="Calibri" panose="020F0502020204030204" pitchFamily="34" charset="0"/>
                  <a:ea typeface="Calibri" panose="020F0502020204030204" pitchFamily="34" charset="0"/>
                  <a:cs typeface="Calibri" panose="020F0502020204030204" pitchFamily="34" charset="0"/>
                </a:rPr>
                <a:t>Fabrications des équipements électroniques et électromécaniques </a:t>
              </a:r>
            </a:p>
          </p:txBody>
        </p:sp>
      </p:grpSp>
      <p:grpSp>
        <p:nvGrpSpPr>
          <p:cNvPr id="26" name="Groupe 25">
            <a:extLst>
              <a:ext uri="{FF2B5EF4-FFF2-40B4-BE49-F238E27FC236}">
                <a16:creationId xmlns:a16="http://schemas.microsoft.com/office/drawing/2014/main" id="{9ABDC4DA-4AFF-359F-B9B7-E3172C97B92C}"/>
              </a:ext>
            </a:extLst>
          </p:cNvPr>
          <p:cNvGrpSpPr/>
          <p:nvPr/>
        </p:nvGrpSpPr>
        <p:grpSpPr>
          <a:xfrm>
            <a:off x="7793483" y="2252526"/>
            <a:ext cx="2663569" cy="874830"/>
            <a:chOff x="7793483" y="2252526"/>
            <a:chExt cx="2663569" cy="874830"/>
          </a:xfrm>
        </p:grpSpPr>
        <p:pic>
          <p:nvPicPr>
            <p:cNvPr id="3" name="Image 2">
              <a:extLst>
                <a:ext uri="{FF2B5EF4-FFF2-40B4-BE49-F238E27FC236}">
                  <a16:creationId xmlns:a16="http://schemas.microsoft.com/office/drawing/2014/main" id="{7931F918-8023-70F9-6090-D011FB2A93B3}"/>
                </a:ext>
              </a:extLst>
            </p:cNvPr>
            <p:cNvPicPr>
              <a:picLocks noChangeAspect="1"/>
            </p:cNvPicPr>
            <p:nvPr/>
          </p:nvPicPr>
          <p:blipFill>
            <a:blip r:embed="rId4"/>
            <a:stretch>
              <a:fillRect/>
            </a:stretch>
          </p:blipFill>
          <p:spPr>
            <a:xfrm>
              <a:off x="7793483" y="2252526"/>
              <a:ext cx="874776" cy="874776"/>
            </a:xfrm>
            <a:prstGeom prst="rect">
              <a:avLst/>
            </a:prstGeom>
          </p:spPr>
        </p:pic>
        <p:sp>
          <p:nvSpPr>
            <p:cNvPr id="24" name="ZoneTexte 23">
              <a:extLst>
                <a:ext uri="{FF2B5EF4-FFF2-40B4-BE49-F238E27FC236}">
                  <a16:creationId xmlns:a16="http://schemas.microsoft.com/office/drawing/2014/main" id="{FF7737E0-7E41-8577-47B8-EFD0B4201CE7}"/>
                </a:ext>
              </a:extLst>
            </p:cNvPr>
            <p:cNvSpPr txBox="1"/>
            <p:nvPr/>
          </p:nvSpPr>
          <p:spPr>
            <a:xfrm>
              <a:off x="8580756" y="2819579"/>
              <a:ext cx="1876296" cy="307777"/>
            </a:xfrm>
            <a:prstGeom prst="rect">
              <a:avLst/>
            </a:prstGeom>
            <a:noFill/>
          </p:spPr>
          <p:txBody>
            <a:bodyPr wrap="square">
              <a:spAutoFit/>
            </a:bodyPr>
            <a:lstStyle/>
            <a:p>
              <a:pPr algn="ctr"/>
              <a:r>
                <a:rPr lang="fr-FR" sz="1400" b="1" dirty="0">
                  <a:latin typeface="Calibri" panose="020F0502020204030204" pitchFamily="34" charset="0"/>
                  <a:ea typeface="Calibri" panose="020F0502020204030204" pitchFamily="34" charset="0"/>
                  <a:cs typeface="Calibri" panose="020F0502020204030204" pitchFamily="34" charset="0"/>
                </a:rPr>
                <a:t>4 sites de production</a:t>
              </a:r>
            </a:p>
          </p:txBody>
        </p:sp>
      </p:grpSp>
      <p:grpSp>
        <p:nvGrpSpPr>
          <p:cNvPr id="27" name="Groupe 26">
            <a:extLst>
              <a:ext uri="{FF2B5EF4-FFF2-40B4-BE49-F238E27FC236}">
                <a16:creationId xmlns:a16="http://schemas.microsoft.com/office/drawing/2014/main" id="{A45BFD29-627B-46BE-F563-2730D57168C8}"/>
              </a:ext>
            </a:extLst>
          </p:cNvPr>
          <p:cNvGrpSpPr/>
          <p:nvPr/>
        </p:nvGrpSpPr>
        <p:grpSpPr>
          <a:xfrm>
            <a:off x="7671715" y="3732881"/>
            <a:ext cx="2520161" cy="952095"/>
            <a:chOff x="7671715" y="3732881"/>
            <a:chExt cx="2520161" cy="952095"/>
          </a:xfrm>
        </p:grpSpPr>
        <p:pic>
          <p:nvPicPr>
            <p:cNvPr id="15" name="Image 14">
              <a:extLst>
                <a:ext uri="{FF2B5EF4-FFF2-40B4-BE49-F238E27FC236}">
                  <a16:creationId xmlns:a16="http://schemas.microsoft.com/office/drawing/2014/main" id="{0310C672-E9FB-E2E7-F78D-AEB32E670786}"/>
                </a:ext>
              </a:extLst>
            </p:cNvPr>
            <p:cNvPicPr>
              <a:picLocks noChangeAspect="1"/>
            </p:cNvPicPr>
            <p:nvPr/>
          </p:nvPicPr>
          <p:blipFill>
            <a:blip r:embed="rId5"/>
            <a:stretch>
              <a:fillRect/>
            </a:stretch>
          </p:blipFill>
          <p:spPr>
            <a:xfrm>
              <a:off x="7671715" y="3732881"/>
              <a:ext cx="952095" cy="952095"/>
            </a:xfrm>
            <a:prstGeom prst="rect">
              <a:avLst/>
            </a:prstGeom>
          </p:spPr>
        </p:pic>
        <p:sp>
          <p:nvSpPr>
            <p:cNvPr id="25" name="ZoneTexte 24">
              <a:extLst>
                <a:ext uri="{FF2B5EF4-FFF2-40B4-BE49-F238E27FC236}">
                  <a16:creationId xmlns:a16="http://schemas.microsoft.com/office/drawing/2014/main" id="{D18E408A-85CF-0C6E-B855-C6BE07F29F99}"/>
                </a:ext>
              </a:extLst>
            </p:cNvPr>
            <p:cNvSpPr txBox="1"/>
            <p:nvPr/>
          </p:nvSpPr>
          <p:spPr>
            <a:xfrm>
              <a:off x="8315580" y="4375016"/>
              <a:ext cx="1876296" cy="307777"/>
            </a:xfrm>
            <a:prstGeom prst="rect">
              <a:avLst/>
            </a:prstGeom>
            <a:noFill/>
          </p:spPr>
          <p:txBody>
            <a:bodyPr wrap="square">
              <a:spAutoFit/>
            </a:bodyPr>
            <a:lstStyle/>
            <a:p>
              <a:pPr algn="ctr"/>
              <a:r>
                <a:rPr lang="fr-FR" sz="1400" b="1" dirty="0">
                  <a:latin typeface="Calibri" panose="020F0502020204030204" pitchFamily="34" charset="0"/>
                  <a:ea typeface="Calibri" panose="020F0502020204030204" pitchFamily="34" charset="0"/>
                  <a:cs typeface="Calibri" panose="020F0502020204030204" pitchFamily="34" charset="0"/>
                </a:rPr>
                <a:t>800 employés</a:t>
              </a:r>
            </a:p>
          </p:txBody>
        </p:sp>
      </p:grpSp>
      <p:sp>
        <p:nvSpPr>
          <p:cNvPr id="29" name="ZoneTexte 28">
            <a:extLst>
              <a:ext uri="{FF2B5EF4-FFF2-40B4-BE49-F238E27FC236}">
                <a16:creationId xmlns:a16="http://schemas.microsoft.com/office/drawing/2014/main" id="{2C8FD25A-AF54-7E57-7981-DD5C9B684A42}"/>
              </a:ext>
            </a:extLst>
          </p:cNvPr>
          <p:cNvSpPr txBox="1"/>
          <p:nvPr/>
        </p:nvSpPr>
        <p:spPr>
          <a:xfrm>
            <a:off x="7578852" y="4682793"/>
            <a:ext cx="3659124" cy="954107"/>
          </a:xfrm>
          <a:prstGeom prst="rect">
            <a:avLst/>
          </a:prstGeom>
          <a:noFill/>
        </p:spPr>
        <p:txBody>
          <a:bodyPr wrap="square">
            <a:spAutoFit/>
          </a:bodyPr>
          <a:lstStyle/>
          <a:p>
            <a:r>
              <a:rPr lang="fr-FR" sz="1400" dirty="0">
                <a:latin typeface="Calibri" panose="020F0502020204030204" pitchFamily="34" charset="0"/>
                <a:ea typeface="Calibri" panose="020F0502020204030204" pitchFamily="34" charset="0"/>
                <a:cs typeface="Calibri" panose="020F0502020204030204" pitchFamily="34" charset="0"/>
              </a:rPr>
              <a:t>Site de Strasbourg (siège social) : 300 employés</a:t>
            </a:r>
          </a:p>
          <a:p>
            <a:r>
              <a:rPr lang="fr-FR" sz="1400" dirty="0">
                <a:latin typeface="Calibri" panose="020F0502020204030204" pitchFamily="34" charset="0"/>
                <a:ea typeface="Calibri" panose="020F0502020204030204" pitchFamily="34" charset="0"/>
                <a:cs typeface="Calibri" panose="020F0502020204030204" pitchFamily="34" charset="0"/>
              </a:rPr>
              <a:t>Site de Wolfisheim : 200 employés</a:t>
            </a:r>
          </a:p>
          <a:p>
            <a:r>
              <a:rPr lang="fr-FR" sz="1400" dirty="0">
                <a:latin typeface="Calibri" panose="020F0502020204030204" pitchFamily="34" charset="0"/>
                <a:ea typeface="Calibri" panose="020F0502020204030204" pitchFamily="34" charset="0"/>
                <a:cs typeface="Calibri" panose="020F0502020204030204" pitchFamily="34" charset="0"/>
              </a:rPr>
              <a:t>Site de Mittelhausbergen : 150 employés</a:t>
            </a:r>
          </a:p>
          <a:p>
            <a:r>
              <a:rPr lang="fr-FR" sz="1400" dirty="0">
                <a:latin typeface="Calibri" panose="020F0502020204030204" pitchFamily="34" charset="0"/>
                <a:ea typeface="Calibri" panose="020F0502020204030204" pitchFamily="34" charset="0"/>
                <a:cs typeface="Calibri" panose="020F0502020204030204" pitchFamily="34" charset="0"/>
              </a:rPr>
              <a:t>Site de Lingolsheim : 150 employés</a:t>
            </a:r>
          </a:p>
        </p:txBody>
      </p:sp>
      <p:sp>
        <p:nvSpPr>
          <p:cNvPr id="2" name="ZoneTexte 1">
            <a:extLst>
              <a:ext uri="{FF2B5EF4-FFF2-40B4-BE49-F238E27FC236}">
                <a16:creationId xmlns:a16="http://schemas.microsoft.com/office/drawing/2014/main" id="{7B611821-EBE1-9D0F-A580-72B08C58D459}"/>
              </a:ext>
            </a:extLst>
          </p:cNvPr>
          <p:cNvSpPr txBox="1"/>
          <p:nvPr/>
        </p:nvSpPr>
        <p:spPr>
          <a:xfrm>
            <a:off x="451819" y="2434032"/>
            <a:ext cx="1892249" cy="276999"/>
          </a:xfrm>
          <a:prstGeom prst="rect">
            <a:avLst/>
          </a:prstGeom>
          <a:noFill/>
        </p:spPr>
        <p:txBody>
          <a:bodyPr wrap="none" rtlCol="0">
            <a:spAutoFit/>
          </a:bodyPr>
          <a:lstStyle/>
          <a:p>
            <a:r>
              <a:rPr lang="fr-FR" sz="1200" b="1" dirty="0">
                <a:solidFill>
                  <a:srgbClr val="FF0000"/>
                </a:solidFill>
                <a:latin typeface="Calibri" panose="020F0502020204030204" pitchFamily="34" charset="0"/>
                <a:ea typeface="Calibri" panose="020F0502020204030204" pitchFamily="34" charset="0"/>
                <a:cs typeface="Calibri" panose="020F0502020204030204" pitchFamily="34" charset="0"/>
              </a:rPr>
              <a:t>1. Introduction &amp; Contexte</a:t>
            </a:r>
          </a:p>
        </p:txBody>
      </p:sp>
      <p:sp>
        <p:nvSpPr>
          <p:cNvPr id="8" name="ZoneTexte 7">
            <a:extLst>
              <a:ext uri="{FF2B5EF4-FFF2-40B4-BE49-F238E27FC236}">
                <a16:creationId xmlns:a16="http://schemas.microsoft.com/office/drawing/2014/main" id="{E7574302-95B8-B831-9B5A-55146C7E8916}"/>
              </a:ext>
            </a:extLst>
          </p:cNvPr>
          <p:cNvSpPr txBox="1"/>
          <p:nvPr/>
        </p:nvSpPr>
        <p:spPr>
          <a:xfrm>
            <a:off x="-32814" y="2711031"/>
            <a:ext cx="177119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2. L’existant &amp; Limitations</a:t>
            </a:r>
          </a:p>
        </p:txBody>
      </p:sp>
      <p:sp>
        <p:nvSpPr>
          <p:cNvPr id="10" name="ZoneTexte 9">
            <a:extLst>
              <a:ext uri="{FF2B5EF4-FFF2-40B4-BE49-F238E27FC236}">
                <a16:creationId xmlns:a16="http://schemas.microsoft.com/office/drawing/2014/main" id="{92CBBEE7-7D21-3259-7FCC-C3379D38017A}"/>
              </a:ext>
            </a:extLst>
          </p:cNvPr>
          <p:cNvSpPr txBox="1"/>
          <p:nvPr/>
        </p:nvSpPr>
        <p:spPr>
          <a:xfrm>
            <a:off x="-32817" y="2988030"/>
            <a:ext cx="136191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3. Note de cadrage</a:t>
            </a:r>
          </a:p>
        </p:txBody>
      </p:sp>
      <p:sp>
        <p:nvSpPr>
          <p:cNvPr id="11" name="ZoneTexte 10">
            <a:extLst>
              <a:ext uri="{FF2B5EF4-FFF2-40B4-BE49-F238E27FC236}">
                <a16:creationId xmlns:a16="http://schemas.microsoft.com/office/drawing/2014/main" id="{6DADE135-1FD8-9B85-4FFF-6DC28DA00199}"/>
              </a:ext>
            </a:extLst>
          </p:cNvPr>
          <p:cNvSpPr txBox="1"/>
          <p:nvPr/>
        </p:nvSpPr>
        <p:spPr>
          <a:xfrm>
            <a:off x="-32816" y="3265029"/>
            <a:ext cx="155702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4. Analyse des risques</a:t>
            </a:r>
          </a:p>
        </p:txBody>
      </p:sp>
      <p:sp>
        <p:nvSpPr>
          <p:cNvPr id="12" name="ZoneTexte 11">
            <a:extLst>
              <a:ext uri="{FF2B5EF4-FFF2-40B4-BE49-F238E27FC236}">
                <a16:creationId xmlns:a16="http://schemas.microsoft.com/office/drawing/2014/main" id="{0208EAE8-27BB-1F68-7B6D-42B1B641541A}"/>
              </a:ext>
            </a:extLst>
          </p:cNvPr>
          <p:cNvSpPr txBox="1"/>
          <p:nvPr/>
        </p:nvSpPr>
        <p:spPr>
          <a:xfrm>
            <a:off x="-23253" y="3542028"/>
            <a:ext cx="1040798"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5. Nouveau SI</a:t>
            </a:r>
          </a:p>
        </p:txBody>
      </p:sp>
      <p:sp>
        <p:nvSpPr>
          <p:cNvPr id="35" name="ZoneTexte 34">
            <a:extLst>
              <a:ext uri="{FF2B5EF4-FFF2-40B4-BE49-F238E27FC236}">
                <a16:creationId xmlns:a16="http://schemas.microsoft.com/office/drawing/2014/main" id="{7179A057-BC22-197E-8EAD-E1F0EAF0C0C9}"/>
              </a:ext>
            </a:extLst>
          </p:cNvPr>
          <p:cNvSpPr txBox="1"/>
          <p:nvPr/>
        </p:nvSpPr>
        <p:spPr>
          <a:xfrm>
            <a:off x="-13697" y="3821018"/>
            <a:ext cx="196835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6. Déploiement et formation</a:t>
            </a:r>
          </a:p>
        </p:txBody>
      </p:sp>
      <p:sp>
        <p:nvSpPr>
          <p:cNvPr id="36" name="ZoneTexte 35">
            <a:extLst>
              <a:ext uri="{FF2B5EF4-FFF2-40B4-BE49-F238E27FC236}">
                <a16:creationId xmlns:a16="http://schemas.microsoft.com/office/drawing/2014/main" id="{1A7E6BB9-2655-D6E6-87C8-4E08325BC32B}"/>
              </a:ext>
            </a:extLst>
          </p:cNvPr>
          <p:cNvSpPr txBox="1"/>
          <p:nvPr/>
        </p:nvSpPr>
        <p:spPr>
          <a:xfrm>
            <a:off x="-13697" y="4098017"/>
            <a:ext cx="1845955"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7. Contrat de maintenance</a:t>
            </a:r>
          </a:p>
        </p:txBody>
      </p:sp>
    </p:spTree>
    <p:extLst>
      <p:ext uri="{BB962C8B-B14F-4D97-AF65-F5344CB8AC3E}">
        <p14:creationId xmlns:p14="http://schemas.microsoft.com/office/powerpoint/2010/main" val="28371196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BDDA123B-C947-7C00-A5E9-B06CE553BDEA}"/>
              </a:ext>
            </a:extLst>
          </p:cNvPr>
          <p:cNvSpPr>
            <a:spLocks noGrp="1"/>
          </p:cNvSpPr>
          <p:nvPr>
            <p:ph type="dt" sz="half" idx="10"/>
          </p:nvPr>
        </p:nvSpPr>
        <p:spPr/>
        <p:txBody>
          <a:bodyPr/>
          <a:lstStyle/>
          <a:p>
            <a:fld id="{71A39EF6-AF95-4ACF-B35E-ACB6264B09CC}" type="datetime1">
              <a:rPr lang="fr-FR" smtClean="0"/>
              <a:t>04/03/2025</a:t>
            </a:fld>
            <a:endParaRPr lang="fr-FR"/>
          </a:p>
        </p:txBody>
      </p:sp>
      <p:sp>
        <p:nvSpPr>
          <p:cNvPr id="5" name="Espace réservé du numéro de diapositive 4">
            <a:extLst>
              <a:ext uri="{FF2B5EF4-FFF2-40B4-BE49-F238E27FC236}">
                <a16:creationId xmlns:a16="http://schemas.microsoft.com/office/drawing/2014/main" id="{1D6D3954-F265-7DF8-0EE7-714B0B8667D8}"/>
              </a:ext>
            </a:extLst>
          </p:cNvPr>
          <p:cNvSpPr>
            <a:spLocks noGrp="1"/>
          </p:cNvSpPr>
          <p:nvPr>
            <p:ph type="sldNum" sz="quarter" idx="12"/>
          </p:nvPr>
        </p:nvSpPr>
        <p:spPr/>
        <p:txBody>
          <a:bodyPr/>
          <a:lstStyle/>
          <a:p>
            <a:fld id="{C4B8AC06-870A-4C43-8EB6-F7945B1E9F37}" type="slidenum">
              <a:rPr lang="fr-FR" smtClean="0"/>
              <a:t>6</a:t>
            </a:fld>
            <a:endParaRPr lang="fr-FR"/>
          </a:p>
        </p:txBody>
      </p:sp>
      <p:sp>
        <p:nvSpPr>
          <p:cNvPr id="6" name="ZoneTexte 5">
            <a:extLst>
              <a:ext uri="{FF2B5EF4-FFF2-40B4-BE49-F238E27FC236}">
                <a16:creationId xmlns:a16="http://schemas.microsoft.com/office/drawing/2014/main" id="{19E04785-1FC9-297E-C8C3-4F5D081FCE98}"/>
              </a:ext>
            </a:extLst>
          </p:cNvPr>
          <p:cNvSpPr txBox="1"/>
          <p:nvPr/>
        </p:nvSpPr>
        <p:spPr>
          <a:xfrm>
            <a:off x="2280402" y="1268286"/>
            <a:ext cx="2639069" cy="307777"/>
          </a:xfrm>
          <a:prstGeom prst="rect">
            <a:avLst/>
          </a:prstGeom>
          <a:noFill/>
        </p:spPr>
        <p:txBody>
          <a:bodyPr wrap="square">
            <a:spAutoFit/>
          </a:bodyPr>
          <a:lstStyle/>
          <a:p>
            <a:r>
              <a:rPr lang="fr-FR" sz="1400" b="1" dirty="0">
                <a:latin typeface="Calibri" panose="020F0502020204030204" pitchFamily="34" charset="0"/>
                <a:ea typeface="Calibri" panose="020F0502020204030204" pitchFamily="34" charset="0"/>
                <a:cs typeface="Calibri" panose="020F0502020204030204" pitchFamily="34" charset="0"/>
              </a:rPr>
              <a:t>Pourquoi cette modernisation ?</a:t>
            </a:r>
          </a:p>
        </p:txBody>
      </p:sp>
      <p:sp>
        <p:nvSpPr>
          <p:cNvPr id="7" name="ZoneTexte 6">
            <a:extLst>
              <a:ext uri="{FF2B5EF4-FFF2-40B4-BE49-F238E27FC236}">
                <a16:creationId xmlns:a16="http://schemas.microsoft.com/office/drawing/2014/main" id="{D410C79E-9F11-E745-F24A-AECB46F040CE}"/>
              </a:ext>
            </a:extLst>
          </p:cNvPr>
          <p:cNvSpPr txBox="1"/>
          <p:nvPr/>
        </p:nvSpPr>
        <p:spPr>
          <a:xfrm>
            <a:off x="4774440" y="94283"/>
            <a:ext cx="4744464" cy="338554"/>
          </a:xfrm>
          <a:prstGeom prst="rect">
            <a:avLst/>
          </a:prstGeom>
          <a:noFill/>
        </p:spPr>
        <p:txBody>
          <a:bodyPr wrap="square">
            <a:spAutoFit/>
          </a:bodyPr>
          <a:lstStyle/>
          <a:p>
            <a:pPr algn="ctr"/>
            <a:r>
              <a:rPr lang="fr-FR" sz="1600" b="1" dirty="0">
                <a:solidFill>
                  <a:schemeClr val="bg1"/>
                </a:solidFill>
                <a:latin typeface="Calibri" panose="020F0502020204030204" pitchFamily="34" charset="0"/>
                <a:ea typeface="Calibri" panose="020F0502020204030204" pitchFamily="34" charset="0"/>
                <a:cs typeface="Calibri" panose="020F0502020204030204" pitchFamily="34" charset="0"/>
              </a:rPr>
              <a:t>1. Introduction &amp; Contexte</a:t>
            </a:r>
          </a:p>
        </p:txBody>
      </p:sp>
      <p:sp>
        <p:nvSpPr>
          <p:cNvPr id="9" name="ZoneTexte 8">
            <a:extLst>
              <a:ext uri="{FF2B5EF4-FFF2-40B4-BE49-F238E27FC236}">
                <a16:creationId xmlns:a16="http://schemas.microsoft.com/office/drawing/2014/main" id="{B3D4C43F-51A0-73BB-F083-97C5AFDF0E0D}"/>
              </a:ext>
            </a:extLst>
          </p:cNvPr>
          <p:cNvSpPr txBox="1"/>
          <p:nvPr/>
        </p:nvSpPr>
        <p:spPr>
          <a:xfrm>
            <a:off x="2280402" y="1692967"/>
            <a:ext cx="7238502" cy="4185761"/>
          </a:xfrm>
          <a:prstGeom prst="rect">
            <a:avLst/>
          </a:prstGeom>
          <a:noFill/>
        </p:spPr>
        <p:txBody>
          <a:bodyPr wrap="square">
            <a:spAutoFit/>
          </a:bodyPr>
          <a:lstStyle/>
          <a:p>
            <a:r>
              <a:rPr lang="fr-FR" sz="1400" b="1" u="sng" dirty="0">
                <a:latin typeface="Calibri" panose="020F0502020204030204" pitchFamily="34" charset="0"/>
                <a:ea typeface="Calibri" panose="020F0502020204030204" pitchFamily="34" charset="0"/>
                <a:cs typeface="Calibri" panose="020F0502020204030204" pitchFamily="34" charset="0"/>
              </a:rPr>
              <a:t>Enjeux IT </a:t>
            </a:r>
            <a:r>
              <a:rPr lang="fr-FR" sz="1400" u="sng" dirty="0">
                <a:latin typeface="Calibri" panose="020F0502020204030204" pitchFamily="34" charset="0"/>
                <a:ea typeface="Calibri" panose="020F0502020204030204" pitchFamily="34" charset="0"/>
                <a:cs typeface="Calibri" panose="020F0502020204030204" pitchFamily="34" charset="0"/>
              </a:rPr>
              <a:t>: </a:t>
            </a:r>
          </a:p>
          <a:p>
            <a:pPr marL="285750" indent="-285750">
              <a:buFont typeface="Arial" panose="020B0604020202020204" pitchFamily="34" charset="0"/>
              <a:buChar char="•"/>
            </a:pPr>
            <a:r>
              <a:rPr lang="fr-FR" sz="1400" dirty="0">
                <a:latin typeface="Calibri" panose="020F0502020204030204" pitchFamily="34" charset="0"/>
                <a:ea typeface="Calibri" panose="020F0502020204030204" pitchFamily="34" charset="0"/>
                <a:cs typeface="Calibri" panose="020F0502020204030204" pitchFamily="34" charset="0"/>
              </a:rPr>
              <a:t>Infrastructure IT vieillissante (serveurs, réseau, stockage, sécurité).</a:t>
            </a:r>
          </a:p>
          <a:p>
            <a:pPr marL="285750" indent="-285750">
              <a:buFont typeface="Arial" panose="020B0604020202020204" pitchFamily="34" charset="0"/>
              <a:buChar char="•"/>
            </a:pPr>
            <a:r>
              <a:rPr lang="fr-FR" sz="1400" dirty="0">
                <a:latin typeface="Calibri" panose="020F0502020204030204" pitchFamily="34" charset="0"/>
                <a:ea typeface="Calibri" panose="020F0502020204030204" pitchFamily="34" charset="0"/>
                <a:cs typeface="Calibri" panose="020F0502020204030204" pitchFamily="34" charset="0"/>
              </a:rPr>
              <a:t>Besoin de flexibilité et d’agilité → Migration vers une architecture hybride (Cloud &amp; On-</a:t>
            </a:r>
            <a:r>
              <a:rPr lang="fr-FR" sz="1400" dirty="0" err="1">
                <a:latin typeface="Calibri" panose="020F0502020204030204" pitchFamily="34" charset="0"/>
                <a:ea typeface="Calibri" panose="020F0502020204030204" pitchFamily="34" charset="0"/>
                <a:cs typeface="Calibri" panose="020F0502020204030204" pitchFamily="34" charset="0"/>
              </a:rPr>
              <a:t>Premise</a:t>
            </a:r>
            <a:r>
              <a:rPr lang="fr-FR" sz="1400" dirty="0">
                <a:latin typeface="Calibri" panose="020F0502020204030204" pitchFamily="34" charset="0"/>
                <a:ea typeface="Calibri" panose="020F0502020204030204" pitchFamily="34" charset="0"/>
                <a:cs typeface="Calibri" panose="020F0502020204030204" pitchFamily="34" charset="0"/>
              </a:rPr>
              <a:t>).</a:t>
            </a:r>
          </a:p>
          <a:p>
            <a:endParaRPr lang="fr-FR" sz="1400" dirty="0">
              <a:latin typeface="Calibri" panose="020F0502020204030204" pitchFamily="34" charset="0"/>
              <a:ea typeface="Calibri" panose="020F0502020204030204" pitchFamily="34" charset="0"/>
              <a:cs typeface="Calibri" panose="020F0502020204030204" pitchFamily="34" charset="0"/>
            </a:endParaRPr>
          </a:p>
          <a:p>
            <a:endParaRPr lang="fr-FR" sz="1400" dirty="0">
              <a:latin typeface="Calibri" panose="020F0502020204030204" pitchFamily="34" charset="0"/>
              <a:ea typeface="Calibri" panose="020F0502020204030204" pitchFamily="34" charset="0"/>
              <a:cs typeface="Calibri" panose="020F0502020204030204" pitchFamily="34" charset="0"/>
            </a:endParaRPr>
          </a:p>
          <a:p>
            <a:r>
              <a:rPr lang="fr-FR" sz="1400" b="1" u="sng" dirty="0">
                <a:latin typeface="Calibri" panose="020F0502020204030204" pitchFamily="34" charset="0"/>
                <a:ea typeface="Calibri" panose="020F0502020204030204" pitchFamily="34" charset="0"/>
                <a:cs typeface="Calibri" panose="020F0502020204030204" pitchFamily="34" charset="0"/>
              </a:rPr>
              <a:t>Enjeux industriels </a:t>
            </a:r>
            <a:r>
              <a:rPr lang="fr-FR" sz="1400" u="sng" dirty="0">
                <a:latin typeface="Calibri" panose="020F0502020204030204" pitchFamily="34" charset="0"/>
                <a:ea typeface="Calibri" panose="020F0502020204030204" pitchFamily="34" charset="0"/>
                <a:cs typeface="Calibri" panose="020F0502020204030204" pitchFamily="34" charset="0"/>
              </a:rPr>
              <a:t>: </a:t>
            </a:r>
          </a:p>
          <a:p>
            <a:pPr marL="285750" indent="-285750">
              <a:buFont typeface="Arial" panose="020B0604020202020204" pitchFamily="34" charset="0"/>
              <a:buChar char="•"/>
            </a:pPr>
            <a:r>
              <a:rPr lang="fr-FR" sz="1400" dirty="0">
                <a:latin typeface="Calibri" panose="020F0502020204030204" pitchFamily="34" charset="0"/>
                <a:ea typeface="Calibri" panose="020F0502020204030204" pitchFamily="34" charset="0"/>
                <a:cs typeface="Calibri" panose="020F0502020204030204" pitchFamily="34" charset="0"/>
              </a:rPr>
              <a:t>Automatisation et robotisation pour améliorer l’efficacité.</a:t>
            </a:r>
          </a:p>
          <a:p>
            <a:pPr marL="285750" indent="-285750">
              <a:buFont typeface="Arial" panose="020B0604020202020204" pitchFamily="34" charset="0"/>
              <a:buChar char="•"/>
            </a:pPr>
            <a:r>
              <a:rPr lang="fr-FR" sz="1400" dirty="0">
                <a:latin typeface="Calibri" panose="020F0502020204030204" pitchFamily="34" charset="0"/>
                <a:ea typeface="Calibri" panose="020F0502020204030204" pitchFamily="34" charset="0"/>
                <a:cs typeface="Calibri" panose="020F0502020204030204" pitchFamily="34" charset="0"/>
              </a:rPr>
              <a:t>Mise en place d’outils de gestion intelligente (MES, IoT, Maintenance Prédictive).</a:t>
            </a:r>
          </a:p>
          <a:p>
            <a:endParaRPr lang="fr-FR" sz="1400" dirty="0">
              <a:latin typeface="Calibri" panose="020F0502020204030204" pitchFamily="34" charset="0"/>
              <a:ea typeface="Calibri" panose="020F0502020204030204" pitchFamily="34" charset="0"/>
              <a:cs typeface="Calibri" panose="020F0502020204030204" pitchFamily="34" charset="0"/>
            </a:endParaRPr>
          </a:p>
          <a:p>
            <a:endParaRPr lang="fr-FR" sz="1400" dirty="0">
              <a:latin typeface="Calibri" panose="020F0502020204030204" pitchFamily="34" charset="0"/>
              <a:ea typeface="Calibri" panose="020F0502020204030204" pitchFamily="34" charset="0"/>
              <a:cs typeface="Calibri" panose="020F0502020204030204" pitchFamily="34" charset="0"/>
            </a:endParaRPr>
          </a:p>
          <a:p>
            <a:r>
              <a:rPr lang="fr-FR" sz="1400" b="1" u="sng" dirty="0">
                <a:latin typeface="Calibri" panose="020F0502020204030204" pitchFamily="34" charset="0"/>
                <a:ea typeface="Calibri" panose="020F0502020204030204" pitchFamily="34" charset="0"/>
                <a:cs typeface="Calibri" panose="020F0502020204030204" pitchFamily="34" charset="0"/>
              </a:rPr>
              <a:t>Enjeux Sécurité </a:t>
            </a:r>
            <a:r>
              <a:rPr lang="fr-FR" sz="1400" u="sng" dirty="0">
                <a:latin typeface="Calibri" panose="020F0502020204030204" pitchFamily="34" charset="0"/>
                <a:ea typeface="Calibri" panose="020F0502020204030204" pitchFamily="34" charset="0"/>
                <a:cs typeface="Calibri" panose="020F0502020204030204" pitchFamily="34" charset="0"/>
              </a:rPr>
              <a:t>: </a:t>
            </a:r>
          </a:p>
          <a:p>
            <a:r>
              <a:rPr lang="fr-FR" sz="1400" dirty="0">
                <a:latin typeface="Calibri" panose="020F0502020204030204" pitchFamily="34" charset="0"/>
                <a:ea typeface="Calibri" panose="020F0502020204030204" pitchFamily="34" charset="0"/>
                <a:cs typeface="Calibri" panose="020F0502020204030204" pitchFamily="34" charset="0"/>
              </a:rPr>
              <a:t>Protection des données industrielles et cybersécurité avancée.</a:t>
            </a:r>
          </a:p>
          <a:p>
            <a:endParaRPr lang="fr-FR" sz="1400" dirty="0">
              <a:latin typeface="Calibri" panose="020F0502020204030204" pitchFamily="34" charset="0"/>
              <a:ea typeface="Calibri" panose="020F0502020204030204" pitchFamily="34" charset="0"/>
              <a:cs typeface="Calibri" panose="020F0502020204030204" pitchFamily="34" charset="0"/>
            </a:endParaRPr>
          </a:p>
          <a:p>
            <a:endParaRPr lang="fr-FR" sz="1400" dirty="0">
              <a:latin typeface="Calibri" panose="020F0502020204030204" pitchFamily="34" charset="0"/>
              <a:ea typeface="Calibri" panose="020F0502020204030204" pitchFamily="34" charset="0"/>
              <a:cs typeface="Calibri" panose="020F0502020204030204" pitchFamily="34" charset="0"/>
            </a:endParaRPr>
          </a:p>
          <a:p>
            <a:r>
              <a:rPr lang="fr-FR" sz="1400" b="1" u="sng" dirty="0">
                <a:latin typeface="Calibri" panose="020F0502020204030204" pitchFamily="34" charset="0"/>
                <a:ea typeface="Calibri" panose="020F0502020204030204" pitchFamily="34" charset="0"/>
                <a:cs typeface="Calibri" panose="020F0502020204030204" pitchFamily="34" charset="0"/>
              </a:rPr>
              <a:t>Objectifs stratégiques : </a:t>
            </a:r>
          </a:p>
          <a:p>
            <a:r>
              <a:rPr lang="fr-FR" sz="1400" dirty="0">
                <a:latin typeface="Calibri" panose="020F0502020204030204" pitchFamily="34" charset="0"/>
                <a:ea typeface="Calibri" panose="020F0502020204030204" pitchFamily="34" charset="0"/>
                <a:cs typeface="Calibri" panose="020F0502020204030204" pitchFamily="34" charset="0"/>
              </a:rPr>
              <a:t>Réduire les coûts, améliorer la productivité, sécuriser les infrastructures IT et moderniser la production.</a:t>
            </a:r>
          </a:p>
          <a:p>
            <a:endParaRPr lang="fr-FR" sz="1400" dirty="0">
              <a:latin typeface="Calibri" panose="020F0502020204030204" pitchFamily="34" charset="0"/>
              <a:ea typeface="Calibri" panose="020F0502020204030204" pitchFamily="34" charset="0"/>
              <a:cs typeface="Calibri" panose="020F0502020204030204" pitchFamily="34" charset="0"/>
            </a:endParaRPr>
          </a:p>
        </p:txBody>
      </p:sp>
      <p:sp>
        <p:nvSpPr>
          <p:cNvPr id="2" name="ZoneTexte 1">
            <a:extLst>
              <a:ext uri="{FF2B5EF4-FFF2-40B4-BE49-F238E27FC236}">
                <a16:creationId xmlns:a16="http://schemas.microsoft.com/office/drawing/2014/main" id="{276148C2-E372-84D1-075C-CD1C41B95450}"/>
              </a:ext>
            </a:extLst>
          </p:cNvPr>
          <p:cNvSpPr txBox="1"/>
          <p:nvPr/>
        </p:nvSpPr>
        <p:spPr>
          <a:xfrm>
            <a:off x="451819" y="2434032"/>
            <a:ext cx="1892249" cy="276999"/>
          </a:xfrm>
          <a:prstGeom prst="rect">
            <a:avLst/>
          </a:prstGeom>
          <a:noFill/>
        </p:spPr>
        <p:txBody>
          <a:bodyPr wrap="none" rtlCol="0">
            <a:spAutoFit/>
          </a:bodyPr>
          <a:lstStyle/>
          <a:p>
            <a:r>
              <a:rPr lang="fr-FR" sz="1200" b="1" dirty="0">
                <a:solidFill>
                  <a:srgbClr val="FF0000"/>
                </a:solidFill>
                <a:latin typeface="Calibri" panose="020F0502020204030204" pitchFamily="34" charset="0"/>
                <a:ea typeface="Calibri" panose="020F0502020204030204" pitchFamily="34" charset="0"/>
                <a:cs typeface="Calibri" panose="020F0502020204030204" pitchFamily="34" charset="0"/>
              </a:rPr>
              <a:t>1. Introduction &amp; Contexte</a:t>
            </a:r>
          </a:p>
        </p:txBody>
      </p:sp>
      <p:sp>
        <p:nvSpPr>
          <p:cNvPr id="23" name="ZoneTexte 22">
            <a:extLst>
              <a:ext uri="{FF2B5EF4-FFF2-40B4-BE49-F238E27FC236}">
                <a16:creationId xmlns:a16="http://schemas.microsoft.com/office/drawing/2014/main" id="{3D95F8BB-1804-8FE0-8422-021DB0F55520}"/>
              </a:ext>
            </a:extLst>
          </p:cNvPr>
          <p:cNvSpPr txBox="1"/>
          <p:nvPr/>
        </p:nvSpPr>
        <p:spPr>
          <a:xfrm>
            <a:off x="-32814" y="2711031"/>
            <a:ext cx="177119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2. L’existant &amp; Limitations</a:t>
            </a:r>
          </a:p>
        </p:txBody>
      </p:sp>
      <p:sp>
        <p:nvSpPr>
          <p:cNvPr id="24" name="ZoneTexte 23">
            <a:extLst>
              <a:ext uri="{FF2B5EF4-FFF2-40B4-BE49-F238E27FC236}">
                <a16:creationId xmlns:a16="http://schemas.microsoft.com/office/drawing/2014/main" id="{B8842365-8A28-1631-BBD9-DDDB5295B36B}"/>
              </a:ext>
            </a:extLst>
          </p:cNvPr>
          <p:cNvSpPr txBox="1"/>
          <p:nvPr/>
        </p:nvSpPr>
        <p:spPr>
          <a:xfrm>
            <a:off x="-32817" y="2988030"/>
            <a:ext cx="136191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3. Note de cadrage</a:t>
            </a:r>
          </a:p>
        </p:txBody>
      </p:sp>
      <p:sp>
        <p:nvSpPr>
          <p:cNvPr id="25" name="ZoneTexte 24">
            <a:extLst>
              <a:ext uri="{FF2B5EF4-FFF2-40B4-BE49-F238E27FC236}">
                <a16:creationId xmlns:a16="http://schemas.microsoft.com/office/drawing/2014/main" id="{9E82038E-8FE4-CACC-B3C7-54B7CB641DA2}"/>
              </a:ext>
            </a:extLst>
          </p:cNvPr>
          <p:cNvSpPr txBox="1"/>
          <p:nvPr/>
        </p:nvSpPr>
        <p:spPr>
          <a:xfrm>
            <a:off x="-32816" y="3265029"/>
            <a:ext cx="155702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4. Analyse des risques</a:t>
            </a:r>
          </a:p>
        </p:txBody>
      </p:sp>
      <p:sp>
        <p:nvSpPr>
          <p:cNvPr id="26" name="ZoneTexte 25">
            <a:extLst>
              <a:ext uri="{FF2B5EF4-FFF2-40B4-BE49-F238E27FC236}">
                <a16:creationId xmlns:a16="http://schemas.microsoft.com/office/drawing/2014/main" id="{CBB9BBF6-EE0C-2B24-E615-F9F6F164F9B4}"/>
              </a:ext>
            </a:extLst>
          </p:cNvPr>
          <p:cNvSpPr txBox="1"/>
          <p:nvPr/>
        </p:nvSpPr>
        <p:spPr>
          <a:xfrm>
            <a:off x="-23253" y="3542028"/>
            <a:ext cx="1040798"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5. Nouveau SI</a:t>
            </a:r>
          </a:p>
        </p:txBody>
      </p:sp>
      <p:sp>
        <p:nvSpPr>
          <p:cNvPr id="27" name="ZoneTexte 26">
            <a:extLst>
              <a:ext uri="{FF2B5EF4-FFF2-40B4-BE49-F238E27FC236}">
                <a16:creationId xmlns:a16="http://schemas.microsoft.com/office/drawing/2014/main" id="{614D02E3-D840-90C3-D29E-47529F4EFA45}"/>
              </a:ext>
            </a:extLst>
          </p:cNvPr>
          <p:cNvSpPr txBox="1"/>
          <p:nvPr/>
        </p:nvSpPr>
        <p:spPr>
          <a:xfrm>
            <a:off x="-13697" y="3821018"/>
            <a:ext cx="196835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6. Déploiement et formation</a:t>
            </a:r>
          </a:p>
        </p:txBody>
      </p:sp>
      <p:sp>
        <p:nvSpPr>
          <p:cNvPr id="28" name="ZoneTexte 27">
            <a:extLst>
              <a:ext uri="{FF2B5EF4-FFF2-40B4-BE49-F238E27FC236}">
                <a16:creationId xmlns:a16="http://schemas.microsoft.com/office/drawing/2014/main" id="{2E607D91-C3AD-0DF8-007B-16F5BFEF0ADB}"/>
              </a:ext>
            </a:extLst>
          </p:cNvPr>
          <p:cNvSpPr txBox="1"/>
          <p:nvPr/>
        </p:nvSpPr>
        <p:spPr>
          <a:xfrm>
            <a:off x="-13697" y="4098017"/>
            <a:ext cx="1845955"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7. Contrat de maintenance</a:t>
            </a:r>
          </a:p>
        </p:txBody>
      </p:sp>
    </p:spTree>
    <p:extLst>
      <p:ext uri="{BB962C8B-B14F-4D97-AF65-F5344CB8AC3E}">
        <p14:creationId xmlns:p14="http://schemas.microsoft.com/office/powerpoint/2010/main" val="11771020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6D6568D7-4716-BBF8-8193-0A229503D106}"/>
              </a:ext>
            </a:extLst>
          </p:cNvPr>
          <p:cNvSpPr>
            <a:spLocks noGrp="1"/>
          </p:cNvSpPr>
          <p:nvPr>
            <p:ph type="dt" sz="half" idx="10"/>
          </p:nvPr>
        </p:nvSpPr>
        <p:spPr/>
        <p:txBody>
          <a:bodyPr/>
          <a:lstStyle/>
          <a:p>
            <a:fld id="{71A39EF6-AF95-4ACF-B35E-ACB6264B09CC}" type="datetime1">
              <a:rPr lang="fr-FR" smtClean="0"/>
              <a:t>04/03/2025</a:t>
            </a:fld>
            <a:endParaRPr lang="fr-FR"/>
          </a:p>
        </p:txBody>
      </p:sp>
      <p:sp>
        <p:nvSpPr>
          <p:cNvPr id="5" name="Espace réservé du numéro de diapositive 4">
            <a:extLst>
              <a:ext uri="{FF2B5EF4-FFF2-40B4-BE49-F238E27FC236}">
                <a16:creationId xmlns:a16="http://schemas.microsoft.com/office/drawing/2014/main" id="{73037569-6066-FD51-A371-B8A7D19D081A}"/>
              </a:ext>
            </a:extLst>
          </p:cNvPr>
          <p:cNvSpPr>
            <a:spLocks noGrp="1"/>
          </p:cNvSpPr>
          <p:nvPr>
            <p:ph type="sldNum" sz="quarter" idx="12"/>
          </p:nvPr>
        </p:nvSpPr>
        <p:spPr/>
        <p:txBody>
          <a:bodyPr/>
          <a:lstStyle/>
          <a:p>
            <a:fld id="{C4B8AC06-870A-4C43-8EB6-F7945B1E9F37}" type="slidenum">
              <a:rPr lang="fr-FR" smtClean="0"/>
              <a:t>7</a:t>
            </a:fld>
            <a:endParaRPr lang="fr-FR"/>
          </a:p>
        </p:txBody>
      </p:sp>
      <p:sp>
        <p:nvSpPr>
          <p:cNvPr id="6" name="ZoneTexte 5">
            <a:extLst>
              <a:ext uri="{FF2B5EF4-FFF2-40B4-BE49-F238E27FC236}">
                <a16:creationId xmlns:a16="http://schemas.microsoft.com/office/drawing/2014/main" id="{DFD339F3-A608-26E6-74E5-FB4E00539EFC}"/>
              </a:ext>
            </a:extLst>
          </p:cNvPr>
          <p:cNvSpPr txBox="1"/>
          <p:nvPr/>
        </p:nvSpPr>
        <p:spPr>
          <a:xfrm>
            <a:off x="4774440" y="94283"/>
            <a:ext cx="4744464" cy="338554"/>
          </a:xfrm>
          <a:prstGeom prst="rect">
            <a:avLst/>
          </a:prstGeom>
          <a:noFill/>
        </p:spPr>
        <p:txBody>
          <a:bodyPr wrap="square">
            <a:spAutoFit/>
          </a:bodyPr>
          <a:lstStyle/>
          <a:p>
            <a:pPr algn="ctr"/>
            <a:r>
              <a:rPr lang="fr-FR" sz="1600" b="1" dirty="0">
                <a:solidFill>
                  <a:schemeClr val="bg1"/>
                </a:solidFill>
                <a:latin typeface="Calibri" panose="020F0502020204030204" pitchFamily="34" charset="0"/>
                <a:ea typeface="Calibri" panose="020F0502020204030204" pitchFamily="34" charset="0"/>
                <a:cs typeface="Calibri" panose="020F0502020204030204" pitchFamily="34" charset="0"/>
              </a:rPr>
              <a:t>2. Analyse de l’existant &amp; Limitations</a:t>
            </a:r>
          </a:p>
        </p:txBody>
      </p:sp>
      <p:pic>
        <p:nvPicPr>
          <p:cNvPr id="8" name="Image 7">
            <a:extLst>
              <a:ext uri="{FF2B5EF4-FFF2-40B4-BE49-F238E27FC236}">
                <a16:creationId xmlns:a16="http://schemas.microsoft.com/office/drawing/2014/main" id="{B3B0EB4E-1153-4359-7FB5-B1DF8F559A96}"/>
              </a:ext>
            </a:extLst>
          </p:cNvPr>
          <p:cNvPicPr>
            <a:picLocks noChangeAspect="1"/>
          </p:cNvPicPr>
          <p:nvPr/>
        </p:nvPicPr>
        <p:blipFill>
          <a:blip r:embed="rId2"/>
          <a:stretch>
            <a:fillRect/>
          </a:stretch>
        </p:blipFill>
        <p:spPr>
          <a:xfrm>
            <a:off x="3298686" y="1268286"/>
            <a:ext cx="8133214" cy="4840775"/>
          </a:xfrm>
          <a:prstGeom prst="rect">
            <a:avLst/>
          </a:prstGeom>
        </p:spPr>
      </p:pic>
      <p:sp>
        <p:nvSpPr>
          <p:cNvPr id="9" name="ZoneTexte 8">
            <a:extLst>
              <a:ext uri="{FF2B5EF4-FFF2-40B4-BE49-F238E27FC236}">
                <a16:creationId xmlns:a16="http://schemas.microsoft.com/office/drawing/2014/main" id="{4A7843CB-B488-EC68-F887-850D93B4A0AA}"/>
              </a:ext>
            </a:extLst>
          </p:cNvPr>
          <p:cNvSpPr txBox="1"/>
          <p:nvPr/>
        </p:nvSpPr>
        <p:spPr>
          <a:xfrm>
            <a:off x="2280402" y="1268286"/>
            <a:ext cx="2785374" cy="307777"/>
          </a:xfrm>
          <a:prstGeom prst="rect">
            <a:avLst/>
          </a:prstGeom>
          <a:noFill/>
        </p:spPr>
        <p:txBody>
          <a:bodyPr wrap="square">
            <a:spAutoFit/>
          </a:bodyPr>
          <a:lstStyle/>
          <a:p>
            <a:r>
              <a:rPr lang="fr-FR" sz="1400" b="1" dirty="0">
                <a:latin typeface="Calibri" panose="020F0502020204030204" pitchFamily="34" charset="0"/>
                <a:ea typeface="Calibri" panose="020F0502020204030204" pitchFamily="34" charset="0"/>
                <a:cs typeface="Calibri" panose="020F0502020204030204" pitchFamily="34" charset="0"/>
              </a:rPr>
              <a:t>Schéma de l’infrastructure actuelle</a:t>
            </a:r>
          </a:p>
        </p:txBody>
      </p:sp>
      <p:sp>
        <p:nvSpPr>
          <p:cNvPr id="22" name="ZoneTexte 21">
            <a:extLst>
              <a:ext uri="{FF2B5EF4-FFF2-40B4-BE49-F238E27FC236}">
                <a16:creationId xmlns:a16="http://schemas.microsoft.com/office/drawing/2014/main" id="{F1180CCA-F9CF-57B1-023A-5FA0FA368A3E}"/>
              </a:ext>
            </a:extLst>
          </p:cNvPr>
          <p:cNvSpPr txBox="1"/>
          <p:nvPr/>
        </p:nvSpPr>
        <p:spPr>
          <a:xfrm>
            <a:off x="-32817" y="2433036"/>
            <a:ext cx="189224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1. Introduction &amp; Contexte</a:t>
            </a:r>
          </a:p>
        </p:txBody>
      </p:sp>
      <p:sp>
        <p:nvSpPr>
          <p:cNvPr id="23" name="ZoneTexte 22">
            <a:extLst>
              <a:ext uri="{FF2B5EF4-FFF2-40B4-BE49-F238E27FC236}">
                <a16:creationId xmlns:a16="http://schemas.microsoft.com/office/drawing/2014/main" id="{5D0C025F-7EB2-62F1-589F-EDF43E14B25B}"/>
              </a:ext>
            </a:extLst>
          </p:cNvPr>
          <p:cNvSpPr txBox="1"/>
          <p:nvPr/>
        </p:nvSpPr>
        <p:spPr>
          <a:xfrm>
            <a:off x="448967" y="2711031"/>
            <a:ext cx="1820563" cy="276999"/>
          </a:xfrm>
          <a:prstGeom prst="rect">
            <a:avLst/>
          </a:prstGeom>
          <a:noFill/>
        </p:spPr>
        <p:txBody>
          <a:bodyPr wrap="none" rtlCol="0">
            <a:spAutoFit/>
          </a:bodyPr>
          <a:lstStyle/>
          <a:p>
            <a:r>
              <a:rPr lang="fr-FR" sz="1200" b="1" dirty="0">
                <a:solidFill>
                  <a:srgbClr val="C00000"/>
                </a:solidFill>
                <a:latin typeface="Calibri" panose="020F0502020204030204" pitchFamily="34" charset="0"/>
                <a:ea typeface="Calibri" panose="020F0502020204030204" pitchFamily="34" charset="0"/>
                <a:cs typeface="Calibri" panose="020F0502020204030204" pitchFamily="34" charset="0"/>
              </a:rPr>
              <a:t>2. L’existant &amp; Limitations</a:t>
            </a:r>
          </a:p>
        </p:txBody>
      </p:sp>
      <p:sp>
        <p:nvSpPr>
          <p:cNvPr id="24" name="ZoneTexte 23">
            <a:extLst>
              <a:ext uri="{FF2B5EF4-FFF2-40B4-BE49-F238E27FC236}">
                <a16:creationId xmlns:a16="http://schemas.microsoft.com/office/drawing/2014/main" id="{02DA42CA-6977-C2C4-07CB-E45DFBBEBF56}"/>
              </a:ext>
            </a:extLst>
          </p:cNvPr>
          <p:cNvSpPr txBox="1"/>
          <p:nvPr/>
        </p:nvSpPr>
        <p:spPr>
          <a:xfrm>
            <a:off x="-32817" y="2988030"/>
            <a:ext cx="136191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3. Note de cadrage</a:t>
            </a:r>
          </a:p>
        </p:txBody>
      </p:sp>
      <p:sp>
        <p:nvSpPr>
          <p:cNvPr id="25" name="ZoneTexte 24">
            <a:extLst>
              <a:ext uri="{FF2B5EF4-FFF2-40B4-BE49-F238E27FC236}">
                <a16:creationId xmlns:a16="http://schemas.microsoft.com/office/drawing/2014/main" id="{B67A48F6-B51C-9EF5-EBA0-9FCA1A19EB2B}"/>
              </a:ext>
            </a:extLst>
          </p:cNvPr>
          <p:cNvSpPr txBox="1"/>
          <p:nvPr/>
        </p:nvSpPr>
        <p:spPr>
          <a:xfrm>
            <a:off x="-32816" y="3265029"/>
            <a:ext cx="155702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4. Analyse des risques</a:t>
            </a:r>
          </a:p>
        </p:txBody>
      </p:sp>
      <p:sp>
        <p:nvSpPr>
          <p:cNvPr id="26" name="ZoneTexte 25">
            <a:extLst>
              <a:ext uri="{FF2B5EF4-FFF2-40B4-BE49-F238E27FC236}">
                <a16:creationId xmlns:a16="http://schemas.microsoft.com/office/drawing/2014/main" id="{B21411B0-BDE7-F711-5CAB-033CEFAF385E}"/>
              </a:ext>
            </a:extLst>
          </p:cNvPr>
          <p:cNvSpPr txBox="1"/>
          <p:nvPr/>
        </p:nvSpPr>
        <p:spPr>
          <a:xfrm>
            <a:off x="-23253" y="3542028"/>
            <a:ext cx="1040798"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5. Nouveau SI</a:t>
            </a:r>
          </a:p>
        </p:txBody>
      </p:sp>
      <p:sp>
        <p:nvSpPr>
          <p:cNvPr id="27" name="ZoneTexte 26">
            <a:extLst>
              <a:ext uri="{FF2B5EF4-FFF2-40B4-BE49-F238E27FC236}">
                <a16:creationId xmlns:a16="http://schemas.microsoft.com/office/drawing/2014/main" id="{6EDA02A0-BC7B-6E3A-F082-E4DDDD427972}"/>
              </a:ext>
            </a:extLst>
          </p:cNvPr>
          <p:cNvSpPr txBox="1"/>
          <p:nvPr/>
        </p:nvSpPr>
        <p:spPr>
          <a:xfrm>
            <a:off x="-13697" y="3821018"/>
            <a:ext cx="196835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6. Déploiement et formation</a:t>
            </a:r>
          </a:p>
        </p:txBody>
      </p:sp>
      <p:sp>
        <p:nvSpPr>
          <p:cNvPr id="28" name="ZoneTexte 27">
            <a:extLst>
              <a:ext uri="{FF2B5EF4-FFF2-40B4-BE49-F238E27FC236}">
                <a16:creationId xmlns:a16="http://schemas.microsoft.com/office/drawing/2014/main" id="{E157643B-859E-DB28-C5E7-A4BC2069B797}"/>
              </a:ext>
            </a:extLst>
          </p:cNvPr>
          <p:cNvSpPr txBox="1"/>
          <p:nvPr/>
        </p:nvSpPr>
        <p:spPr>
          <a:xfrm>
            <a:off x="-13697" y="4098017"/>
            <a:ext cx="1845955"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7. Contrat de maintenance</a:t>
            </a:r>
          </a:p>
        </p:txBody>
      </p:sp>
    </p:spTree>
    <p:extLst>
      <p:ext uri="{BB962C8B-B14F-4D97-AF65-F5344CB8AC3E}">
        <p14:creationId xmlns:p14="http://schemas.microsoft.com/office/powerpoint/2010/main" val="8442069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8AE50-0E41-F909-E233-F3E6A07543B9}"/>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6415F21D-6C61-1156-1863-0C1AE3307E14}"/>
              </a:ext>
            </a:extLst>
          </p:cNvPr>
          <p:cNvSpPr>
            <a:spLocks noGrp="1"/>
          </p:cNvSpPr>
          <p:nvPr>
            <p:ph type="dt" sz="half" idx="10"/>
          </p:nvPr>
        </p:nvSpPr>
        <p:spPr/>
        <p:txBody>
          <a:bodyPr/>
          <a:lstStyle/>
          <a:p>
            <a:fld id="{71A39EF6-AF95-4ACF-B35E-ACB6264B09CC}" type="datetime1">
              <a:rPr lang="fr-FR" smtClean="0"/>
              <a:t>04/03/2025</a:t>
            </a:fld>
            <a:endParaRPr lang="fr-FR"/>
          </a:p>
        </p:txBody>
      </p:sp>
      <p:sp>
        <p:nvSpPr>
          <p:cNvPr id="5" name="Espace réservé du numéro de diapositive 4">
            <a:extLst>
              <a:ext uri="{FF2B5EF4-FFF2-40B4-BE49-F238E27FC236}">
                <a16:creationId xmlns:a16="http://schemas.microsoft.com/office/drawing/2014/main" id="{71DC2627-4BC3-2744-B03B-AE7723861FBA}"/>
              </a:ext>
            </a:extLst>
          </p:cNvPr>
          <p:cNvSpPr>
            <a:spLocks noGrp="1"/>
          </p:cNvSpPr>
          <p:nvPr>
            <p:ph type="sldNum" sz="quarter" idx="12"/>
          </p:nvPr>
        </p:nvSpPr>
        <p:spPr/>
        <p:txBody>
          <a:bodyPr/>
          <a:lstStyle/>
          <a:p>
            <a:fld id="{C4B8AC06-870A-4C43-8EB6-F7945B1E9F37}" type="slidenum">
              <a:rPr lang="fr-FR" smtClean="0"/>
              <a:t>8</a:t>
            </a:fld>
            <a:endParaRPr lang="fr-FR"/>
          </a:p>
        </p:txBody>
      </p:sp>
      <p:pic>
        <p:nvPicPr>
          <p:cNvPr id="8" name="Image 7">
            <a:extLst>
              <a:ext uri="{FF2B5EF4-FFF2-40B4-BE49-F238E27FC236}">
                <a16:creationId xmlns:a16="http://schemas.microsoft.com/office/drawing/2014/main" id="{D067EC26-8E06-AE23-8BF1-947CB82D7A75}"/>
              </a:ext>
            </a:extLst>
          </p:cNvPr>
          <p:cNvPicPr>
            <a:picLocks noChangeAspect="1"/>
          </p:cNvPicPr>
          <p:nvPr/>
        </p:nvPicPr>
        <p:blipFill>
          <a:blip r:embed="rId2"/>
          <a:stretch>
            <a:fillRect/>
          </a:stretch>
        </p:blipFill>
        <p:spPr>
          <a:xfrm>
            <a:off x="9186687" y="1051559"/>
            <a:ext cx="2872932" cy="1709929"/>
          </a:xfrm>
          <a:prstGeom prst="rect">
            <a:avLst/>
          </a:prstGeom>
        </p:spPr>
      </p:pic>
      <p:sp>
        <p:nvSpPr>
          <p:cNvPr id="9" name="ZoneTexte 8">
            <a:extLst>
              <a:ext uri="{FF2B5EF4-FFF2-40B4-BE49-F238E27FC236}">
                <a16:creationId xmlns:a16="http://schemas.microsoft.com/office/drawing/2014/main" id="{A01BF564-614C-4BE1-4156-F852C61CBEF4}"/>
              </a:ext>
            </a:extLst>
          </p:cNvPr>
          <p:cNvSpPr txBox="1"/>
          <p:nvPr/>
        </p:nvSpPr>
        <p:spPr>
          <a:xfrm>
            <a:off x="2571003" y="2016251"/>
            <a:ext cx="6094476" cy="3539430"/>
          </a:xfrm>
          <a:prstGeom prst="rect">
            <a:avLst/>
          </a:prstGeom>
          <a:noFill/>
        </p:spPr>
        <p:txBody>
          <a:bodyPr wrap="square">
            <a:spAutoFit/>
          </a:bodyPr>
          <a:lstStyle/>
          <a:p>
            <a:pPr marL="285750" indent="-285750">
              <a:buFont typeface="Arial" panose="020B0604020202020204" pitchFamily="34" charset="0"/>
              <a:buChar char="•"/>
            </a:pPr>
            <a:r>
              <a:rPr lang="fr-FR" sz="1400" b="1" dirty="0">
                <a:latin typeface="Calibri" panose="020F0502020204030204" pitchFamily="34" charset="0"/>
                <a:ea typeface="Calibri" panose="020F0502020204030204" pitchFamily="34" charset="0"/>
                <a:cs typeface="Calibri" panose="020F0502020204030204" pitchFamily="34" charset="0"/>
              </a:rPr>
              <a:t>Serveurs obsolètes </a:t>
            </a:r>
            <a:r>
              <a:rPr lang="fr-FR" sz="1400" dirty="0">
                <a:latin typeface="Calibri" panose="020F0502020204030204" pitchFamily="34" charset="0"/>
                <a:ea typeface="Calibri" panose="020F0502020204030204" pitchFamily="34" charset="0"/>
                <a:cs typeface="Calibri" panose="020F0502020204030204" pitchFamily="34" charset="0"/>
              </a:rPr>
              <a:t>(Windows Server 2008, Exchange 2010) : Failles de sécurité critiques.</a:t>
            </a:r>
          </a:p>
          <a:p>
            <a:endParaRPr lang="fr-FR"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fr-FR" sz="1400" b="1" dirty="0">
                <a:latin typeface="Calibri" panose="020F0502020204030204" pitchFamily="34" charset="0"/>
                <a:ea typeface="Calibri" panose="020F0502020204030204" pitchFamily="34" charset="0"/>
                <a:cs typeface="Calibri" panose="020F0502020204030204" pitchFamily="34" charset="0"/>
              </a:rPr>
              <a:t>Sauvegardes</a:t>
            </a:r>
            <a:r>
              <a:rPr lang="fr-FR" sz="1400" dirty="0">
                <a:latin typeface="Calibri" panose="020F0502020204030204" pitchFamily="34" charset="0"/>
                <a:ea typeface="Calibri" panose="020F0502020204030204" pitchFamily="34" charset="0"/>
                <a:cs typeface="Calibri" panose="020F0502020204030204" pitchFamily="34" charset="0"/>
              </a:rPr>
              <a:t> : Risques élevés de perte de données avec stockage sur bandes.</a:t>
            </a:r>
          </a:p>
          <a:p>
            <a:pPr marL="285750" indent="-285750">
              <a:buFont typeface="Arial" panose="020B0604020202020204" pitchFamily="34" charset="0"/>
              <a:buChar char="•"/>
            </a:pPr>
            <a:endParaRPr lang="fr-FR"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fr-FR" sz="1400" b="1" dirty="0">
                <a:latin typeface="Calibri" panose="020F0502020204030204" pitchFamily="34" charset="0"/>
                <a:ea typeface="Calibri" panose="020F0502020204030204" pitchFamily="34" charset="0"/>
                <a:cs typeface="Calibri" panose="020F0502020204030204" pitchFamily="34" charset="0"/>
              </a:rPr>
              <a:t>Faible supervision &amp; monitoring</a:t>
            </a:r>
            <a:r>
              <a:rPr lang="fr-FR" sz="1400" dirty="0">
                <a:latin typeface="Calibri" panose="020F0502020204030204" pitchFamily="34" charset="0"/>
                <a:ea typeface="Calibri" panose="020F0502020204030204" pitchFamily="34" charset="0"/>
                <a:cs typeface="Calibri" panose="020F0502020204030204" pitchFamily="34" charset="0"/>
              </a:rPr>
              <a:t> : Aucune protection avancée contre les cyberattaques.</a:t>
            </a:r>
          </a:p>
          <a:p>
            <a:endParaRPr lang="fr-FR"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fr-FR" sz="1400" b="1" dirty="0">
                <a:latin typeface="Calibri" panose="020F0502020204030204" pitchFamily="34" charset="0"/>
                <a:ea typeface="Calibri" panose="020F0502020204030204" pitchFamily="34" charset="0"/>
                <a:cs typeface="Calibri" panose="020F0502020204030204" pitchFamily="34" charset="0"/>
              </a:rPr>
              <a:t>Failles de cybersécurité</a:t>
            </a:r>
            <a:r>
              <a:rPr lang="fr-FR" sz="1400" dirty="0">
                <a:latin typeface="Calibri" panose="020F0502020204030204" pitchFamily="34" charset="0"/>
                <a:ea typeface="Calibri" panose="020F0502020204030204" pitchFamily="34" charset="0"/>
                <a:cs typeface="Calibri" panose="020F0502020204030204" pitchFamily="34" charset="0"/>
              </a:rPr>
              <a:t> : Peu de segmentation réseau, pas de firewall avancé, switch non </a:t>
            </a:r>
            <a:r>
              <a:rPr lang="fr-FR" sz="1400" dirty="0" err="1">
                <a:latin typeface="Calibri" panose="020F0502020204030204" pitchFamily="34" charset="0"/>
                <a:ea typeface="Calibri" panose="020F0502020204030204" pitchFamily="34" charset="0"/>
                <a:cs typeface="Calibri" panose="020F0502020204030204" pitchFamily="34" charset="0"/>
              </a:rPr>
              <a:t>manageable</a:t>
            </a:r>
            <a:r>
              <a:rPr lang="fr-FR" sz="1400" dirty="0">
                <a:latin typeface="Calibri" panose="020F0502020204030204" pitchFamily="34" charset="0"/>
                <a:ea typeface="Calibri" panose="020F0502020204030204" pitchFamily="34" charset="0"/>
                <a:cs typeface="Calibri" panose="020F0502020204030204" pitchFamily="34" charset="0"/>
              </a:rPr>
              <a:t>.</a:t>
            </a:r>
          </a:p>
          <a:p>
            <a:pPr marL="285750" indent="-285750">
              <a:buFont typeface="Arial" panose="020B0604020202020204" pitchFamily="34" charset="0"/>
              <a:buChar char="•"/>
            </a:pPr>
            <a:endParaRPr lang="fr-FR"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fr-FR" sz="1400" b="1" dirty="0">
                <a:latin typeface="Calibri" panose="020F0502020204030204" pitchFamily="34" charset="0"/>
                <a:ea typeface="Calibri" panose="020F0502020204030204" pitchFamily="34" charset="0"/>
                <a:cs typeface="Calibri" panose="020F0502020204030204" pitchFamily="34" charset="0"/>
              </a:rPr>
              <a:t>Réseau non optimisé </a:t>
            </a:r>
            <a:r>
              <a:rPr lang="fr-FR" sz="1400" dirty="0">
                <a:latin typeface="Calibri" panose="020F0502020204030204" pitchFamily="34" charset="0"/>
                <a:ea typeface="Calibri" panose="020F0502020204030204" pitchFamily="34" charset="0"/>
                <a:cs typeface="Calibri" panose="020F0502020204030204" pitchFamily="34" charset="0"/>
              </a:rPr>
              <a:t>: pas de SD-WAN ( pour optimiser, sécuriser, automatiser, interconnecter chaque site), aucune redondance réseau et pas de VLAN.</a:t>
            </a:r>
          </a:p>
          <a:p>
            <a:pPr marL="285750" indent="-285750">
              <a:buFont typeface="Arial" panose="020B0604020202020204" pitchFamily="34" charset="0"/>
              <a:buChar char="•"/>
            </a:pPr>
            <a:endParaRPr lang="fr-FR"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fr-FR" sz="1400" b="1" dirty="0">
                <a:latin typeface="Calibri" panose="020F0502020204030204" pitchFamily="34" charset="0"/>
                <a:ea typeface="Calibri" panose="020F0502020204030204" pitchFamily="34" charset="0"/>
                <a:cs typeface="Calibri" panose="020F0502020204030204" pitchFamily="34" charset="0"/>
              </a:rPr>
              <a:t>Systèmes de production non connectés </a:t>
            </a:r>
            <a:r>
              <a:rPr lang="fr-FR" sz="1400" dirty="0">
                <a:latin typeface="Calibri" panose="020F0502020204030204" pitchFamily="34" charset="0"/>
                <a:ea typeface="Calibri" panose="020F0502020204030204" pitchFamily="34" charset="0"/>
                <a:cs typeface="Calibri" panose="020F0502020204030204" pitchFamily="34" charset="0"/>
              </a:rPr>
              <a:t>→ Perte d’efficacité industrielle.</a:t>
            </a:r>
          </a:p>
        </p:txBody>
      </p:sp>
      <p:sp>
        <p:nvSpPr>
          <p:cNvPr id="10" name="ZoneTexte 9">
            <a:extLst>
              <a:ext uri="{FF2B5EF4-FFF2-40B4-BE49-F238E27FC236}">
                <a16:creationId xmlns:a16="http://schemas.microsoft.com/office/drawing/2014/main" id="{FB1E5A66-AD7A-E075-DF9B-C9EC4AFA8F3E}"/>
              </a:ext>
            </a:extLst>
          </p:cNvPr>
          <p:cNvSpPr txBox="1"/>
          <p:nvPr/>
        </p:nvSpPr>
        <p:spPr>
          <a:xfrm>
            <a:off x="2280402" y="1268286"/>
            <a:ext cx="2785374" cy="307777"/>
          </a:xfrm>
          <a:prstGeom prst="rect">
            <a:avLst/>
          </a:prstGeom>
          <a:noFill/>
        </p:spPr>
        <p:txBody>
          <a:bodyPr wrap="square">
            <a:spAutoFit/>
          </a:bodyPr>
          <a:lstStyle/>
          <a:p>
            <a:r>
              <a:rPr lang="fr-FR" sz="1400" b="1" dirty="0">
                <a:latin typeface="Calibri" panose="020F0502020204030204" pitchFamily="34" charset="0"/>
                <a:ea typeface="Calibri" panose="020F0502020204030204" pitchFamily="34" charset="0"/>
                <a:cs typeface="Calibri" panose="020F0502020204030204" pitchFamily="34" charset="0"/>
              </a:rPr>
              <a:t>Principaux problèmes identifiés</a:t>
            </a:r>
          </a:p>
        </p:txBody>
      </p:sp>
      <p:sp>
        <p:nvSpPr>
          <p:cNvPr id="2" name="ZoneTexte 1">
            <a:extLst>
              <a:ext uri="{FF2B5EF4-FFF2-40B4-BE49-F238E27FC236}">
                <a16:creationId xmlns:a16="http://schemas.microsoft.com/office/drawing/2014/main" id="{E2749AF1-9D53-7C7B-8720-1B00F65C743E}"/>
              </a:ext>
            </a:extLst>
          </p:cNvPr>
          <p:cNvSpPr txBox="1"/>
          <p:nvPr/>
        </p:nvSpPr>
        <p:spPr>
          <a:xfrm>
            <a:off x="4774440" y="94283"/>
            <a:ext cx="4744464" cy="338554"/>
          </a:xfrm>
          <a:prstGeom prst="rect">
            <a:avLst/>
          </a:prstGeom>
          <a:noFill/>
        </p:spPr>
        <p:txBody>
          <a:bodyPr wrap="square">
            <a:spAutoFit/>
          </a:bodyPr>
          <a:lstStyle/>
          <a:p>
            <a:pPr algn="ctr"/>
            <a:r>
              <a:rPr lang="fr-FR" sz="1600" b="1" dirty="0">
                <a:solidFill>
                  <a:schemeClr val="bg1"/>
                </a:solidFill>
                <a:latin typeface="Calibri" panose="020F0502020204030204" pitchFamily="34" charset="0"/>
                <a:ea typeface="Calibri" panose="020F0502020204030204" pitchFamily="34" charset="0"/>
                <a:cs typeface="Calibri" panose="020F0502020204030204" pitchFamily="34" charset="0"/>
              </a:rPr>
              <a:t>2. Analyse de l’existant &amp; Limitations</a:t>
            </a:r>
          </a:p>
        </p:txBody>
      </p:sp>
      <p:sp>
        <p:nvSpPr>
          <p:cNvPr id="30" name="ZoneTexte 29">
            <a:extLst>
              <a:ext uri="{FF2B5EF4-FFF2-40B4-BE49-F238E27FC236}">
                <a16:creationId xmlns:a16="http://schemas.microsoft.com/office/drawing/2014/main" id="{4C26B53D-448E-953E-B1CF-2C990BFA71D4}"/>
              </a:ext>
            </a:extLst>
          </p:cNvPr>
          <p:cNvSpPr txBox="1"/>
          <p:nvPr/>
        </p:nvSpPr>
        <p:spPr>
          <a:xfrm>
            <a:off x="-32817" y="2433036"/>
            <a:ext cx="189224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1. Introduction &amp; Contexte</a:t>
            </a:r>
          </a:p>
        </p:txBody>
      </p:sp>
      <p:sp>
        <p:nvSpPr>
          <p:cNvPr id="31" name="ZoneTexte 30">
            <a:extLst>
              <a:ext uri="{FF2B5EF4-FFF2-40B4-BE49-F238E27FC236}">
                <a16:creationId xmlns:a16="http://schemas.microsoft.com/office/drawing/2014/main" id="{6D77B836-B2D8-6813-AC42-9EF54CFCBCE3}"/>
              </a:ext>
            </a:extLst>
          </p:cNvPr>
          <p:cNvSpPr txBox="1"/>
          <p:nvPr/>
        </p:nvSpPr>
        <p:spPr>
          <a:xfrm>
            <a:off x="448967" y="2711031"/>
            <a:ext cx="1820563" cy="276999"/>
          </a:xfrm>
          <a:prstGeom prst="rect">
            <a:avLst/>
          </a:prstGeom>
          <a:noFill/>
        </p:spPr>
        <p:txBody>
          <a:bodyPr wrap="none" rtlCol="0">
            <a:spAutoFit/>
          </a:bodyPr>
          <a:lstStyle/>
          <a:p>
            <a:r>
              <a:rPr lang="fr-FR" sz="1200" b="1" dirty="0">
                <a:solidFill>
                  <a:srgbClr val="C00000"/>
                </a:solidFill>
                <a:latin typeface="Calibri" panose="020F0502020204030204" pitchFamily="34" charset="0"/>
                <a:ea typeface="Calibri" panose="020F0502020204030204" pitchFamily="34" charset="0"/>
                <a:cs typeface="Calibri" panose="020F0502020204030204" pitchFamily="34" charset="0"/>
              </a:rPr>
              <a:t>2. L’existant &amp; Limitations</a:t>
            </a:r>
          </a:p>
        </p:txBody>
      </p:sp>
      <p:sp>
        <p:nvSpPr>
          <p:cNvPr id="32" name="ZoneTexte 31">
            <a:extLst>
              <a:ext uri="{FF2B5EF4-FFF2-40B4-BE49-F238E27FC236}">
                <a16:creationId xmlns:a16="http://schemas.microsoft.com/office/drawing/2014/main" id="{DF8C4C0E-779D-2354-5713-F22978CFEF80}"/>
              </a:ext>
            </a:extLst>
          </p:cNvPr>
          <p:cNvSpPr txBox="1"/>
          <p:nvPr/>
        </p:nvSpPr>
        <p:spPr>
          <a:xfrm>
            <a:off x="-32817" y="2988030"/>
            <a:ext cx="136191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3. Note de cadrage</a:t>
            </a:r>
          </a:p>
        </p:txBody>
      </p:sp>
      <p:sp>
        <p:nvSpPr>
          <p:cNvPr id="33" name="ZoneTexte 32">
            <a:extLst>
              <a:ext uri="{FF2B5EF4-FFF2-40B4-BE49-F238E27FC236}">
                <a16:creationId xmlns:a16="http://schemas.microsoft.com/office/drawing/2014/main" id="{94C12A22-17F2-7559-AE68-68E0312D9880}"/>
              </a:ext>
            </a:extLst>
          </p:cNvPr>
          <p:cNvSpPr txBox="1"/>
          <p:nvPr/>
        </p:nvSpPr>
        <p:spPr>
          <a:xfrm>
            <a:off x="-32816" y="3265029"/>
            <a:ext cx="155702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4. Analyse des risques</a:t>
            </a:r>
          </a:p>
        </p:txBody>
      </p:sp>
      <p:sp>
        <p:nvSpPr>
          <p:cNvPr id="34" name="ZoneTexte 33">
            <a:extLst>
              <a:ext uri="{FF2B5EF4-FFF2-40B4-BE49-F238E27FC236}">
                <a16:creationId xmlns:a16="http://schemas.microsoft.com/office/drawing/2014/main" id="{ED8AE890-318F-7C48-7716-84491E55C184}"/>
              </a:ext>
            </a:extLst>
          </p:cNvPr>
          <p:cNvSpPr txBox="1"/>
          <p:nvPr/>
        </p:nvSpPr>
        <p:spPr>
          <a:xfrm>
            <a:off x="-23253" y="3542028"/>
            <a:ext cx="1040798"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5. Nouveau SI</a:t>
            </a:r>
          </a:p>
        </p:txBody>
      </p:sp>
      <p:sp>
        <p:nvSpPr>
          <p:cNvPr id="35" name="ZoneTexte 34">
            <a:extLst>
              <a:ext uri="{FF2B5EF4-FFF2-40B4-BE49-F238E27FC236}">
                <a16:creationId xmlns:a16="http://schemas.microsoft.com/office/drawing/2014/main" id="{525D5B98-AB04-856A-74BD-DFE4B7ABD464}"/>
              </a:ext>
            </a:extLst>
          </p:cNvPr>
          <p:cNvSpPr txBox="1"/>
          <p:nvPr/>
        </p:nvSpPr>
        <p:spPr>
          <a:xfrm>
            <a:off x="-13697" y="3821018"/>
            <a:ext cx="196835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6. Déploiement et formation</a:t>
            </a:r>
          </a:p>
        </p:txBody>
      </p:sp>
      <p:sp>
        <p:nvSpPr>
          <p:cNvPr id="36" name="ZoneTexte 35">
            <a:extLst>
              <a:ext uri="{FF2B5EF4-FFF2-40B4-BE49-F238E27FC236}">
                <a16:creationId xmlns:a16="http://schemas.microsoft.com/office/drawing/2014/main" id="{B922C060-CD85-9BF7-14BE-049A06076478}"/>
              </a:ext>
            </a:extLst>
          </p:cNvPr>
          <p:cNvSpPr txBox="1"/>
          <p:nvPr/>
        </p:nvSpPr>
        <p:spPr>
          <a:xfrm>
            <a:off x="-13697" y="4098017"/>
            <a:ext cx="1845955"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7. Contrat de maintenance</a:t>
            </a:r>
          </a:p>
        </p:txBody>
      </p:sp>
    </p:spTree>
    <p:extLst>
      <p:ext uri="{BB962C8B-B14F-4D97-AF65-F5344CB8AC3E}">
        <p14:creationId xmlns:p14="http://schemas.microsoft.com/office/powerpoint/2010/main" val="13979640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6CF5B-E906-E0A3-2931-7CB21FCAED2F}"/>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1F559BE0-8822-EE7B-2477-BDDA5D0A69AF}"/>
              </a:ext>
            </a:extLst>
          </p:cNvPr>
          <p:cNvSpPr>
            <a:spLocks noGrp="1"/>
          </p:cNvSpPr>
          <p:nvPr>
            <p:ph type="dt" sz="half" idx="10"/>
          </p:nvPr>
        </p:nvSpPr>
        <p:spPr/>
        <p:txBody>
          <a:bodyPr/>
          <a:lstStyle/>
          <a:p>
            <a:fld id="{71A39EF6-AF95-4ACF-B35E-ACB6264B09CC}" type="datetime1">
              <a:rPr lang="fr-FR" smtClean="0"/>
              <a:t>04/03/2025</a:t>
            </a:fld>
            <a:endParaRPr lang="fr-FR"/>
          </a:p>
        </p:txBody>
      </p:sp>
      <p:sp>
        <p:nvSpPr>
          <p:cNvPr id="5" name="Espace réservé du numéro de diapositive 4">
            <a:extLst>
              <a:ext uri="{FF2B5EF4-FFF2-40B4-BE49-F238E27FC236}">
                <a16:creationId xmlns:a16="http://schemas.microsoft.com/office/drawing/2014/main" id="{64CB1AF6-3729-1DE5-4A53-CCDF863BFFF3}"/>
              </a:ext>
            </a:extLst>
          </p:cNvPr>
          <p:cNvSpPr>
            <a:spLocks noGrp="1"/>
          </p:cNvSpPr>
          <p:nvPr>
            <p:ph type="sldNum" sz="quarter" idx="12"/>
          </p:nvPr>
        </p:nvSpPr>
        <p:spPr/>
        <p:txBody>
          <a:bodyPr/>
          <a:lstStyle/>
          <a:p>
            <a:fld id="{C4B8AC06-870A-4C43-8EB6-F7945B1E9F37}" type="slidenum">
              <a:rPr lang="fr-FR" smtClean="0"/>
              <a:t>9</a:t>
            </a:fld>
            <a:endParaRPr lang="fr-FR"/>
          </a:p>
        </p:txBody>
      </p:sp>
      <p:pic>
        <p:nvPicPr>
          <p:cNvPr id="8" name="Image 7">
            <a:extLst>
              <a:ext uri="{FF2B5EF4-FFF2-40B4-BE49-F238E27FC236}">
                <a16:creationId xmlns:a16="http://schemas.microsoft.com/office/drawing/2014/main" id="{E14024EA-01F9-9661-1E8A-4C49F71B4CCB}"/>
              </a:ext>
            </a:extLst>
          </p:cNvPr>
          <p:cNvPicPr>
            <a:picLocks noChangeAspect="1"/>
          </p:cNvPicPr>
          <p:nvPr/>
        </p:nvPicPr>
        <p:blipFill>
          <a:blip r:embed="rId3"/>
          <a:stretch>
            <a:fillRect/>
          </a:stretch>
        </p:blipFill>
        <p:spPr>
          <a:xfrm>
            <a:off x="9186687" y="1051559"/>
            <a:ext cx="2872932" cy="1709929"/>
          </a:xfrm>
          <a:prstGeom prst="rect">
            <a:avLst/>
          </a:prstGeom>
        </p:spPr>
      </p:pic>
      <p:sp>
        <p:nvSpPr>
          <p:cNvPr id="9" name="ZoneTexte 8">
            <a:extLst>
              <a:ext uri="{FF2B5EF4-FFF2-40B4-BE49-F238E27FC236}">
                <a16:creationId xmlns:a16="http://schemas.microsoft.com/office/drawing/2014/main" id="{B06A543A-2D47-D46F-AD8E-E03A6BF267E0}"/>
              </a:ext>
            </a:extLst>
          </p:cNvPr>
          <p:cNvSpPr txBox="1"/>
          <p:nvPr/>
        </p:nvSpPr>
        <p:spPr>
          <a:xfrm>
            <a:off x="2585473" y="2218187"/>
            <a:ext cx="7021054" cy="2677656"/>
          </a:xfrm>
          <a:prstGeom prst="rect">
            <a:avLst/>
          </a:prstGeom>
          <a:noFill/>
        </p:spPr>
        <p:txBody>
          <a:bodyPr wrap="square">
            <a:spAutoFit/>
          </a:bodyPr>
          <a:lstStyle/>
          <a:p>
            <a:pPr marL="285750" indent="-285750">
              <a:buFont typeface="Arial" panose="020B0604020202020204" pitchFamily="34" charset="0"/>
              <a:buChar char="•"/>
            </a:pPr>
            <a:r>
              <a:rPr lang="fr-FR" sz="1400" b="1" dirty="0">
                <a:latin typeface="Calibri" panose="020F0502020204030204" pitchFamily="34" charset="0"/>
                <a:ea typeface="Calibri" panose="020F0502020204030204" pitchFamily="34" charset="0"/>
                <a:cs typeface="Calibri" panose="020F0502020204030204" pitchFamily="34" charset="0"/>
              </a:rPr>
              <a:t>Automatisation industrielle limitée →</a:t>
            </a:r>
            <a:r>
              <a:rPr lang="fr-FR" sz="1400" dirty="0">
                <a:latin typeface="Calibri" panose="020F0502020204030204" pitchFamily="34" charset="0"/>
                <a:ea typeface="Calibri" panose="020F0502020204030204" pitchFamily="34" charset="0"/>
                <a:cs typeface="Calibri" panose="020F0502020204030204" pitchFamily="34" charset="0"/>
              </a:rPr>
              <a:t> Trop de processus manuels ralentissent la production et augmentent les erreurs humaines.</a:t>
            </a:r>
          </a:p>
          <a:p>
            <a:pPr marL="285750" indent="-285750">
              <a:buFont typeface="Arial" panose="020B0604020202020204" pitchFamily="34" charset="0"/>
              <a:buChar char="•"/>
            </a:pPr>
            <a:endParaRPr lang="fr-FR"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fr-FR" sz="1400" b="1" dirty="0">
                <a:latin typeface="Calibri" panose="020F0502020204030204" pitchFamily="34" charset="0"/>
                <a:ea typeface="Calibri" panose="020F0502020204030204" pitchFamily="34" charset="0"/>
                <a:cs typeface="Calibri" panose="020F0502020204030204" pitchFamily="34" charset="0"/>
              </a:rPr>
              <a:t>Absence de connectivité IoT → </a:t>
            </a:r>
            <a:r>
              <a:rPr lang="fr-FR" sz="1400" dirty="0">
                <a:latin typeface="Calibri" panose="020F0502020204030204" pitchFamily="34" charset="0"/>
                <a:ea typeface="Calibri" panose="020F0502020204030204" pitchFamily="34" charset="0"/>
                <a:cs typeface="Calibri" panose="020F0502020204030204" pitchFamily="34" charset="0"/>
              </a:rPr>
              <a:t>Les machines ne remontent pas de données en temps réel, ce qui empêche une analyse prédictive des pannes.</a:t>
            </a:r>
          </a:p>
          <a:p>
            <a:pPr marL="285750" indent="-285750">
              <a:buFont typeface="Arial" panose="020B0604020202020204" pitchFamily="34" charset="0"/>
              <a:buChar char="•"/>
            </a:pPr>
            <a:endParaRPr lang="fr-FR"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fr-FR" sz="1400" b="1" dirty="0">
                <a:latin typeface="Calibri" panose="020F0502020204030204" pitchFamily="34" charset="0"/>
                <a:ea typeface="Calibri" panose="020F0502020204030204" pitchFamily="34" charset="0"/>
                <a:cs typeface="Calibri" panose="020F0502020204030204" pitchFamily="34" charset="0"/>
              </a:rPr>
              <a:t>ERP (Progiciel de gestion intégré) non optimisé pour la gestion des stocks et la planification de production →</a:t>
            </a:r>
            <a:r>
              <a:rPr lang="fr-FR" sz="1400" dirty="0">
                <a:latin typeface="Calibri" panose="020F0502020204030204" pitchFamily="34" charset="0"/>
                <a:ea typeface="Calibri" panose="020F0502020204030204" pitchFamily="34" charset="0"/>
                <a:cs typeface="Calibri" panose="020F0502020204030204" pitchFamily="34" charset="0"/>
              </a:rPr>
              <a:t> Perte de temps dans le suivi des pièces et des commandes.</a:t>
            </a:r>
          </a:p>
          <a:p>
            <a:pPr marL="285750" indent="-285750">
              <a:buFont typeface="Arial" panose="020B0604020202020204" pitchFamily="34" charset="0"/>
              <a:buChar char="•"/>
            </a:pPr>
            <a:endParaRPr lang="fr-FR" sz="1400" b="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fr-FR" sz="1400" b="1" dirty="0">
                <a:latin typeface="Calibri" panose="020F0502020204030204" pitchFamily="34" charset="0"/>
                <a:ea typeface="Calibri" panose="020F0502020204030204" pitchFamily="34" charset="0"/>
                <a:cs typeface="Calibri" panose="020F0502020204030204" pitchFamily="34" charset="0"/>
              </a:rPr>
              <a:t>Difficulté à adapter la production à la demande → </a:t>
            </a:r>
            <a:r>
              <a:rPr lang="fr-FR" sz="1400" dirty="0">
                <a:latin typeface="Calibri" panose="020F0502020204030204" pitchFamily="34" charset="0"/>
                <a:ea typeface="Calibri" panose="020F0502020204030204" pitchFamily="34" charset="0"/>
                <a:cs typeface="Calibri" panose="020F0502020204030204" pitchFamily="34" charset="0"/>
              </a:rPr>
              <a:t>Les ajustements sont longs et complexes, car les outils ne permettent pas de réagir rapidement aux variations de la production.</a:t>
            </a:r>
          </a:p>
        </p:txBody>
      </p:sp>
      <p:sp>
        <p:nvSpPr>
          <p:cNvPr id="10" name="ZoneTexte 9">
            <a:extLst>
              <a:ext uri="{FF2B5EF4-FFF2-40B4-BE49-F238E27FC236}">
                <a16:creationId xmlns:a16="http://schemas.microsoft.com/office/drawing/2014/main" id="{68809703-8AAD-95CE-D5D2-781D890A3965}"/>
              </a:ext>
            </a:extLst>
          </p:cNvPr>
          <p:cNvSpPr txBox="1"/>
          <p:nvPr/>
        </p:nvSpPr>
        <p:spPr>
          <a:xfrm>
            <a:off x="2280402" y="1268286"/>
            <a:ext cx="2785374" cy="307777"/>
          </a:xfrm>
          <a:prstGeom prst="rect">
            <a:avLst/>
          </a:prstGeom>
          <a:noFill/>
        </p:spPr>
        <p:txBody>
          <a:bodyPr wrap="square">
            <a:spAutoFit/>
          </a:bodyPr>
          <a:lstStyle/>
          <a:p>
            <a:r>
              <a:rPr lang="fr-FR" sz="1400" b="1" dirty="0">
                <a:latin typeface="Calibri" panose="020F0502020204030204" pitchFamily="34" charset="0"/>
                <a:ea typeface="Calibri" panose="020F0502020204030204" pitchFamily="34" charset="0"/>
                <a:cs typeface="Calibri" panose="020F0502020204030204" pitchFamily="34" charset="0"/>
              </a:rPr>
              <a:t>Principaux problèmes identifiés</a:t>
            </a:r>
          </a:p>
        </p:txBody>
      </p:sp>
      <p:sp>
        <p:nvSpPr>
          <p:cNvPr id="2" name="ZoneTexte 1">
            <a:extLst>
              <a:ext uri="{FF2B5EF4-FFF2-40B4-BE49-F238E27FC236}">
                <a16:creationId xmlns:a16="http://schemas.microsoft.com/office/drawing/2014/main" id="{4DF8177A-D9D8-7D29-8AB4-27240A9DC15E}"/>
              </a:ext>
            </a:extLst>
          </p:cNvPr>
          <p:cNvSpPr txBox="1"/>
          <p:nvPr/>
        </p:nvSpPr>
        <p:spPr>
          <a:xfrm>
            <a:off x="4774440" y="94283"/>
            <a:ext cx="4744464" cy="338554"/>
          </a:xfrm>
          <a:prstGeom prst="rect">
            <a:avLst/>
          </a:prstGeom>
          <a:noFill/>
        </p:spPr>
        <p:txBody>
          <a:bodyPr wrap="square">
            <a:spAutoFit/>
          </a:bodyPr>
          <a:lstStyle/>
          <a:p>
            <a:pPr algn="ctr"/>
            <a:r>
              <a:rPr lang="fr-FR" sz="1600" b="1" dirty="0">
                <a:solidFill>
                  <a:schemeClr val="bg1"/>
                </a:solidFill>
                <a:latin typeface="Calibri" panose="020F0502020204030204" pitchFamily="34" charset="0"/>
                <a:ea typeface="Calibri" panose="020F0502020204030204" pitchFamily="34" charset="0"/>
                <a:cs typeface="Calibri" panose="020F0502020204030204" pitchFamily="34" charset="0"/>
              </a:rPr>
              <a:t>2. Analyse de l’existant &amp; Limitations</a:t>
            </a:r>
          </a:p>
        </p:txBody>
      </p:sp>
      <p:sp>
        <p:nvSpPr>
          <p:cNvPr id="30" name="ZoneTexte 29">
            <a:extLst>
              <a:ext uri="{FF2B5EF4-FFF2-40B4-BE49-F238E27FC236}">
                <a16:creationId xmlns:a16="http://schemas.microsoft.com/office/drawing/2014/main" id="{D83D4425-3E5E-EEEF-87B6-68FEA1DB2C3B}"/>
              </a:ext>
            </a:extLst>
          </p:cNvPr>
          <p:cNvSpPr txBox="1"/>
          <p:nvPr/>
        </p:nvSpPr>
        <p:spPr>
          <a:xfrm>
            <a:off x="-32817" y="2433036"/>
            <a:ext cx="189224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1. Introduction &amp; Contexte</a:t>
            </a:r>
          </a:p>
        </p:txBody>
      </p:sp>
      <p:sp>
        <p:nvSpPr>
          <p:cNvPr id="31" name="ZoneTexte 30">
            <a:extLst>
              <a:ext uri="{FF2B5EF4-FFF2-40B4-BE49-F238E27FC236}">
                <a16:creationId xmlns:a16="http://schemas.microsoft.com/office/drawing/2014/main" id="{13CF758A-12BD-591E-9DAA-1B938A340A23}"/>
              </a:ext>
            </a:extLst>
          </p:cNvPr>
          <p:cNvSpPr txBox="1"/>
          <p:nvPr/>
        </p:nvSpPr>
        <p:spPr>
          <a:xfrm>
            <a:off x="448967" y="2711031"/>
            <a:ext cx="1820563" cy="276999"/>
          </a:xfrm>
          <a:prstGeom prst="rect">
            <a:avLst/>
          </a:prstGeom>
          <a:noFill/>
        </p:spPr>
        <p:txBody>
          <a:bodyPr wrap="none" rtlCol="0">
            <a:spAutoFit/>
          </a:bodyPr>
          <a:lstStyle/>
          <a:p>
            <a:r>
              <a:rPr lang="fr-FR" sz="1200" b="1" dirty="0">
                <a:solidFill>
                  <a:srgbClr val="C00000"/>
                </a:solidFill>
                <a:latin typeface="Calibri" panose="020F0502020204030204" pitchFamily="34" charset="0"/>
                <a:ea typeface="Calibri" panose="020F0502020204030204" pitchFamily="34" charset="0"/>
                <a:cs typeface="Calibri" panose="020F0502020204030204" pitchFamily="34" charset="0"/>
              </a:rPr>
              <a:t>2. L’existant &amp; Limitations</a:t>
            </a:r>
          </a:p>
        </p:txBody>
      </p:sp>
      <p:sp>
        <p:nvSpPr>
          <p:cNvPr id="32" name="ZoneTexte 31">
            <a:extLst>
              <a:ext uri="{FF2B5EF4-FFF2-40B4-BE49-F238E27FC236}">
                <a16:creationId xmlns:a16="http://schemas.microsoft.com/office/drawing/2014/main" id="{09B8798F-8199-3FCF-81AC-70A3F5B6DC16}"/>
              </a:ext>
            </a:extLst>
          </p:cNvPr>
          <p:cNvSpPr txBox="1"/>
          <p:nvPr/>
        </p:nvSpPr>
        <p:spPr>
          <a:xfrm>
            <a:off x="-32817" y="2988030"/>
            <a:ext cx="136191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3. Note de cadrage</a:t>
            </a:r>
          </a:p>
        </p:txBody>
      </p:sp>
      <p:sp>
        <p:nvSpPr>
          <p:cNvPr id="33" name="ZoneTexte 32">
            <a:extLst>
              <a:ext uri="{FF2B5EF4-FFF2-40B4-BE49-F238E27FC236}">
                <a16:creationId xmlns:a16="http://schemas.microsoft.com/office/drawing/2014/main" id="{FB062E0E-4C99-7C2D-D97D-E616E9DFF132}"/>
              </a:ext>
            </a:extLst>
          </p:cNvPr>
          <p:cNvSpPr txBox="1"/>
          <p:nvPr/>
        </p:nvSpPr>
        <p:spPr>
          <a:xfrm>
            <a:off x="-32816" y="3265029"/>
            <a:ext cx="155702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4. Analyse des risques</a:t>
            </a:r>
          </a:p>
        </p:txBody>
      </p:sp>
      <p:sp>
        <p:nvSpPr>
          <p:cNvPr id="34" name="ZoneTexte 33">
            <a:extLst>
              <a:ext uri="{FF2B5EF4-FFF2-40B4-BE49-F238E27FC236}">
                <a16:creationId xmlns:a16="http://schemas.microsoft.com/office/drawing/2014/main" id="{B5D62293-FBE8-264A-FE74-62FFB49EC5E2}"/>
              </a:ext>
            </a:extLst>
          </p:cNvPr>
          <p:cNvSpPr txBox="1"/>
          <p:nvPr/>
        </p:nvSpPr>
        <p:spPr>
          <a:xfrm>
            <a:off x="-23253" y="3542028"/>
            <a:ext cx="1040798"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5. Nouveau SI</a:t>
            </a:r>
          </a:p>
        </p:txBody>
      </p:sp>
      <p:sp>
        <p:nvSpPr>
          <p:cNvPr id="35" name="ZoneTexte 34">
            <a:extLst>
              <a:ext uri="{FF2B5EF4-FFF2-40B4-BE49-F238E27FC236}">
                <a16:creationId xmlns:a16="http://schemas.microsoft.com/office/drawing/2014/main" id="{81C59E3E-B165-090F-9F85-0AEB4A9E9CCB}"/>
              </a:ext>
            </a:extLst>
          </p:cNvPr>
          <p:cNvSpPr txBox="1"/>
          <p:nvPr/>
        </p:nvSpPr>
        <p:spPr>
          <a:xfrm>
            <a:off x="-13697" y="3821018"/>
            <a:ext cx="196835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6. Déploiement et formation</a:t>
            </a:r>
          </a:p>
        </p:txBody>
      </p:sp>
      <p:sp>
        <p:nvSpPr>
          <p:cNvPr id="36" name="ZoneTexte 35">
            <a:extLst>
              <a:ext uri="{FF2B5EF4-FFF2-40B4-BE49-F238E27FC236}">
                <a16:creationId xmlns:a16="http://schemas.microsoft.com/office/drawing/2014/main" id="{A2908757-3534-6670-0B7D-354E8B98F9B1}"/>
              </a:ext>
            </a:extLst>
          </p:cNvPr>
          <p:cNvSpPr txBox="1"/>
          <p:nvPr/>
        </p:nvSpPr>
        <p:spPr>
          <a:xfrm>
            <a:off x="-13697" y="4098017"/>
            <a:ext cx="1845955"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7. Contrat de maintenance</a:t>
            </a:r>
          </a:p>
        </p:txBody>
      </p:sp>
    </p:spTree>
    <p:extLst>
      <p:ext uri="{BB962C8B-B14F-4D97-AF65-F5344CB8AC3E}">
        <p14:creationId xmlns:p14="http://schemas.microsoft.com/office/powerpoint/2010/main" val="25491625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EA1130A1-2BC2-4FCA-B595-9C40AD2F94CC}"/>
              </a:ext>
            </a:extLst>
          </p:cNvPr>
          <p:cNvSpPr>
            <a:spLocks noGrp="1"/>
          </p:cNvSpPr>
          <p:nvPr>
            <p:ph type="dt" sz="half" idx="10"/>
          </p:nvPr>
        </p:nvSpPr>
        <p:spPr/>
        <p:txBody>
          <a:bodyPr/>
          <a:lstStyle/>
          <a:p>
            <a:fld id="{71A39EF6-AF95-4ACF-B35E-ACB6264B09CC}" type="datetime1">
              <a:rPr lang="fr-FR" smtClean="0"/>
              <a:t>04/03/2025</a:t>
            </a:fld>
            <a:endParaRPr lang="fr-FR"/>
          </a:p>
        </p:txBody>
      </p:sp>
      <p:sp>
        <p:nvSpPr>
          <p:cNvPr id="5" name="Espace réservé du numéro de diapositive 4">
            <a:extLst>
              <a:ext uri="{FF2B5EF4-FFF2-40B4-BE49-F238E27FC236}">
                <a16:creationId xmlns:a16="http://schemas.microsoft.com/office/drawing/2014/main" id="{CE79EEB3-55C4-91EB-908E-2092CC41D804}"/>
              </a:ext>
            </a:extLst>
          </p:cNvPr>
          <p:cNvSpPr>
            <a:spLocks noGrp="1"/>
          </p:cNvSpPr>
          <p:nvPr>
            <p:ph type="sldNum" sz="quarter" idx="12"/>
          </p:nvPr>
        </p:nvSpPr>
        <p:spPr/>
        <p:txBody>
          <a:bodyPr/>
          <a:lstStyle/>
          <a:p>
            <a:fld id="{C4B8AC06-870A-4C43-8EB6-F7945B1E9F37}" type="slidenum">
              <a:rPr lang="fr-FR" smtClean="0"/>
              <a:t>10</a:t>
            </a:fld>
            <a:endParaRPr lang="fr-FR"/>
          </a:p>
        </p:txBody>
      </p:sp>
      <p:sp>
        <p:nvSpPr>
          <p:cNvPr id="6" name="ZoneTexte 5">
            <a:extLst>
              <a:ext uri="{FF2B5EF4-FFF2-40B4-BE49-F238E27FC236}">
                <a16:creationId xmlns:a16="http://schemas.microsoft.com/office/drawing/2014/main" id="{906A52C3-EDE9-6BB3-ED91-D8FAA686FD36}"/>
              </a:ext>
            </a:extLst>
          </p:cNvPr>
          <p:cNvSpPr txBox="1"/>
          <p:nvPr/>
        </p:nvSpPr>
        <p:spPr>
          <a:xfrm>
            <a:off x="4774440" y="94283"/>
            <a:ext cx="4744464" cy="338554"/>
          </a:xfrm>
          <a:prstGeom prst="rect">
            <a:avLst/>
          </a:prstGeom>
          <a:noFill/>
        </p:spPr>
        <p:txBody>
          <a:bodyPr wrap="square">
            <a:spAutoFit/>
          </a:bodyPr>
          <a:lstStyle/>
          <a:p>
            <a:pPr algn="ctr"/>
            <a:r>
              <a:rPr lang="fr-FR" sz="1600" b="1" dirty="0">
                <a:solidFill>
                  <a:schemeClr val="bg1"/>
                </a:solidFill>
                <a:latin typeface="Calibri" panose="020F0502020204030204" pitchFamily="34" charset="0"/>
                <a:ea typeface="Calibri" panose="020F0502020204030204" pitchFamily="34" charset="0"/>
                <a:cs typeface="Calibri" panose="020F0502020204030204" pitchFamily="34" charset="0"/>
              </a:rPr>
              <a:t>3. Note de cadrage</a:t>
            </a:r>
          </a:p>
        </p:txBody>
      </p:sp>
      <p:sp>
        <p:nvSpPr>
          <p:cNvPr id="8" name="ZoneTexte 7">
            <a:extLst>
              <a:ext uri="{FF2B5EF4-FFF2-40B4-BE49-F238E27FC236}">
                <a16:creationId xmlns:a16="http://schemas.microsoft.com/office/drawing/2014/main" id="{E3F35417-B985-D9D2-A092-AC3AE9F9A087}"/>
              </a:ext>
            </a:extLst>
          </p:cNvPr>
          <p:cNvSpPr txBox="1"/>
          <p:nvPr/>
        </p:nvSpPr>
        <p:spPr>
          <a:xfrm>
            <a:off x="3048762" y="2736502"/>
            <a:ext cx="6094476" cy="1384995"/>
          </a:xfrm>
          <a:prstGeom prst="rect">
            <a:avLst/>
          </a:prstGeom>
          <a:noFill/>
        </p:spPr>
        <p:txBody>
          <a:bodyPr wrap="square">
            <a:spAutoFit/>
          </a:bodyPr>
          <a:lstStyle/>
          <a:p>
            <a:pPr marL="285750" indent="-285750">
              <a:buFont typeface="Arial" panose="020B0604020202020204" pitchFamily="34" charset="0"/>
              <a:buChar char="•"/>
            </a:pPr>
            <a:r>
              <a:rPr lang="fr-FR" sz="1400" dirty="0">
                <a:latin typeface="Calibri" panose="020F0502020204030204" pitchFamily="34" charset="0"/>
                <a:ea typeface="Calibri" panose="020F0502020204030204" pitchFamily="34" charset="0"/>
                <a:cs typeface="Calibri" panose="020F0502020204030204" pitchFamily="34" charset="0"/>
              </a:rPr>
              <a:t>Modernisation de votre infrastructure.</a:t>
            </a:r>
          </a:p>
          <a:p>
            <a:endParaRPr lang="fr-FR"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fr-FR" sz="1400" dirty="0">
                <a:latin typeface="Calibri" panose="020F0502020204030204" pitchFamily="34" charset="0"/>
                <a:ea typeface="Calibri" panose="020F0502020204030204" pitchFamily="34" charset="0"/>
                <a:cs typeface="Calibri" panose="020F0502020204030204" pitchFamily="34" charset="0"/>
              </a:rPr>
              <a:t>L'infrastructure actuelle présente des limites importantes.</a:t>
            </a:r>
          </a:p>
          <a:p>
            <a:endParaRPr lang="fr-FR"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fr-FR" sz="1400" dirty="0">
                <a:latin typeface="Calibri" panose="020F0502020204030204" pitchFamily="34" charset="0"/>
                <a:ea typeface="Calibri" panose="020F0502020204030204" pitchFamily="34" charset="0"/>
                <a:cs typeface="Calibri" panose="020F0502020204030204" pitchFamily="34" charset="0"/>
              </a:rPr>
              <a:t>Le projet vise à mettre en place une infrastructure hybride (cloud et on-</a:t>
            </a:r>
            <a:r>
              <a:rPr lang="fr-FR" sz="1400" dirty="0" err="1">
                <a:latin typeface="Calibri" panose="020F0502020204030204" pitchFamily="34" charset="0"/>
                <a:ea typeface="Calibri" panose="020F0502020204030204" pitchFamily="34" charset="0"/>
                <a:cs typeface="Calibri" panose="020F0502020204030204" pitchFamily="34" charset="0"/>
              </a:rPr>
              <a:t>premise</a:t>
            </a:r>
            <a:r>
              <a:rPr lang="fr-FR" sz="1400" dirty="0">
                <a:latin typeface="Calibri" panose="020F0502020204030204" pitchFamily="34" charset="0"/>
                <a:ea typeface="Calibri" panose="020F0502020204030204" pitchFamily="34" charset="0"/>
                <a:cs typeface="Calibri" panose="020F0502020204030204" pitchFamily="34" charset="0"/>
              </a:rPr>
              <a:t>).</a:t>
            </a:r>
          </a:p>
        </p:txBody>
      </p:sp>
      <p:sp>
        <p:nvSpPr>
          <p:cNvPr id="9" name="ZoneTexte 8">
            <a:extLst>
              <a:ext uri="{FF2B5EF4-FFF2-40B4-BE49-F238E27FC236}">
                <a16:creationId xmlns:a16="http://schemas.microsoft.com/office/drawing/2014/main" id="{C4EE0307-2916-13AF-EABE-9A76A8A85C36}"/>
              </a:ext>
            </a:extLst>
          </p:cNvPr>
          <p:cNvSpPr txBox="1"/>
          <p:nvPr/>
        </p:nvSpPr>
        <p:spPr>
          <a:xfrm>
            <a:off x="2280402" y="1268286"/>
            <a:ext cx="2785374" cy="307777"/>
          </a:xfrm>
          <a:prstGeom prst="rect">
            <a:avLst/>
          </a:prstGeom>
          <a:noFill/>
        </p:spPr>
        <p:txBody>
          <a:bodyPr wrap="square">
            <a:spAutoFit/>
          </a:bodyPr>
          <a:lstStyle/>
          <a:p>
            <a:r>
              <a:rPr lang="fr-FR" sz="1400" b="1" dirty="0">
                <a:latin typeface="Calibri" panose="020F0502020204030204" pitchFamily="34" charset="0"/>
                <a:ea typeface="Calibri" panose="020F0502020204030204" pitchFamily="34" charset="0"/>
                <a:cs typeface="Calibri" panose="020F0502020204030204" pitchFamily="34" charset="0"/>
              </a:rPr>
              <a:t>Contexte du projet</a:t>
            </a:r>
          </a:p>
        </p:txBody>
      </p:sp>
      <p:sp>
        <p:nvSpPr>
          <p:cNvPr id="2" name="ZoneTexte 1">
            <a:extLst>
              <a:ext uri="{FF2B5EF4-FFF2-40B4-BE49-F238E27FC236}">
                <a16:creationId xmlns:a16="http://schemas.microsoft.com/office/drawing/2014/main" id="{BA0A9589-237B-9514-82CD-343318512A1F}"/>
              </a:ext>
            </a:extLst>
          </p:cNvPr>
          <p:cNvSpPr txBox="1"/>
          <p:nvPr/>
        </p:nvSpPr>
        <p:spPr>
          <a:xfrm>
            <a:off x="-59991" y="2432041"/>
            <a:ext cx="189224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1. Introduction &amp; Contexte</a:t>
            </a:r>
          </a:p>
        </p:txBody>
      </p:sp>
      <p:sp>
        <p:nvSpPr>
          <p:cNvPr id="3" name="ZoneTexte 2">
            <a:extLst>
              <a:ext uri="{FF2B5EF4-FFF2-40B4-BE49-F238E27FC236}">
                <a16:creationId xmlns:a16="http://schemas.microsoft.com/office/drawing/2014/main" id="{AAC2F8FC-9B3B-F743-2992-E17316D7DD81}"/>
              </a:ext>
            </a:extLst>
          </p:cNvPr>
          <p:cNvSpPr txBox="1"/>
          <p:nvPr/>
        </p:nvSpPr>
        <p:spPr>
          <a:xfrm>
            <a:off x="-32814" y="2711031"/>
            <a:ext cx="177119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2. L’existant &amp; Limitations</a:t>
            </a:r>
          </a:p>
        </p:txBody>
      </p:sp>
      <p:sp>
        <p:nvSpPr>
          <p:cNvPr id="7" name="ZoneTexte 6">
            <a:extLst>
              <a:ext uri="{FF2B5EF4-FFF2-40B4-BE49-F238E27FC236}">
                <a16:creationId xmlns:a16="http://schemas.microsoft.com/office/drawing/2014/main" id="{9C58E12D-2597-B487-9A73-19D2C156BDEB}"/>
              </a:ext>
            </a:extLst>
          </p:cNvPr>
          <p:cNvSpPr txBox="1"/>
          <p:nvPr/>
        </p:nvSpPr>
        <p:spPr>
          <a:xfrm>
            <a:off x="889871" y="2987034"/>
            <a:ext cx="1380699" cy="276999"/>
          </a:xfrm>
          <a:prstGeom prst="rect">
            <a:avLst/>
          </a:prstGeom>
          <a:noFill/>
        </p:spPr>
        <p:txBody>
          <a:bodyPr wrap="none" rtlCol="0">
            <a:spAutoFit/>
          </a:bodyPr>
          <a:lstStyle/>
          <a:p>
            <a:r>
              <a:rPr lang="fr-FR" sz="1200" b="1" dirty="0">
                <a:solidFill>
                  <a:srgbClr val="C00000"/>
                </a:solidFill>
                <a:latin typeface="Calibri" panose="020F0502020204030204" pitchFamily="34" charset="0"/>
                <a:ea typeface="Calibri" panose="020F0502020204030204" pitchFamily="34" charset="0"/>
                <a:cs typeface="Calibri" panose="020F0502020204030204" pitchFamily="34" charset="0"/>
              </a:rPr>
              <a:t>3. Note de cadrage</a:t>
            </a:r>
          </a:p>
        </p:txBody>
      </p:sp>
      <p:sp>
        <p:nvSpPr>
          <p:cNvPr id="25" name="ZoneTexte 24">
            <a:extLst>
              <a:ext uri="{FF2B5EF4-FFF2-40B4-BE49-F238E27FC236}">
                <a16:creationId xmlns:a16="http://schemas.microsoft.com/office/drawing/2014/main" id="{FE148814-A996-3F31-4F41-9804A40CD500}"/>
              </a:ext>
            </a:extLst>
          </p:cNvPr>
          <p:cNvSpPr txBox="1"/>
          <p:nvPr/>
        </p:nvSpPr>
        <p:spPr>
          <a:xfrm>
            <a:off x="-32816" y="3265029"/>
            <a:ext cx="155702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4. Analyse des risques</a:t>
            </a:r>
          </a:p>
        </p:txBody>
      </p:sp>
      <p:sp>
        <p:nvSpPr>
          <p:cNvPr id="26" name="ZoneTexte 25">
            <a:extLst>
              <a:ext uri="{FF2B5EF4-FFF2-40B4-BE49-F238E27FC236}">
                <a16:creationId xmlns:a16="http://schemas.microsoft.com/office/drawing/2014/main" id="{EA0D87DA-D8DC-CD18-3A91-14104DA16B3E}"/>
              </a:ext>
            </a:extLst>
          </p:cNvPr>
          <p:cNvSpPr txBox="1"/>
          <p:nvPr/>
        </p:nvSpPr>
        <p:spPr>
          <a:xfrm>
            <a:off x="-23253" y="3542028"/>
            <a:ext cx="1040798"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5. Nouveau SI</a:t>
            </a:r>
          </a:p>
        </p:txBody>
      </p:sp>
      <p:sp>
        <p:nvSpPr>
          <p:cNvPr id="27" name="ZoneTexte 26">
            <a:extLst>
              <a:ext uri="{FF2B5EF4-FFF2-40B4-BE49-F238E27FC236}">
                <a16:creationId xmlns:a16="http://schemas.microsoft.com/office/drawing/2014/main" id="{99205AC2-0CD3-F2DB-5343-17F7BED8E836}"/>
              </a:ext>
            </a:extLst>
          </p:cNvPr>
          <p:cNvSpPr txBox="1"/>
          <p:nvPr/>
        </p:nvSpPr>
        <p:spPr>
          <a:xfrm>
            <a:off x="-13697" y="3821018"/>
            <a:ext cx="196835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6. Déploiement et formation</a:t>
            </a:r>
          </a:p>
        </p:txBody>
      </p:sp>
      <p:sp>
        <p:nvSpPr>
          <p:cNvPr id="28" name="ZoneTexte 27">
            <a:extLst>
              <a:ext uri="{FF2B5EF4-FFF2-40B4-BE49-F238E27FC236}">
                <a16:creationId xmlns:a16="http://schemas.microsoft.com/office/drawing/2014/main" id="{1BFE208C-3BBA-A8BC-577A-7B601EC9C33B}"/>
              </a:ext>
            </a:extLst>
          </p:cNvPr>
          <p:cNvSpPr txBox="1"/>
          <p:nvPr/>
        </p:nvSpPr>
        <p:spPr>
          <a:xfrm>
            <a:off x="-13697" y="4098017"/>
            <a:ext cx="1845955"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7. Contrat de maintenance</a:t>
            </a:r>
          </a:p>
        </p:txBody>
      </p:sp>
    </p:spTree>
    <p:extLst>
      <p:ext uri="{BB962C8B-B14F-4D97-AF65-F5344CB8AC3E}">
        <p14:creationId xmlns:p14="http://schemas.microsoft.com/office/powerpoint/2010/main" val="31052258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C05A6-91E1-B08B-2221-81110FC4B392}"/>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5F8743B0-2DB3-E721-E79A-28DA3597813E}"/>
              </a:ext>
            </a:extLst>
          </p:cNvPr>
          <p:cNvSpPr>
            <a:spLocks noGrp="1"/>
          </p:cNvSpPr>
          <p:nvPr>
            <p:ph type="dt" sz="half" idx="10"/>
          </p:nvPr>
        </p:nvSpPr>
        <p:spPr/>
        <p:txBody>
          <a:bodyPr/>
          <a:lstStyle/>
          <a:p>
            <a:fld id="{71A39EF6-AF95-4ACF-B35E-ACB6264B09CC}" type="datetime1">
              <a:rPr lang="fr-FR" smtClean="0"/>
              <a:t>04/03/2025</a:t>
            </a:fld>
            <a:endParaRPr lang="fr-FR"/>
          </a:p>
        </p:txBody>
      </p:sp>
      <p:sp>
        <p:nvSpPr>
          <p:cNvPr id="5" name="Espace réservé du numéro de diapositive 4">
            <a:extLst>
              <a:ext uri="{FF2B5EF4-FFF2-40B4-BE49-F238E27FC236}">
                <a16:creationId xmlns:a16="http://schemas.microsoft.com/office/drawing/2014/main" id="{EE425135-9CAE-2CEC-A185-81C496CD32A4}"/>
              </a:ext>
            </a:extLst>
          </p:cNvPr>
          <p:cNvSpPr>
            <a:spLocks noGrp="1"/>
          </p:cNvSpPr>
          <p:nvPr>
            <p:ph type="sldNum" sz="quarter" idx="12"/>
          </p:nvPr>
        </p:nvSpPr>
        <p:spPr/>
        <p:txBody>
          <a:bodyPr/>
          <a:lstStyle/>
          <a:p>
            <a:fld id="{C4B8AC06-870A-4C43-8EB6-F7945B1E9F37}" type="slidenum">
              <a:rPr lang="fr-FR" smtClean="0"/>
              <a:t>11</a:t>
            </a:fld>
            <a:endParaRPr lang="fr-FR"/>
          </a:p>
        </p:txBody>
      </p:sp>
      <p:sp>
        <p:nvSpPr>
          <p:cNvPr id="8" name="ZoneTexte 7">
            <a:extLst>
              <a:ext uri="{FF2B5EF4-FFF2-40B4-BE49-F238E27FC236}">
                <a16:creationId xmlns:a16="http://schemas.microsoft.com/office/drawing/2014/main" id="{69C3286D-AB34-C256-0B5B-477E18897359}"/>
              </a:ext>
            </a:extLst>
          </p:cNvPr>
          <p:cNvSpPr txBox="1"/>
          <p:nvPr/>
        </p:nvSpPr>
        <p:spPr>
          <a:xfrm>
            <a:off x="3048762" y="2216142"/>
            <a:ext cx="6094476" cy="2893100"/>
          </a:xfrm>
          <a:prstGeom prst="rect">
            <a:avLst/>
          </a:prstGeom>
          <a:noFill/>
        </p:spPr>
        <p:txBody>
          <a:bodyPr wrap="square">
            <a:spAutoFit/>
          </a:bodyPr>
          <a:lstStyle/>
          <a:p>
            <a:pPr marL="285750" indent="-285750">
              <a:buFont typeface="Arial" panose="020B0604020202020204" pitchFamily="34" charset="0"/>
              <a:buChar char="•"/>
            </a:pPr>
            <a:r>
              <a:rPr lang="fr-FR" sz="1400" dirty="0">
                <a:latin typeface="Calibri" panose="020F0502020204030204" pitchFamily="34" charset="0"/>
                <a:ea typeface="Calibri" panose="020F0502020204030204" pitchFamily="34" charset="0"/>
                <a:cs typeface="Calibri" panose="020F0502020204030204" pitchFamily="34" charset="0"/>
              </a:rPr>
              <a:t>Évolutivité et automatisation des processus de production</a:t>
            </a:r>
          </a:p>
          <a:p>
            <a:pPr marL="285750" indent="-285750">
              <a:buFont typeface="Arial" panose="020B0604020202020204" pitchFamily="34" charset="0"/>
              <a:buChar char="•"/>
            </a:pPr>
            <a:endParaRPr lang="fr-FR"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fr-FR" sz="1400" dirty="0">
                <a:latin typeface="Calibri" panose="020F0502020204030204" pitchFamily="34" charset="0"/>
                <a:ea typeface="Calibri" panose="020F0502020204030204" pitchFamily="34" charset="0"/>
                <a:cs typeface="Calibri" panose="020F0502020204030204" pitchFamily="34" charset="0"/>
              </a:rPr>
              <a:t>Renforcement de la cybersécurité pour protéger les données et les systèmes industriels</a:t>
            </a:r>
          </a:p>
          <a:p>
            <a:pPr marL="285750" indent="-285750">
              <a:buFont typeface="Arial" panose="020B0604020202020204" pitchFamily="34" charset="0"/>
              <a:buChar char="•"/>
            </a:pPr>
            <a:endParaRPr lang="fr-FR"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fr-FR" sz="1400" dirty="0">
                <a:latin typeface="Calibri" panose="020F0502020204030204" pitchFamily="34" charset="0"/>
                <a:ea typeface="Calibri" panose="020F0502020204030204" pitchFamily="34" charset="0"/>
                <a:cs typeface="Calibri" panose="020F0502020204030204" pitchFamily="34" charset="0"/>
              </a:rPr>
              <a:t>Migration partielle vers le cloud pour plus d'agilité et de maîtrise des coûts</a:t>
            </a:r>
          </a:p>
          <a:p>
            <a:pPr marL="285750" indent="-285750">
              <a:buFont typeface="Arial" panose="020B0604020202020204" pitchFamily="34" charset="0"/>
              <a:buChar char="•"/>
            </a:pPr>
            <a:endParaRPr lang="fr-FR"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fr-FR" sz="1400" dirty="0">
                <a:latin typeface="Calibri" panose="020F0502020204030204" pitchFamily="34" charset="0"/>
                <a:ea typeface="Calibri" panose="020F0502020204030204" pitchFamily="34" charset="0"/>
                <a:cs typeface="Calibri" panose="020F0502020204030204" pitchFamily="34" charset="0"/>
              </a:rPr>
              <a:t>Optimisation du réseau et de l'informatique industrielle pour soutenir la transformation numérique</a:t>
            </a:r>
          </a:p>
          <a:p>
            <a:pPr marL="285750" indent="-285750">
              <a:buFont typeface="Arial" panose="020B0604020202020204" pitchFamily="34" charset="0"/>
              <a:buChar char="•"/>
            </a:pPr>
            <a:endParaRPr lang="fr-FR"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fr-FR" sz="1400" dirty="0">
                <a:latin typeface="Calibri" panose="020F0502020204030204" pitchFamily="34" charset="0"/>
                <a:ea typeface="Calibri" panose="020F0502020204030204" pitchFamily="34" charset="0"/>
                <a:cs typeface="Calibri" panose="020F0502020204030204" pitchFamily="34" charset="0"/>
              </a:rPr>
              <a:t>Mise en place d'un système de broker pour renvoyer les anciens équipements de manière responsable</a:t>
            </a:r>
          </a:p>
          <a:p>
            <a:pPr marL="285750" indent="-285750">
              <a:buFont typeface="Arial" panose="020B0604020202020204" pitchFamily="34" charset="0"/>
              <a:buChar char="•"/>
            </a:pPr>
            <a:endParaRPr lang="fr-FR" sz="1400" dirty="0">
              <a:latin typeface="Calibri" panose="020F0502020204030204" pitchFamily="34" charset="0"/>
              <a:ea typeface="Calibri" panose="020F0502020204030204" pitchFamily="34" charset="0"/>
              <a:cs typeface="Calibri" panose="020F0502020204030204" pitchFamily="34" charset="0"/>
            </a:endParaRPr>
          </a:p>
        </p:txBody>
      </p:sp>
      <p:sp>
        <p:nvSpPr>
          <p:cNvPr id="9" name="ZoneTexte 8">
            <a:extLst>
              <a:ext uri="{FF2B5EF4-FFF2-40B4-BE49-F238E27FC236}">
                <a16:creationId xmlns:a16="http://schemas.microsoft.com/office/drawing/2014/main" id="{3B0923E9-5B0F-84F1-32E7-4E1C584FBACA}"/>
              </a:ext>
            </a:extLst>
          </p:cNvPr>
          <p:cNvSpPr txBox="1"/>
          <p:nvPr/>
        </p:nvSpPr>
        <p:spPr>
          <a:xfrm>
            <a:off x="2280402" y="1268286"/>
            <a:ext cx="2785374" cy="307777"/>
          </a:xfrm>
          <a:prstGeom prst="rect">
            <a:avLst/>
          </a:prstGeom>
          <a:noFill/>
        </p:spPr>
        <p:txBody>
          <a:bodyPr wrap="square">
            <a:spAutoFit/>
          </a:bodyPr>
          <a:lstStyle/>
          <a:p>
            <a:r>
              <a:rPr lang="fr-FR" sz="1400" b="1" dirty="0">
                <a:latin typeface="Calibri" panose="020F0502020204030204" pitchFamily="34" charset="0"/>
                <a:ea typeface="Calibri" panose="020F0502020204030204" pitchFamily="34" charset="0"/>
                <a:cs typeface="Calibri" panose="020F0502020204030204" pitchFamily="34" charset="0"/>
              </a:rPr>
              <a:t>Objectifs du projet</a:t>
            </a:r>
          </a:p>
        </p:txBody>
      </p:sp>
      <p:sp>
        <p:nvSpPr>
          <p:cNvPr id="10" name="ZoneTexte 9">
            <a:extLst>
              <a:ext uri="{FF2B5EF4-FFF2-40B4-BE49-F238E27FC236}">
                <a16:creationId xmlns:a16="http://schemas.microsoft.com/office/drawing/2014/main" id="{87A678FF-81D2-FA44-11EB-E24308079E26}"/>
              </a:ext>
            </a:extLst>
          </p:cNvPr>
          <p:cNvSpPr txBox="1"/>
          <p:nvPr/>
        </p:nvSpPr>
        <p:spPr>
          <a:xfrm>
            <a:off x="4774440" y="94283"/>
            <a:ext cx="4744464" cy="338554"/>
          </a:xfrm>
          <a:prstGeom prst="rect">
            <a:avLst/>
          </a:prstGeom>
          <a:noFill/>
        </p:spPr>
        <p:txBody>
          <a:bodyPr wrap="square">
            <a:spAutoFit/>
          </a:bodyPr>
          <a:lstStyle/>
          <a:p>
            <a:pPr algn="ctr"/>
            <a:r>
              <a:rPr lang="fr-FR" sz="1600" b="1" dirty="0">
                <a:solidFill>
                  <a:schemeClr val="bg1"/>
                </a:solidFill>
                <a:latin typeface="Calibri" panose="020F0502020204030204" pitchFamily="34" charset="0"/>
                <a:ea typeface="Calibri" panose="020F0502020204030204" pitchFamily="34" charset="0"/>
                <a:cs typeface="Calibri" panose="020F0502020204030204" pitchFamily="34" charset="0"/>
              </a:rPr>
              <a:t>3. Note de cadrage</a:t>
            </a:r>
          </a:p>
        </p:txBody>
      </p:sp>
      <p:sp>
        <p:nvSpPr>
          <p:cNvPr id="29" name="ZoneTexte 28">
            <a:extLst>
              <a:ext uri="{FF2B5EF4-FFF2-40B4-BE49-F238E27FC236}">
                <a16:creationId xmlns:a16="http://schemas.microsoft.com/office/drawing/2014/main" id="{FA8A65DD-87F4-5FA9-C8A1-E973CA6322EB}"/>
              </a:ext>
            </a:extLst>
          </p:cNvPr>
          <p:cNvSpPr txBox="1"/>
          <p:nvPr/>
        </p:nvSpPr>
        <p:spPr>
          <a:xfrm>
            <a:off x="-59991" y="2432041"/>
            <a:ext cx="189224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1. Introduction &amp; Contexte</a:t>
            </a:r>
          </a:p>
        </p:txBody>
      </p:sp>
      <p:sp>
        <p:nvSpPr>
          <p:cNvPr id="30" name="ZoneTexte 29">
            <a:extLst>
              <a:ext uri="{FF2B5EF4-FFF2-40B4-BE49-F238E27FC236}">
                <a16:creationId xmlns:a16="http://schemas.microsoft.com/office/drawing/2014/main" id="{0C59CF86-138A-9807-5E51-0206B8A00537}"/>
              </a:ext>
            </a:extLst>
          </p:cNvPr>
          <p:cNvSpPr txBox="1"/>
          <p:nvPr/>
        </p:nvSpPr>
        <p:spPr>
          <a:xfrm>
            <a:off x="-32814" y="2711031"/>
            <a:ext cx="177119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2. L’existant &amp; Limitations</a:t>
            </a:r>
          </a:p>
        </p:txBody>
      </p:sp>
      <p:sp>
        <p:nvSpPr>
          <p:cNvPr id="31" name="ZoneTexte 30">
            <a:extLst>
              <a:ext uri="{FF2B5EF4-FFF2-40B4-BE49-F238E27FC236}">
                <a16:creationId xmlns:a16="http://schemas.microsoft.com/office/drawing/2014/main" id="{1546C210-8FBE-D414-7C01-7A751E461B69}"/>
              </a:ext>
            </a:extLst>
          </p:cNvPr>
          <p:cNvSpPr txBox="1"/>
          <p:nvPr/>
        </p:nvSpPr>
        <p:spPr>
          <a:xfrm>
            <a:off x="889871" y="2987034"/>
            <a:ext cx="1380699" cy="276999"/>
          </a:xfrm>
          <a:prstGeom prst="rect">
            <a:avLst/>
          </a:prstGeom>
          <a:noFill/>
        </p:spPr>
        <p:txBody>
          <a:bodyPr wrap="none" rtlCol="0">
            <a:spAutoFit/>
          </a:bodyPr>
          <a:lstStyle/>
          <a:p>
            <a:r>
              <a:rPr lang="fr-FR" sz="1200" b="1" dirty="0">
                <a:solidFill>
                  <a:srgbClr val="C00000"/>
                </a:solidFill>
                <a:latin typeface="Calibri" panose="020F0502020204030204" pitchFamily="34" charset="0"/>
                <a:ea typeface="Calibri" panose="020F0502020204030204" pitchFamily="34" charset="0"/>
                <a:cs typeface="Calibri" panose="020F0502020204030204" pitchFamily="34" charset="0"/>
              </a:rPr>
              <a:t>3. Note de cadrage</a:t>
            </a:r>
          </a:p>
        </p:txBody>
      </p:sp>
      <p:sp>
        <p:nvSpPr>
          <p:cNvPr id="32" name="ZoneTexte 31">
            <a:extLst>
              <a:ext uri="{FF2B5EF4-FFF2-40B4-BE49-F238E27FC236}">
                <a16:creationId xmlns:a16="http://schemas.microsoft.com/office/drawing/2014/main" id="{F903F766-D506-ACCF-F7F5-E2E062025F53}"/>
              </a:ext>
            </a:extLst>
          </p:cNvPr>
          <p:cNvSpPr txBox="1"/>
          <p:nvPr/>
        </p:nvSpPr>
        <p:spPr>
          <a:xfrm>
            <a:off x="-32816" y="3265029"/>
            <a:ext cx="155702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4. Analyse des risques</a:t>
            </a:r>
          </a:p>
        </p:txBody>
      </p:sp>
      <p:sp>
        <p:nvSpPr>
          <p:cNvPr id="33" name="ZoneTexte 32">
            <a:extLst>
              <a:ext uri="{FF2B5EF4-FFF2-40B4-BE49-F238E27FC236}">
                <a16:creationId xmlns:a16="http://schemas.microsoft.com/office/drawing/2014/main" id="{E8C975EC-ECED-042C-55AF-88E07B51EC93}"/>
              </a:ext>
            </a:extLst>
          </p:cNvPr>
          <p:cNvSpPr txBox="1"/>
          <p:nvPr/>
        </p:nvSpPr>
        <p:spPr>
          <a:xfrm>
            <a:off x="-23253" y="3542028"/>
            <a:ext cx="1040798"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5. Nouveau SI</a:t>
            </a:r>
          </a:p>
        </p:txBody>
      </p:sp>
      <p:sp>
        <p:nvSpPr>
          <p:cNvPr id="34" name="ZoneTexte 33">
            <a:extLst>
              <a:ext uri="{FF2B5EF4-FFF2-40B4-BE49-F238E27FC236}">
                <a16:creationId xmlns:a16="http://schemas.microsoft.com/office/drawing/2014/main" id="{01C1C84E-67D5-C3CC-22B0-BFA6B31BBD4F}"/>
              </a:ext>
            </a:extLst>
          </p:cNvPr>
          <p:cNvSpPr txBox="1"/>
          <p:nvPr/>
        </p:nvSpPr>
        <p:spPr>
          <a:xfrm>
            <a:off x="-13697" y="3821018"/>
            <a:ext cx="196835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6. Déploiement et formation</a:t>
            </a:r>
          </a:p>
        </p:txBody>
      </p:sp>
      <p:sp>
        <p:nvSpPr>
          <p:cNvPr id="35" name="ZoneTexte 34">
            <a:extLst>
              <a:ext uri="{FF2B5EF4-FFF2-40B4-BE49-F238E27FC236}">
                <a16:creationId xmlns:a16="http://schemas.microsoft.com/office/drawing/2014/main" id="{24DAFE45-75CF-6C1C-D4F8-23BFCDAAE181}"/>
              </a:ext>
            </a:extLst>
          </p:cNvPr>
          <p:cNvSpPr txBox="1"/>
          <p:nvPr/>
        </p:nvSpPr>
        <p:spPr>
          <a:xfrm>
            <a:off x="-13697" y="4098017"/>
            <a:ext cx="1845955"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7. Contrat de maintenance</a:t>
            </a:r>
          </a:p>
        </p:txBody>
      </p:sp>
    </p:spTree>
    <p:extLst>
      <p:ext uri="{BB962C8B-B14F-4D97-AF65-F5344CB8AC3E}">
        <p14:creationId xmlns:p14="http://schemas.microsoft.com/office/powerpoint/2010/main" val="38415008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B0634-48B4-5A52-DFAB-6C4EBEC7C946}"/>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1DFB2625-25AC-43F4-E2F1-6286581D4DCE}"/>
              </a:ext>
            </a:extLst>
          </p:cNvPr>
          <p:cNvSpPr>
            <a:spLocks noGrp="1"/>
          </p:cNvSpPr>
          <p:nvPr>
            <p:ph type="dt" sz="half" idx="10"/>
          </p:nvPr>
        </p:nvSpPr>
        <p:spPr/>
        <p:txBody>
          <a:bodyPr/>
          <a:lstStyle/>
          <a:p>
            <a:fld id="{71A39EF6-AF95-4ACF-B35E-ACB6264B09CC}" type="datetime1">
              <a:rPr lang="fr-FR" smtClean="0"/>
              <a:t>04/03/2025</a:t>
            </a:fld>
            <a:endParaRPr lang="fr-FR"/>
          </a:p>
        </p:txBody>
      </p:sp>
      <p:sp>
        <p:nvSpPr>
          <p:cNvPr id="5" name="Espace réservé du numéro de diapositive 4">
            <a:extLst>
              <a:ext uri="{FF2B5EF4-FFF2-40B4-BE49-F238E27FC236}">
                <a16:creationId xmlns:a16="http://schemas.microsoft.com/office/drawing/2014/main" id="{20FE74E0-8E20-0FD5-1F0A-F4E052769B4B}"/>
              </a:ext>
            </a:extLst>
          </p:cNvPr>
          <p:cNvSpPr>
            <a:spLocks noGrp="1"/>
          </p:cNvSpPr>
          <p:nvPr>
            <p:ph type="sldNum" sz="quarter" idx="12"/>
          </p:nvPr>
        </p:nvSpPr>
        <p:spPr/>
        <p:txBody>
          <a:bodyPr/>
          <a:lstStyle/>
          <a:p>
            <a:fld id="{C4B8AC06-870A-4C43-8EB6-F7945B1E9F37}" type="slidenum">
              <a:rPr lang="fr-FR" smtClean="0"/>
              <a:t>12</a:t>
            </a:fld>
            <a:endParaRPr lang="fr-FR"/>
          </a:p>
        </p:txBody>
      </p:sp>
      <p:sp>
        <p:nvSpPr>
          <p:cNvPr id="9" name="ZoneTexte 8">
            <a:extLst>
              <a:ext uri="{FF2B5EF4-FFF2-40B4-BE49-F238E27FC236}">
                <a16:creationId xmlns:a16="http://schemas.microsoft.com/office/drawing/2014/main" id="{2896D311-59D0-9008-0BC2-7616344895F6}"/>
              </a:ext>
            </a:extLst>
          </p:cNvPr>
          <p:cNvSpPr txBox="1"/>
          <p:nvPr/>
        </p:nvSpPr>
        <p:spPr>
          <a:xfrm>
            <a:off x="2280402" y="1268286"/>
            <a:ext cx="2785374" cy="307777"/>
          </a:xfrm>
          <a:prstGeom prst="rect">
            <a:avLst/>
          </a:prstGeom>
          <a:noFill/>
        </p:spPr>
        <p:txBody>
          <a:bodyPr wrap="square">
            <a:spAutoFit/>
          </a:bodyPr>
          <a:lstStyle/>
          <a:p>
            <a:r>
              <a:rPr lang="fr-FR" sz="1400" b="1" dirty="0">
                <a:latin typeface="Calibri" panose="020F0502020204030204" pitchFamily="34" charset="0"/>
                <a:ea typeface="Calibri" panose="020F0502020204030204" pitchFamily="34" charset="0"/>
                <a:cs typeface="Calibri" panose="020F0502020204030204" pitchFamily="34" charset="0"/>
              </a:rPr>
              <a:t>Périmètre Fonctionnel</a:t>
            </a:r>
          </a:p>
        </p:txBody>
      </p:sp>
      <p:sp>
        <p:nvSpPr>
          <p:cNvPr id="3" name="ZoneTexte 2">
            <a:extLst>
              <a:ext uri="{FF2B5EF4-FFF2-40B4-BE49-F238E27FC236}">
                <a16:creationId xmlns:a16="http://schemas.microsoft.com/office/drawing/2014/main" id="{30E1954A-D628-CDF3-4752-50EE686A18A6}"/>
              </a:ext>
            </a:extLst>
          </p:cNvPr>
          <p:cNvSpPr txBox="1"/>
          <p:nvPr/>
        </p:nvSpPr>
        <p:spPr>
          <a:xfrm>
            <a:off x="3673089" y="1576063"/>
            <a:ext cx="6094476" cy="3970318"/>
          </a:xfrm>
          <a:prstGeom prst="rect">
            <a:avLst/>
          </a:prstGeom>
          <a:noFill/>
        </p:spPr>
        <p:txBody>
          <a:bodyPr wrap="square">
            <a:spAutoFit/>
          </a:bodyPr>
          <a:lstStyle/>
          <a:p>
            <a:r>
              <a:rPr lang="fr-FR" sz="1400" b="1" i="1" u="sng" dirty="0">
                <a:latin typeface="Calibri" panose="020F0502020204030204" pitchFamily="34" charset="0"/>
                <a:ea typeface="Calibri" panose="020F0502020204030204" pitchFamily="34" charset="0"/>
                <a:cs typeface="Calibri" panose="020F0502020204030204" pitchFamily="34" charset="0"/>
              </a:rPr>
              <a:t>Cloud :</a:t>
            </a:r>
          </a:p>
          <a:p>
            <a:pPr marL="285750" indent="-285750">
              <a:buFont typeface="Arial" panose="020B0604020202020204" pitchFamily="34" charset="0"/>
              <a:buChar char="•"/>
            </a:pPr>
            <a:r>
              <a:rPr lang="fr-FR" sz="1400" dirty="0">
                <a:latin typeface="Calibri" panose="020F0502020204030204" pitchFamily="34" charset="0"/>
                <a:ea typeface="Calibri" panose="020F0502020204030204" pitchFamily="34" charset="0"/>
                <a:cs typeface="Calibri" panose="020F0502020204030204" pitchFamily="34" charset="0"/>
              </a:rPr>
              <a:t>Déploiement de machines virtuelles (AD, ERP, supervision, sauvegarde)</a:t>
            </a:r>
          </a:p>
          <a:p>
            <a:pPr marL="285750" indent="-285750">
              <a:buFont typeface="Arial" panose="020B0604020202020204" pitchFamily="34" charset="0"/>
              <a:buChar char="•"/>
            </a:pPr>
            <a:r>
              <a:rPr lang="fr-FR" sz="1400" dirty="0">
                <a:latin typeface="Calibri" panose="020F0502020204030204" pitchFamily="34" charset="0"/>
                <a:ea typeface="Calibri" panose="020F0502020204030204" pitchFamily="34" charset="0"/>
                <a:cs typeface="Calibri" panose="020F0502020204030204" pitchFamily="34" charset="0"/>
              </a:rPr>
              <a:t>Migration vers Exchange Online</a:t>
            </a:r>
          </a:p>
          <a:p>
            <a:pPr marL="285750" indent="-285750">
              <a:buFont typeface="Arial" panose="020B0604020202020204" pitchFamily="34" charset="0"/>
              <a:buChar char="•"/>
            </a:pPr>
            <a:r>
              <a:rPr lang="fr-FR" sz="1400" dirty="0">
                <a:latin typeface="Calibri" panose="020F0502020204030204" pitchFamily="34" charset="0"/>
                <a:ea typeface="Calibri" panose="020F0502020204030204" pitchFamily="34" charset="0"/>
                <a:cs typeface="Calibri" panose="020F0502020204030204" pitchFamily="34" charset="0"/>
              </a:rPr>
              <a:t>Stockage sécurisé</a:t>
            </a:r>
          </a:p>
          <a:p>
            <a:pPr marL="285750" indent="-285750">
              <a:buFont typeface="Arial" panose="020B0604020202020204" pitchFamily="34" charset="0"/>
              <a:buChar char="•"/>
            </a:pPr>
            <a:endParaRPr lang="fr-FR" sz="1400" dirty="0">
              <a:latin typeface="Calibri" panose="020F0502020204030204" pitchFamily="34" charset="0"/>
              <a:ea typeface="Calibri" panose="020F0502020204030204" pitchFamily="34" charset="0"/>
              <a:cs typeface="Calibri" panose="020F0502020204030204" pitchFamily="34" charset="0"/>
            </a:endParaRPr>
          </a:p>
          <a:p>
            <a:r>
              <a:rPr lang="fr-FR" sz="1400" b="1" i="1" u="sng" dirty="0">
                <a:latin typeface="Calibri" panose="020F0502020204030204" pitchFamily="34" charset="0"/>
                <a:ea typeface="Calibri" panose="020F0502020204030204" pitchFamily="34" charset="0"/>
                <a:cs typeface="Calibri" panose="020F0502020204030204" pitchFamily="34" charset="0"/>
              </a:rPr>
              <a:t>Informatique Système :</a:t>
            </a:r>
          </a:p>
          <a:p>
            <a:pPr marL="285750" indent="-285750">
              <a:buFont typeface="Arial" panose="020B0604020202020204" pitchFamily="34" charset="0"/>
              <a:buChar char="•"/>
            </a:pPr>
            <a:r>
              <a:rPr lang="fr-FR" sz="1400" dirty="0">
                <a:latin typeface="Calibri" panose="020F0502020204030204" pitchFamily="34" charset="0"/>
                <a:ea typeface="Calibri" panose="020F0502020204030204" pitchFamily="34" charset="0"/>
                <a:cs typeface="Calibri" panose="020F0502020204030204" pitchFamily="34" charset="0"/>
              </a:rPr>
              <a:t>Virtualisation des serveurs physiques dans le cloud</a:t>
            </a:r>
          </a:p>
          <a:p>
            <a:pPr marL="285750" indent="-285750">
              <a:buFont typeface="Arial" panose="020B0604020202020204" pitchFamily="34" charset="0"/>
              <a:buChar char="•"/>
            </a:pPr>
            <a:r>
              <a:rPr lang="fr-FR" sz="1400" dirty="0">
                <a:latin typeface="Calibri" panose="020F0502020204030204" pitchFamily="34" charset="0"/>
                <a:ea typeface="Calibri" panose="020F0502020204030204" pitchFamily="34" charset="0"/>
                <a:cs typeface="Calibri" panose="020F0502020204030204" pitchFamily="34" charset="0"/>
              </a:rPr>
              <a:t>Mise à jour de l'Active Directory vers Windows Server 2022</a:t>
            </a:r>
          </a:p>
          <a:p>
            <a:endParaRPr lang="fr-FR" sz="1400" dirty="0">
              <a:latin typeface="Calibri" panose="020F0502020204030204" pitchFamily="34" charset="0"/>
              <a:ea typeface="Calibri" panose="020F0502020204030204" pitchFamily="34" charset="0"/>
              <a:cs typeface="Calibri" panose="020F0502020204030204" pitchFamily="34" charset="0"/>
            </a:endParaRPr>
          </a:p>
          <a:p>
            <a:r>
              <a:rPr lang="fr-FR" sz="1400" b="1" i="1" u="sng" dirty="0">
                <a:latin typeface="Calibri" panose="020F0502020204030204" pitchFamily="34" charset="0"/>
                <a:ea typeface="Calibri" panose="020F0502020204030204" pitchFamily="34" charset="0"/>
                <a:cs typeface="Calibri" panose="020F0502020204030204" pitchFamily="34" charset="0"/>
              </a:rPr>
              <a:t>Informatique Réseau :</a:t>
            </a:r>
          </a:p>
          <a:p>
            <a:pPr marL="285750" indent="-285750">
              <a:buFont typeface="Arial" panose="020B0604020202020204" pitchFamily="34" charset="0"/>
              <a:buChar char="•"/>
            </a:pPr>
            <a:r>
              <a:rPr lang="fr-FR" sz="1400" dirty="0">
                <a:latin typeface="Calibri" panose="020F0502020204030204" pitchFamily="34" charset="0"/>
                <a:ea typeface="Calibri" panose="020F0502020204030204" pitchFamily="34" charset="0"/>
                <a:cs typeface="Calibri" panose="020F0502020204030204" pitchFamily="34" charset="0"/>
              </a:rPr>
              <a:t>Modernisation des routeurs, switches, Wi-Fi, firewall</a:t>
            </a:r>
          </a:p>
          <a:p>
            <a:pPr marL="285750" indent="-285750">
              <a:buFont typeface="Arial" panose="020B0604020202020204" pitchFamily="34" charset="0"/>
              <a:buChar char="•"/>
            </a:pPr>
            <a:r>
              <a:rPr lang="fr-FR" sz="1400" dirty="0">
                <a:latin typeface="Calibri" panose="020F0502020204030204" pitchFamily="34" charset="0"/>
                <a:ea typeface="Calibri" panose="020F0502020204030204" pitchFamily="34" charset="0"/>
                <a:cs typeface="Calibri" panose="020F0502020204030204" pitchFamily="34" charset="0"/>
              </a:rPr>
              <a:t>Intégration d'une supervision réseau avancée</a:t>
            </a:r>
          </a:p>
          <a:p>
            <a:endParaRPr lang="fr-FR" sz="1400" dirty="0">
              <a:latin typeface="Calibri" panose="020F0502020204030204" pitchFamily="34" charset="0"/>
              <a:ea typeface="Calibri" panose="020F0502020204030204" pitchFamily="34" charset="0"/>
              <a:cs typeface="Calibri" panose="020F0502020204030204" pitchFamily="34" charset="0"/>
            </a:endParaRPr>
          </a:p>
          <a:p>
            <a:r>
              <a:rPr lang="fr-FR" sz="1400" b="1" i="1" u="sng" dirty="0">
                <a:latin typeface="Calibri" panose="020F0502020204030204" pitchFamily="34" charset="0"/>
                <a:ea typeface="Calibri" panose="020F0502020204030204" pitchFamily="34" charset="0"/>
                <a:cs typeface="Calibri" panose="020F0502020204030204" pitchFamily="34" charset="0"/>
              </a:rPr>
              <a:t>Informatique Industrielle :</a:t>
            </a:r>
          </a:p>
          <a:p>
            <a:r>
              <a:rPr lang="fr-FR" sz="1400" dirty="0">
                <a:latin typeface="Calibri" panose="020F0502020204030204" pitchFamily="34" charset="0"/>
                <a:ea typeface="Calibri" panose="020F0502020204030204" pitchFamily="34" charset="0"/>
                <a:cs typeface="Calibri" panose="020F0502020204030204" pitchFamily="34" charset="0"/>
              </a:rPr>
              <a:t>Renouvellement des postes et tablettes industriels et des automates</a:t>
            </a:r>
          </a:p>
          <a:p>
            <a:endParaRPr lang="fr-FR" sz="1400" dirty="0">
              <a:latin typeface="Calibri" panose="020F0502020204030204" pitchFamily="34" charset="0"/>
              <a:ea typeface="Calibri" panose="020F0502020204030204" pitchFamily="34" charset="0"/>
              <a:cs typeface="Calibri" panose="020F0502020204030204" pitchFamily="34" charset="0"/>
            </a:endParaRPr>
          </a:p>
          <a:p>
            <a:r>
              <a:rPr lang="fr-FR" sz="1400" b="1" i="1" u="sng" dirty="0">
                <a:latin typeface="Calibri" panose="020F0502020204030204" pitchFamily="34" charset="0"/>
                <a:ea typeface="Calibri" panose="020F0502020204030204" pitchFamily="34" charset="0"/>
                <a:cs typeface="Calibri" panose="020F0502020204030204" pitchFamily="34" charset="0"/>
              </a:rPr>
              <a:t>Gestion des équipements obsolètes :</a:t>
            </a:r>
          </a:p>
          <a:p>
            <a:r>
              <a:rPr lang="fr-FR" sz="1400" dirty="0">
                <a:latin typeface="Calibri" panose="020F0502020204030204" pitchFamily="34" charset="0"/>
                <a:ea typeface="Calibri" panose="020F0502020204030204" pitchFamily="34" charset="0"/>
                <a:cs typeface="Calibri" panose="020F0502020204030204" pitchFamily="34" charset="0"/>
              </a:rPr>
              <a:t>Utilisation d'un système de broker pour revente et recyclage sécurisé</a:t>
            </a:r>
          </a:p>
        </p:txBody>
      </p:sp>
      <p:sp>
        <p:nvSpPr>
          <p:cNvPr id="7" name="ZoneTexte 6">
            <a:extLst>
              <a:ext uri="{FF2B5EF4-FFF2-40B4-BE49-F238E27FC236}">
                <a16:creationId xmlns:a16="http://schemas.microsoft.com/office/drawing/2014/main" id="{DCFDFC4D-A15A-C4AA-67E2-A5D37134AF36}"/>
              </a:ext>
            </a:extLst>
          </p:cNvPr>
          <p:cNvSpPr txBox="1"/>
          <p:nvPr/>
        </p:nvSpPr>
        <p:spPr>
          <a:xfrm>
            <a:off x="4774440" y="94283"/>
            <a:ext cx="4744464" cy="338554"/>
          </a:xfrm>
          <a:prstGeom prst="rect">
            <a:avLst/>
          </a:prstGeom>
          <a:noFill/>
        </p:spPr>
        <p:txBody>
          <a:bodyPr wrap="square">
            <a:spAutoFit/>
          </a:bodyPr>
          <a:lstStyle/>
          <a:p>
            <a:pPr algn="ctr"/>
            <a:r>
              <a:rPr lang="fr-FR" sz="1600" b="1" dirty="0">
                <a:solidFill>
                  <a:schemeClr val="bg1"/>
                </a:solidFill>
                <a:latin typeface="Calibri" panose="020F0502020204030204" pitchFamily="34" charset="0"/>
                <a:ea typeface="Calibri" panose="020F0502020204030204" pitchFamily="34" charset="0"/>
                <a:cs typeface="Calibri" panose="020F0502020204030204" pitchFamily="34" charset="0"/>
              </a:rPr>
              <a:t>3. Note de cadrage</a:t>
            </a:r>
          </a:p>
        </p:txBody>
      </p:sp>
      <p:sp>
        <p:nvSpPr>
          <p:cNvPr id="29" name="ZoneTexte 28">
            <a:extLst>
              <a:ext uri="{FF2B5EF4-FFF2-40B4-BE49-F238E27FC236}">
                <a16:creationId xmlns:a16="http://schemas.microsoft.com/office/drawing/2014/main" id="{885133D2-0B62-0DEC-EE5B-E40F3B983813}"/>
              </a:ext>
            </a:extLst>
          </p:cNvPr>
          <p:cNvSpPr txBox="1"/>
          <p:nvPr/>
        </p:nvSpPr>
        <p:spPr>
          <a:xfrm>
            <a:off x="-59991" y="2432041"/>
            <a:ext cx="189224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1. Introduction &amp; Contexte</a:t>
            </a:r>
          </a:p>
        </p:txBody>
      </p:sp>
      <p:sp>
        <p:nvSpPr>
          <p:cNvPr id="30" name="ZoneTexte 29">
            <a:extLst>
              <a:ext uri="{FF2B5EF4-FFF2-40B4-BE49-F238E27FC236}">
                <a16:creationId xmlns:a16="http://schemas.microsoft.com/office/drawing/2014/main" id="{A5E02A27-446D-7C0D-85FD-50E85854648B}"/>
              </a:ext>
            </a:extLst>
          </p:cNvPr>
          <p:cNvSpPr txBox="1"/>
          <p:nvPr/>
        </p:nvSpPr>
        <p:spPr>
          <a:xfrm>
            <a:off x="-32814" y="2711031"/>
            <a:ext cx="177119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2. L’existant &amp; Limitations</a:t>
            </a:r>
          </a:p>
        </p:txBody>
      </p:sp>
      <p:sp>
        <p:nvSpPr>
          <p:cNvPr id="31" name="ZoneTexte 30">
            <a:extLst>
              <a:ext uri="{FF2B5EF4-FFF2-40B4-BE49-F238E27FC236}">
                <a16:creationId xmlns:a16="http://schemas.microsoft.com/office/drawing/2014/main" id="{9F71EDB9-F493-9C6D-7CDF-D3FD2DA0B03B}"/>
              </a:ext>
            </a:extLst>
          </p:cNvPr>
          <p:cNvSpPr txBox="1"/>
          <p:nvPr/>
        </p:nvSpPr>
        <p:spPr>
          <a:xfrm>
            <a:off x="889871" y="2987034"/>
            <a:ext cx="1380699" cy="276999"/>
          </a:xfrm>
          <a:prstGeom prst="rect">
            <a:avLst/>
          </a:prstGeom>
          <a:noFill/>
        </p:spPr>
        <p:txBody>
          <a:bodyPr wrap="none" rtlCol="0">
            <a:spAutoFit/>
          </a:bodyPr>
          <a:lstStyle/>
          <a:p>
            <a:r>
              <a:rPr lang="fr-FR" sz="1200" b="1" dirty="0">
                <a:solidFill>
                  <a:srgbClr val="C00000"/>
                </a:solidFill>
                <a:latin typeface="Calibri" panose="020F0502020204030204" pitchFamily="34" charset="0"/>
                <a:ea typeface="Calibri" panose="020F0502020204030204" pitchFamily="34" charset="0"/>
                <a:cs typeface="Calibri" panose="020F0502020204030204" pitchFamily="34" charset="0"/>
              </a:rPr>
              <a:t>3. Note de cadrage</a:t>
            </a:r>
          </a:p>
        </p:txBody>
      </p:sp>
      <p:sp>
        <p:nvSpPr>
          <p:cNvPr id="32" name="ZoneTexte 31">
            <a:extLst>
              <a:ext uri="{FF2B5EF4-FFF2-40B4-BE49-F238E27FC236}">
                <a16:creationId xmlns:a16="http://schemas.microsoft.com/office/drawing/2014/main" id="{089C0612-2E06-E41A-F7E9-D4AE2F65ED18}"/>
              </a:ext>
            </a:extLst>
          </p:cNvPr>
          <p:cNvSpPr txBox="1"/>
          <p:nvPr/>
        </p:nvSpPr>
        <p:spPr>
          <a:xfrm>
            <a:off x="-32816" y="3265029"/>
            <a:ext cx="155702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4. Analyse des risques</a:t>
            </a:r>
          </a:p>
        </p:txBody>
      </p:sp>
      <p:sp>
        <p:nvSpPr>
          <p:cNvPr id="33" name="ZoneTexte 32">
            <a:extLst>
              <a:ext uri="{FF2B5EF4-FFF2-40B4-BE49-F238E27FC236}">
                <a16:creationId xmlns:a16="http://schemas.microsoft.com/office/drawing/2014/main" id="{20A2D3BC-6649-F90E-6E26-8DFF55B49CA3}"/>
              </a:ext>
            </a:extLst>
          </p:cNvPr>
          <p:cNvSpPr txBox="1"/>
          <p:nvPr/>
        </p:nvSpPr>
        <p:spPr>
          <a:xfrm>
            <a:off x="-23253" y="3542028"/>
            <a:ext cx="1040798"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5. Nouveau SI</a:t>
            </a:r>
          </a:p>
        </p:txBody>
      </p:sp>
      <p:sp>
        <p:nvSpPr>
          <p:cNvPr id="34" name="ZoneTexte 33">
            <a:extLst>
              <a:ext uri="{FF2B5EF4-FFF2-40B4-BE49-F238E27FC236}">
                <a16:creationId xmlns:a16="http://schemas.microsoft.com/office/drawing/2014/main" id="{1E8D0F79-3385-C324-EF81-BE9297E6F55B}"/>
              </a:ext>
            </a:extLst>
          </p:cNvPr>
          <p:cNvSpPr txBox="1"/>
          <p:nvPr/>
        </p:nvSpPr>
        <p:spPr>
          <a:xfrm>
            <a:off x="-13697" y="3821018"/>
            <a:ext cx="196835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6. Déploiement et formation</a:t>
            </a:r>
          </a:p>
        </p:txBody>
      </p:sp>
      <p:sp>
        <p:nvSpPr>
          <p:cNvPr id="35" name="ZoneTexte 34">
            <a:extLst>
              <a:ext uri="{FF2B5EF4-FFF2-40B4-BE49-F238E27FC236}">
                <a16:creationId xmlns:a16="http://schemas.microsoft.com/office/drawing/2014/main" id="{16D93715-60C1-6ABA-2663-41D8BA0AE74C}"/>
              </a:ext>
            </a:extLst>
          </p:cNvPr>
          <p:cNvSpPr txBox="1"/>
          <p:nvPr/>
        </p:nvSpPr>
        <p:spPr>
          <a:xfrm>
            <a:off x="-13697" y="4098017"/>
            <a:ext cx="1845955"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7. Contrat de maintenance</a:t>
            </a:r>
          </a:p>
        </p:txBody>
      </p:sp>
    </p:spTree>
    <p:extLst>
      <p:ext uri="{BB962C8B-B14F-4D97-AF65-F5344CB8AC3E}">
        <p14:creationId xmlns:p14="http://schemas.microsoft.com/office/powerpoint/2010/main" val="23619875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CA8ED-DF6C-573F-CE3C-C364BE20596D}"/>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53D1586C-278A-82C8-D5A4-EF2BD650286F}"/>
              </a:ext>
            </a:extLst>
          </p:cNvPr>
          <p:cNvSpPr>
            <a:spLocks noGrp="1"/>
          </p:cNvSpPr>
          <p:nvPr>
            <p:ph type="dt" sz="half" idx="10"/>
          </p:nvPr>
        </p:nvSpPr>
        <p:spPr/>
        <p:txBody>
          <a:bodyPr/>
          <a:lstStyle/>
          <a:p>
            <a:fld id="{71A39EF6-AF95-4ACF-B35E-ACB6264B09CC}" type="datetime1">
              <a:rPr lang="fr-FR" smtClean="0"/>
              <a:t>04/03/2025</a:t>
            </a:fld>
            <a:endParaRPr lang="fr-FR"/>
          </a:p>
        </p:txBody>
      </p:sp>
      <p:sp>
        <p:nvSpPr>
          <p:cNvPr id="5" name="Espace réservé du numéro de diapositive 4">
            <a:extLst>
              <a:ext uri="{FF2B5EF4-FFF2-40B4-BE49-F238E27FC236}">
                <a16:creationId xmlns:a16="http://schemas.microsoft.com/office/drawing/2014/main" id="{54FECF53-8ED9-3A6E-81E1-BB45942D3BD7}"/>
              </a:ext>
            </a:extLst>
          </p:cNvPr>
          <p:cNvSpPr>
            <a:spLocks noGrp="1"/>
          </p:cNvSpPr>
          <p:nvPr>
            <p:ph type="sldNum" sz="quarter" idx="12"/>
          </p:nvPr>
        </p:nvSpPr>
        <p:spPr/>
        <p:txBody>
          <a:bodyPr/>
          <a:lstStyle/>
          <a:p>
            <a:fld id="{C4B8AC06-870A-4C43-8EB6-F7945B1E9F37}" type="slidenum">
              <a:rPr lang="fr-FR" smtClean="0"/>
              <a:t>13</a:t>
            </a:fld>
            <a:endParaRPr lang="fr-FR"/>
          </a:p>
        </p:txBody>
      </p:sp>
      <p:sp>
        <p:nvSpPr>
          <p:cNvPr id="9" name="ZoneTexte 8">
            <a:extLst>
              <a:ext uri="{FF2B5EF4-FFF2-40B4-BE49-F238E27FC236}">
                <a16:creationId xmlns:a16="http://schemas.microsoft.com/office/drawing/2014/main" id="{32AC040F-444B-F355-59F6-2EB530501171}"/>
              </a:ext>
            </a:extLst>
          </p:cNvPr>
          <p:cNvSpPr txBox="1"/>
          <p:nvPr/>
        </p:nvSpPr>
        <p:spPr>
          <a:xfrm>
            <a:off x="2280402" y="1268286"/>
            <a:ext cx="2785374" cy="307777"/>
          </a:xfrm>
          <a:prstGeom prst="rect">
            <a:avLst/>
          </a:prstGeom>
          <a:noFill/>
        </p:spPr>
        <p:txBody>
          <a:bodyPr wrap="square">
            <a:spAutoFit/>
          </a:bodyPr>
          <a:lstStyle/>
          <a:p>
            <a:r>
              <a:rPr lang="fr-FR" sz="1400" b="1" dirty="0">
                <a:latin typeface="Calibri" panose="020F0502020204030204" pitchFamily="34" charset="0"/>
                <a:ea typeface="Calibri" panose="020F0502020204030204" pitchFamily="34" charset="0"/>
                <a:cs typeface="Calibri" panose="020F0502020204030204" pitchFamily="34" charset="0"/>
              </a:rPr>
              <a:t>Livrables attendus</a:t>
            </a:r>
          </a:p>
        </p:txBody>
      </p:sp>
      <p:sp>
        <p:nvSpPr>
          <p:cNvPr id="3" name="ZoneTexte 2">
            <a:extLst>
              <a:ext uri="{FF2B5EF4-FFF2-40B4-BE49-F238E27FC236}">
                <a16:creationId xmlns:a16="http://schemas.microsoft.com/office/drawing/2014/main" id="{3B144503-A8CD-F12B-6079-8BAE482C5DA9}"/>
              </a:ext>
            </a:extLst>
          </p:cNvPr>
          <p:cNvSpPr txBox="1"/>
          <p:nvPr/>
        </p:nvSpPr>
        <p:spPr>
          <a:xfrm>
            <a:off x="3048762" y="2371590"/>
            <a:ext cx="6094476" cy="2462213"/>
          </a:xfrm>
          <a:prstGeom prst="rect">
            <a:avLst/>
          </a:prstGeom>
          <a:noFill/>
        </p:spPr>
        <p:txBody>
          <a:bodyPr wrap="square">
            <a:spAutoFit/>
          </a:bodyPr>
          <a:lstStyle/>
          <a:p>
            <a:pPr marL="285750" indent="-285750">
              <a:buFont typeface="Arial" panose="020B0604020202020204" pitchFamily="34" charset="0"/>
              <a:buChar char="•"/>
            </a:pPr>
            <a:r>
              <a:rPr lang="fr-FR" sz="1400" dirty="0">
                <a:latin typeface="Calibri" panose="020F0502020204030204" pitchFamily="34" charset="0"/>
                <a:ea typeface="Calibri" panose="020F0502020204030204" pitchFamily="34" charset="0"/>
                <a:cs typeface="Calibri" panose="020F0502020204030204" pitchFamily="34" charset="0"/>
              </a:rPr>
              <a:t>Infrastructure cloud opérationnelle avec les VM déployées et configurées</a:t>
            </a:r>
          </a:p>
          <a:p>
            <a:pPr marL="285750" indent="-285750">
              <a:buFont typeface="Arial" panose="020B0604020202020204" pitchFamily="34" charset="0"/>
              <a:buChar char="•"/>
            </a:pPr>
            <a:endParaRPr lang="fr-FR"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fr-FR" sz="1400" dirty="0">
                <a:latin typeface="Calibri" panose="020F0502020204030204" pitchFamily="34" charset="0"/>
                <a:ea typeface="Calibri" panose="020F0502020204030204" pitchFamily="34" charset="0"/>
                <a:cs typeface="Calibri" panose="020F0502020204030204" pitchFamily="34" charset="0"/>
              </a:rPr>
              <a:t>Nouveaux équipements industriels installés et fonctionnels</a:t>
            </a:r>
          </a:p>
          <a:p>
            <a:pPr marL="285750" indent="-285750">
              <a:buFont typeface="Arial" panose="020B0604020202020204" pitchFamily="34" charset="0"/>
              <a:buChar char="•"/>
            </a:pPr>
            <a:endParaRPr lang="fr-FR"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fr-FR" sz="1400" dirty="0">
                <a:latin typeface="Calibri" panose="020F0502020204030204" pitchFamily="34" charset="0"/>
                <a:ea typeface="Calibri" panose="020F0502020204030204" pitchFamily="34" charset="0"/>
                <a:cs typeface="Calibri" panose="020F0502020204030204" pitchFamily="34" charset="0"/>
              </a:rPr>
              <a:t>Réseau modernisé avec une supervision centralisée et de la redondance</a:t>
            </a:r>
          </a:p>
          <a:p>
            <a:pPr marL="285750" indent="-285750">
              <a:buFont typeface="Arial" panose="020B0604020202020204" pitchFamily="34" charset="0"/>
              <a:buChar char="•"/>
            </a:pPr>
            <a:endParaRPr lang="fr-FR"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fr-FR" sz="1400" dirty="0">
                <a:latin typeface="Calibri" panose="020F0502020204030204" pitchFamily="34" charset="0"/>
                <a:ea typeface="Calibri" panose="020F0502020204030204" pitchFamily="34" charset="0"/>
                <a:cs typeface="Calibri" panose="020F0502020204030204" pitchFamily="34" charset="0"/>
              </a:rPr>
              <a:t>Système de broker en place pour la gestion des anciens équipements</a:t>
            </a:r>
          </a:p>
          <a:p>
            <a:pPr marL="285750" indent="-285750">
              <a:buFont typeface="Arial" panose="020B0604020202020204" pitchFamily="34" charset="0"/>
              <a:buChar char="•"/>
            </a:pPr>
            <a:endParaRPr lang="fr-FR"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fr-FR" sz="1400" dirty="0">
                <a:latin typeface="Calibri" panose="020F0502020204030204" pitchFamily="34" charset="0"/>
                <a:ea typeface="Calibri" panose="020F0502020204030204" pitchFamily="34" charset="0"/>
                <a:cs typeface="Calibri" panose="020F0502020204030204" pitchFamily="34" charset="0"/>
              </a:rPr>
              <a:t>Documentation technique et guide utilisateur</a:t>
            </a:r>
          </a:p>
          <a:p>
            <a:pPr marL="285750" indent="-285750">
              <a:buFont typeface="Arial" panose="020B0604020202020204" pitchFamily="34" charset="0"/>
              <a:buChar char="•"/>
            </a:pPr>
            <a:endParaRPr lang="fr-FR"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fr-FR" sz="1400" dirty="0">
                <a:latin typeface="Calibri" panose="020F0502020204030204" pitchFamily="34" charset="0"/>
                <a:ea typeface="Calibri" panose="020F0502020204030204" pitchFamily="34" charset="0"/>
                <a:cs typeface="Calibri" panose="020F0502020204030204" pitchFamily="34" charset="0"/>
              </a:rPr>
              <a:t>Plan de formation pour les équipes internes</a:t>
            </a:r>
          </a:p>
        </p:txBody>
      </p:sp>
      <p:sp>
        <p:nvSpPr>
          <p:cNvPr id="2" name="ZoneTexte 1">
            <a:extLst>
              <a:ext uri="{FF2B5EF4-FFF2-40B4-BE49-F238E27FC236}">
                <a16:creationId xmlns:a16="http://schemas.microsoft.com/office/drawing/2014/main" id="{C96C9342-7EFB-6B09-F2E4-1B2C4E38CCBD}"/>
              </a:ext>
            </a:extLst>
          </p:cNvPr>
          <p:cNvSpPr txBox="1"/>
          <p:nvPr/>
        </p:nvSpPr>
        <p:spPr>
          <a:xfrm>
            <a:off x="4774440" y="94283"/>
            <a:ext cx="4744464" cy="338554"/>
          </a:xfrm>
          <a:prstGeom prst="rect">
            <a:avLst/>
          </a:prstGeom>
          <a:noFill/>
        </p:spPr>
        <p:txBody>
          <a:bodyPr wrap="square">
            <a:spAutoFit/>
          </a:bodyPr>
          <a:lstStyle/>
          <a:p>
            <a:pPr algn="ctr"/>
            <a:r>
              <a:rPr lang="fr-FR" sz="1600" b="1" dirty="0">
                <a:solidFill>
                  <a:schemeClr val="bg1"/>
                </a:solidFill>
                <a:latin typeface="Calibri" panose="020F0502020204030204" pitchFamily="34" charset="0"/>
                <a:ea typeface="Calibri" panose="020F0502020204030204" pitchFamily="34" charset="0"/>
                <a:cs typeface="Calibri" panose="020F0502020204030204" pitchFamily="34" charset="0"/>
              </a:rPr>
              <a:t>3. Note de cadrage</a:t>
            </a:r>
          </a:p>
        </p:txBody>
      </p:sp>
      <p:sp>
        <p:nvSpPr>
          <p:cNvPr id="29" name="ZoneTexte 28">
            <a:extLst>
              <a:ext uri="{FF2B5EF4-FFF2-40B4-BE49-F238E27FC236}">
                <a16:creationId xmlns:a16="http://schemas.microsoft.com/office/drawing/2014/main" id="{06BB199C-F9A6-8B50-6F8A-4DC0A29F82E4}"/>
              </a:ext>
            </a:extLst>
          </p:cNvPr>
          <p:cNvSpPr txBox="1"/>
          <p:nvPr/>
        </p:nvSpPr>
        <p:spPr>
          <a:xfrm>
            <a:off x="-59991" y="2432041"/>
            <a:ext cx="189224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1. Introduction &amp; Contexte</a:t>
            </a:r>
          </a:p>
        </p:txBody>
      </p:sp>
      <p:sp>
        <p:nvSpPr>
          <p:cNvPr id="30" name="ZoneTexte 29">
            <a:extLst>
              <a:ext uri="{FF2B5EF4-FFF2-40B4-BE49-F238E27FC236}">
                <a16:creationId xmlns:a16="http://schemas.microsoft.com/office/drawing/2014/main" id="{245C9456-8510-6471-2042-35868F905225}"/>
              </a:ext>
            </a:extLst>
          </p:cNvPr>
          <p:cNvSpPr txBox="1"/>
          <p:nvPr/>
        </p:nvSpPr>
        <p:spPr>
          <a:xfrm>
            <a:off x="-32814" y="2711031"/>
            <a:ext cx="177119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2. L’existant &amp; Limitations</a:t>
            </a:r>
          </a:p>
        </p:txBody>
      </p:sp>
      <p:sp>
        <p:nvSpPr>
          <p:cNvPr id="31" name="ZoneTexte 30">
            <a:extLst>
              <a:ext uri="{FF2B5EF4-FFF2-40B4-BE49-F238E27FC236}">
                <a16:creationId xmlns:a16="http://schemas.microsoft.com/office/drawing/2014/main" id="{059CDA63-C70E-A625-1DC9-C69F9C92CFAC}"/>
              </a:ext>
            </a:extLst>
          </p:cNvPr>
          <p:cNvSpPr txBox="1"/>
          <p:nvPr/>
        </p:nvSpPr>
        <p:spPr>
          <a:xfrm>
            <a:off x="889871" y="2987034"/>
            <a:ext cx="1380699" cy="276999"/>
          </a:xfrm>
          <a:prstGeom prst="rect">
            <a:avLst/>
          </a:prstGeom>
          <a:noFill/>
        </p:spPr>
        <p:txBody>
          <a:bodyPr wrap="none" rtlCol="0">
            <a:spAutoFit/>
          </a:bodyPr>
          <a:lstStyle/>
          <a:p>
            <a:r>
              <a:rPr lang="fr-FR" sz="1200" b="1" dirty="0">
                <a:solidFill>
                  <a:srgbClr val="C00000"/>
                </a:solidFill>
                <a:latin typeface="Calibri" panose="020F0502020204030204" pitchFamily="34" charset="0"/>
                <a:ea typeface="Calibri" panose="020F0502020204030204" pitchFamily="34" charset="0"/>
                <a:cs typeface="Calibri" panose="020F0502020204030204" pitchFamily="34" charset="0"/>
              </a:rPr>
              <a:t>3. Note de cadrage</a:t>
            </a:r>
          </a:p>
        </p:txBody>
      </p:sp>
      <p:sp>
        <p:nvSpPr>
          <p:cNvPr id="32" name="ZoneTexte 31">
            <a:extLst>
              <a:ext uri="{FF2B5EF4-FFF2-40B4-BE49-F238E27FC236}">
                <a16:creationId xmlns:a16="http://schemas.microsoft.com/office/drawing/2014/main" id="{520E0088-2CC2-327D-676F-2DD3B7E88188}"/>
              </a:ext>
            </a:extLst>
          </p:cNvPr>
          <p:cNvSpPr txBox="1"/>
          <p:nvPr/>
        </p:nvSpPr>
        <p:spPr>
          <a:xfrm>
            <a:off x="-32816" y="3265029"/>
            <a:ext cx="155702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4. Analyse des risques</a:t>
            </a:r>
          </a:p>
        </p:txBody>
      </p:sp>
      <p:sp>
        <p:nvSpPr>
          <p:cNvPr id="33" name="ZoneTexte 32">
            <a:extLst>
              <a:ext uri="{FF2B5EF4-FFF2-40B4-BE49-F238E27FC236}">
                <a16:creationId xmlns:a16="http://schemas.microsoft.com/office/drawing/2014/main" id="{5B2D4185-7F43-6F6C-8480-1E542E5658CE}"/>
              </a:ext>
            </a:extLst>
          </p:cNvPr>
          <p:cNvSpPr txBox="1"/>
          <p:nvPr/>
        </p:nvSpPr>
        <p:spPr>
          <a:xfrm>
            <a:off x="-23253" y="3542028"/>
            <a:ext cx="1040798"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5. Nouveau SI</a:t>
            </a:r>
          </a:p>
        </p:txBody>
      </p:sp>
      <p:sp>
        <p:nvSpPr>
          <p:cNvPr id="34" name="ZoneTexte 33">
            <a:extLst>
              <a:ext uri="{FF2B5EF4-FFF2-40B4-BE49-F238E27FC236}">
                <a16:creationId xmlns:a16="http://schemas.microsoft.com/office/drawing/2014/main" id="{81F73D29-87A3-AED1-B843-ECE86C34621A}"/>
              </a:ext>
            </a:extLst>
          </p:cNvPr>
          <p:cNvSpPr txBox="1"/>
          <p:nvPr/>
        </p:nvSpPr>
        <p:spPr>
          <a:xfrm>
            <a:off x="-13697" y="3821018"/>
            <a:ext cx="196835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6. Déploiement et formation</a:t>
            </a:r>
          </a:p>
        </p:txBody>
      </p:sp>
      <p:sp>
        <p:nvSpPr>
          <p:cNvPr id="35" name="ZoneTexte 34">
            <a:extLst>
              <a:ext uri="{FF2B5EF4-FFF2-40B4-BE49-F238E27FC236}">
                <a16:creationId xmlns:a16="http://schemas.microsoft.com/office/drawing/2014/main" id="{94011629-B558-E9F4-0284-EEF7403AA340}"/>
              </a:ext>
            </a:extLst>
          </p:cNvPr>
          <p:cNvSpPr txBox="1"/>
          <p:nvPr/>
        </p:nvSpPr>
        <p:spPr>
          <a:xfrm>
            <a:off x="-13697" y="4098017"/>
            <a:ext cx="1845955"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7. Contrat de maintenance</a:t>
            </a:r>
          </a:p>
        </p:txBody>
      </p:sp>
    </p:spTree>
    <p:extLst>
      <p:ext uri="{BB962C8B-B14F-4D97-AF65-F5344CB8AC3E}">
        <p14:creationId xmlns:p14="http://schemas.microsoft.com/office/powerpoint/2010/main" val="39435418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182D2-64B7-F82B-E749-2E76D767BC60}"/>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DAF4D6BA-70ED-0307-4379-B2B59496B871}"/>
              </a:ext>
            </a:extLst>
          </p:cNvPr>
          <p:cNvSpPr>
            <a:spLocks noGrp="1"/>
          </p:cNvSpPr>
          <p:nvPr>
            <p:ph type="dt" sz="half" idx="10"/>
          </p:nvPr>
        </p:nvSpPr>
        <p:spPr/>
        <p:txBody>
          <a:bodyPr/>
          <a:lstStyle/>
          <a:p>
            <a:fld id="{71A39EF6-AF95-4ACF-B35E-ACB6264B09CC}" type="datetime1">
              <a:rPr lang="fr-FR" smtClean="0"/>
              <a:t>04/03/2025</a:t>
            </a:fld>
            <a:endParaRPr lang="fr-FR"/>
          </a:p>
        </p:txBody>
      </p:sp>
      <p:sp>
        <p:nvSpPr>
          <p:cNvPr id="5" name="Espace réservé du numéro de diapositive 4">
            <a:extLst>
              <a:ext uri="{FF2B5EF4-FFF2-40B4-BE49-F238E27FC236}">
                <a16:creationId xmlns:a16="http://schemas.microsoft.com/office/drawing/2014/main" id="{F5F9DA29-5017-E5CB-897C-FAB35514021B}"/>
              </a:ext>
            </a:extLst>
          </p:cNvPr>
          <p:cNvSpPr>
            <a:spLocks noGrp="1"/>
          </p:cNvSpPr>
          <p:nvPr>
            <p:ph type="sldNum" sz="quarter" idx="12"/>
          </p:nvPr>
        </p:nvSpPr>
        <p:spPr/>
        <p:txBody>
          <a:bodyPr/>
          <a:lstStyle/>
          <a:p>
            <a:fld id="{C4B8AC06-870A-4C43-8EB6-F7945B1E9F37}" type="slidenum">
              <a:rPr lang="fr-FR" smtClean="0"/>
              <a:t>14</a:t>
            </a:fld>
            <a:endParaRPr lang="fr-FR"/>
          </a:p>
        </p:txBody>
      </p:sp>
      <p:sp>
        <p:nvSpPr>
          <p:cNvPr id="9" name="ZoneTexte 8">
            <a:extLst>
              <a:ext uri="{FF2B5EF4-FFF2-40B4-BE49-F238E27FC236}">
                <a16:creationId xmlns:a16="http://schemas.microsoft.com/office/drawing/2014/main" id="{B2B6B0CD-1D10-B54A-C135-DA76D99CD2DB}"/>
              </a:ext>
            </a:extLst>
          </p:cNvPr>
          <p:cNvSpPr txBox="1"/>
          <p:nvPr/>
        </p:nvSpPr>
        <p:spPr>
          <a:xfrm>
            <a:off x="2280402" y="1268286"/>
            <a:ext cx="2785374" cy="307777"/>
          </a:xfrm>
          <a:prstGeom prst="rect">
            <a:avLst/>
          </a:prstGeom>
          <a:noFill/>
        </p:spPr>
        <p:txBody>
          <a:bodyPr wrap="square">
            <a:spAutoFit/>
          </a:bodyPr>
          <a:lstStyle/>
          <a:p>
            <a:r>
              <a:rPr lang="fr-FR" sz="1400" b="1" dirty="0">
                <a:latin typeface="Calibri" panose="020F0502020204030204" pitchFamily="34" charset="0"/>
                <a:ea typeface="Calibri" panose="020F0502020204030204" pitchFamily="34" charset="0"/>
                <a:cs typeface="Calibri" panose="020F0502020204030204" pitchFamily="34" charset="0"/>
              </a:rPr>
              <a:t>Planning Prévisionnel</a:t>
            </a:r>
          </a:p>
        </p:txBody>
      </p:sp>
      <p:graphicFrame>
        <p:nvGraphicFramePr>
          <p:cNvPr id="2" name="Tableau 1">
            <a:extLst>
              <a:ext uri="{FF2B5EF4-FFF2-40B4-BE49-F238E27FC236}">
                <a16:creationId xmlns:a16="http://schemas.microsoft.com/office/drawing/2014/main" id="{61663F77-75B0-60BA-1546-13E23752AED2}"/>
              </a:ext>
            </a:extLst>
          </p:cNvPr>
          <p:cNvGraphicFramePr>
            <a:graphicFrameLocks noGrp="1"/>
          </p:cNvGraphicFramePr>
          <p:nvPr>
            <p:extLst>
              <p:ext uri="{D42A27DB-BD31-4B8C-83A1-F6EECF244321}">
                <p14:modId xmlns:p14="http://schemas.microsoft.com/office/powerpoint/2010/main" val="4017671835"/>
              </p:ext>
            </p:extLst>
          </p:nvPr>
        </p:nvGraphicFramePr>
        <p:xfrm>
          <a:off x="3091378" y="1555373"/>
          <a:ext cx="8110588" cy="5079480"/>
        </p:xfrm>
        <a:graphic>
          <a:graphicData uri="http://schemas.openxmlformats.org/drawingml/2006/table">
            <a:tbl>
              <a:tblPr/>
              <a:tblGrid>
                <a:gridCol w="2027647">
                  <a:extLst>
                    <a:ext uri="{9D8B030D-6E8A-4147-A177-3AD203B41FA5}">
                      <a16:colId xmlns:a16="http://schemas.microsoft.com/office/drawing/2014/main" val="2084647810"/>
                    </a:ext>
                  </a:extLst>
                </a:gridCol>
                <a:gridCol w="2027647">
                  <a:extLst>
                    <a:ext uri="{9D8B030D-6E8A-4147-A177-3AD203B41FA5}">
                      <a16:colId xmlns:a16="http://schemas.microsoft.com/office/drawing/2014/main" val="2648311337"/>
                    </a:ext>
                  </a:extLst>
                </a:gridCol>
                <a:gridCol w="2027647">
                  <a:extLst>
                    <a:ext uri="{9D8B030D-6E8A-4147-A177-3AD203B41FA5}">
                      <a16:colId xmlns:a16="http://schemas.microsoft.com/office/drawing/2014/main" val="2107281873"/>
                    </a:ext>
                  </a:extLst>
                </a:gridCol>
                <a:gridCol w="2027647">
                  <a:extLst>
                    <a:ext uri="{9D8B030D-6E8A-4147-A177-3AD203B41FA5}">
                      <a16:colId xmlns:a16="http://schemas.microsoft.com/office/drawing/2014/main" val="3542317771"/>
                    </a:ext>
                  </a:extLst>
                </a:gridCol>
              </a:tblGrid>
              <a:tr h="246718">
                <a:tc>
                  <a:txBody>
                    <a:bodyPr/>
                    <a:lstStyle/>
                    <a:p>
                      <a:pPr algn="ctr"/>
                      <a:r>
                        <a:rPr lang="fr-FR" sz="1400" b="1" dirty="0">
                          <a:latin typeface="Calibri"/>
                        </a:rPr>
                        <a:t>Phase</a:t>
                      </a:r>
                      <a:endParaRPr lang="fr-FR" sz="1400" dirty="0">
                        <a:latin typeface="Calibri"/>
                      </a:endParaRP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1400" b="1" dirty="0">
                          <a:latin typeface="Calibri"/>
                        </a:rPr>
                        <a:t>Durée estimée</a:t>
                      </a:r>
                      <a:endParaRPr lang="fr-FR" sz="1400" dirty="0">
                        <a:latin typeface="Calibri"/>
                      </a:endParaRP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1400" b="1" dirty="0">
                          <a:latin typeface="Calibri"/>
                        </a:rPr>
                        <a:t>Principales Activités</a:t>
                      </a:r>
                      <a:endParaRPr lang="fr-FR" sz="1400" dirty="0">
                        <a:latin typeface="Calibri"/>
                      </a:endParaRP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1400" b="1" dirty="0">
                          <a:latin typeface="Calibri"/>
                        </a:rPr>
                        <a:t>Livrables</a:t>
                      </a:r>
                      <a:endParaRPr lang="fr-FR" sz="1400" dirty="0">
                        <a:latin typeface="Calibri"/>
                      </a:endParaRP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59422659"/>
                  </a:ext>
                </a:extLst>
              </a:tr>
              <a:tr h="638907">
                <a:tc>
                  <a:txBody>
                    <a:bodyPr/>
                    <a:lstStyle/>
                    <a:p>
                      <a:pPr algn="ctr"/>
                      <a:r>
                        <a:rPr lang="fr-FR" sz="1400" b="1" dirty="0">
                          <a:latin typeface="Calibri"/>
                        </a:rPr>
                        <a:t>Préparation et cadrage</a:t>
                      </a:r>
                      <a:endParaRPr lang="fr-FR" sz="1400" dirty="0">
                        <a:latin typeface="Calibri"/>
                      </a:endParaRP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1400" b="1" dirty="0">
                          <a:latin typeface="Calibri"/>
                        </a:rPr>
                        <a:t>1 mois</a:t>
                      </a:r>
                      <a:endParaRPr lang="fr-FR" sz="1400" dirty="0">
                        <a:latin typeface="Calibri"/>
                      </a:endParaRP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1400" dirty="0">
                          <a:latin typeface="Calibri"/>
                        </a:rPr>
                        <a:t>Audit IT, définition des besoins, sélection des fournisseurs</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1400" dirty="0">
                          <a:latin typeface="Calibri"/>
                        </a:rPr>
                        <a:t>Document de cadrage, contrats signés</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8116324"/>
                  </a:ext>
                </a:extLst>
              </a:tr>
              <a:tr h="1031097">
                <a:tc>
                  <a:txBody>
                    <a:bodyPr/>
                    <a:lstStyle/>
                    <a:p>
                      <a:pPr algn="ctr"/>
                      <a:r>
                        <a:rPr lang="fr-FR" sz="1400" b="1" dirty="0">
                          <a:latin typeface="Calibri"/>
                        </a:rPr>
                        <a:t>Déploiement du Cloud et Système</a:t>
                      </a:r>
                      <a:endParaRPr lang="fr-FR" sz="1400" dirty="0">
                        <a:latin typeface="Calibri"/>
                      </a:endParaRP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ctr">
                        <a:buNone/>
                      </a:pPr>
                      <a:r>
                        <a:rPr lang="fr-FR" sz="1400" b="1" dirty="0">
                          <a:latin typeface="Calibri"/>
                        </a:rPr>
                        <a:t>1 mois</a:t>
                      </a:r>
                      <a:endParaRPr lang="fr-FR" sz="1400" dirty="0">
                        <a:latin typeface="Calibri"/>
                      </a:endParaRP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1400" dirty="0">
                          <a:latin typeface="Calibri"/>
                        </a:rPr>
                        <a:t>Déploiement VM, migration Exchange, mise en place ERP et stockage Cloud, modernisation des PC</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1400" dirty="0">
                          <a:latin typeface="Calibri"/>
                        </a:rPr>
                        <a:t>VM opérationnelles, ERP fonctionnel, stockage Cloud déployé</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26995980"/>
                  </a:ext>
                </a:extLst>
              </a:tr>
              <a:tr h="638907">
                <a:tc>
                  <a:txBody>
                    <a:bodyPr/>
                    <a:lstStyle/>
                    <a:p>
                      <a:pPr algn="ctr"/>
                      <a:r>
                        <a:rPr lang="fr-FR" sz="1400" b="1" dirty="0">
                          <a:latin typeface="Calibri"/>
                        </a:rPr>
                        <a:t>Modernisation du Réseau</a:t>
                      </a:r>
                      <a:endParaRPr lang="fr-FR" sz="1400" dirty="0">
                        <a:latin typeface="Calibri"/>
                      </a:endParaRP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ctr">
                        <a:buNone/>
                      </a:pPr>
                      <a:r>
                        <a:rPr lang="fr-FR" sz="1400" b="1" dirty="0">
                          <a:latin typeface="Calibri"/>
                        </a:rPr>
                        <a:t>2 semaines</a:t>
                      </a:r>
                      <a:endParaRPr lang="fr-FR" sz="1400" dirty="0">
                        <a:latin typeface="Calibri"/>
                      </a:endParaRP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1400" dirty="0">
                          <a:latin typeface="Calibri"/>
                        </a:rPr>
                        <a:t>Installation routeurs, switches, Wi-Fi, firewalls, supervision réseau</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1400" dirty="0">
                          <a:latin typeface="Calibri"/>
                        </a:rPr>
                        <a:t>Réseau modernisé, supervision active</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88737403"/>
                  </a:ext>
                </a:extLst>
              </a:tr>
              <a:tr h="638907">
                <a:tc>
                  <a:txBody>
                    <a:bodyPr/>
                    <a:lstStyle/>
                    <a:p>
                      <a:pPr algn="ctr"/>
                      <a:r>
                        <a:rPr lang="fr-FR" sz="1400" b="1" dirty="0">
                          <a:latin typeface="Calibri"/>
                        </a:rPr>
                        <a:t>Informatique Industrielle</a:t>
                      </a:r>
                      <a:endParaRPr lang="fr-FR" sz="1400" dirty="0">
                        <a:latin typeface="Calibri"/>
                      </a:endParaRP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ctr">
                        <a:buNone/>
                      </a:pPr>
                      <a:r>
                        <a:rPr lang="fr-FR" sz="1400" b="1" dirty="0">
                          <a:latin typeface="Calibri"/>
                        </a:rPr>
                        <a:t>2 semaines</a:t>
                      </a:r>
                      <a:endParaRPr lang="fr-FR" sz="1400" dirty="0">
                        <a:latin typeface="Calibri"/>
                      </a:endParaRP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1400" dirty="0">
                          <a:latin typeface="Calibri"/>
                        </a:rPr>
                        <a:t>Installation des postes et tablettes industriels, formation des opérateurs</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1400" dirty="0">
                          <a:latin typeface="Calibri"/>
                        </a:rPr>
                        <a:t>Équipements industriels en place, opérateurs formés</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08270144"/>
                  </a:ext>
                </a:extLst>
              </a:tr>
              <a:tr h="638907">
                <a:tc>
                  <a:txBody>
                    <a:bodyPr/>
                    <a:lstStyle/>
                    <a:p>
                      <a:pPr algn="ctr"/>
                      <a:r>
                        <a:rPr lang="fr-FR" sz="1400" b="1" dirty="0">
                          <a:latin typeface="Calibri"/>
                        </a:rPr>
                        <a:t>Tests, Validation et Revente</a:t>
                      </a:r>
                      <a:endParaRPr lang="fr-FR" sz="1400" dirty="0">
                        <a:latin typeface="Calibri"/>
                      </a:endParaRP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1400" b="1" dirty="0">
                          <a:latin typeface="Calibri"/>
                        </a:rPr>
                        <a:t>1 mois</a:t>
                      </a:r>
                      <a:endParaRPr lang="fr-FR" sz="1400" dirty="0">
                        <a:latin typeface="Calibri"/>
                      </a:endParaRP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1400" dirty="0">
                          <a:latin typeface="Calibri"/>
                        </a:rPr>
                        <a:t>Tests fonctionnels, mise en production, revente des anciens équipements</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1400" dirty="0">
                          <a:latin typeface="Calibri"/>
                        </a:rPr>
                        <a:t>Systèmes validés, anciens équipements gérés par le broker</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8079920"/>
                  </a:ext>
                </a:extLst>
              </a:tr>
              <a:tr h="835002">
                <a:tc>
                  <a:txBody>
                    <a:bodyPr/>
                    <a:lstStyle/>
                    <a:p>
                      <a:pPr algn="ctr"/>
                      <a:r>
                        <a:rPr lang="fr-FR" sz="1400" b="1" dirty="0">
                          <a:latin typeface="Calibri"/>
                        </a:rPr>
                        <a:t>Formation et Documentation</a:t>
                      </a:r>
                      <a:endParaRPr lang="fr-FR" sz="1400" dirty="0">
                        <a:latin typeface="Calibri"/>
                      </a:endParaRP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1400" b="1" dirty="0">
                          <a:latin typeface="Calibri"/>
                        </a:rPr>
                        <a:t>1 mois</a:t>
                      </a:r>
                      <a:endParaRPr lang="fr-FR" sz="1400" dirty="0">
                        <a:latin typeface="Calibri"/>
                      </a:endParaRP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1400" dirty="0">
                          <a:latin typeface="Calibri"/>
                        </a:rPr>
                        <a:t>Rédaction documentation, formation équipes IT et utilisateurs finaux</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1400" dirty="0">
                          <a:latin typeface="Calibri"/>
                        </a:rPr>
                        <a:t>Guide utilisateur, équipes formées</a:t>
                      </a:r>
                    </a:p>
                  </a:txBody>
                  <a:tcPr marL="55080" marR="55080" marT="27540" marB="275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21510889"/>
                  </a:ext>
                </a:extLst>
              </a:tr>
            </a:tbl>
          </a:graphicData>
        </a:graphic>
      </p:graphicFrame>
      <p:sp>
        <p:nvSpPr>
          <p:cNvPr id="7" name="ZoneTexte 6">
            <a:extLst>
              <a:ext uri="{FF2B5EF4-FFF2-40B4-BE49-F238E27FC236}">
                <a16:creationId xmlns:a16="http://schemas.microsoft.com/office/drawing/2014/main" id="{1099D5E9-6FE9-6391-03CD-3D63D3B0B257}"/>
              </a:ext>
            </a:extLst>
          </p:cNvPr>
          <p:cNvSpPr txBox="1"/>
          <p:nvPr/>
        </p:nvSpPr>
        <p:spPr>
          <a:xfrm>
            <a:off x="4774440" y="94283"/>
            <a:ext cx="4744464" cy="338554"/>
          </a:xfrm>
          <a:prstGeom prst="rect">
            <a:avLst/>
          </a:prstGeom>
          <a:noFill/>
        </p:spPr>
        <p:txBody>
          <a:bodyPr wrap="square">
            <a:spAutoFit/>
          </a:bodyPr>
          <a:lstStyle/>
          <a:p>
            <a:pPr algn="ctr"/>
            <a:r>
              <a:rPr lang="fr-FR" sz="1600" b="1" dirty="0">
                <a:solidFill>
                  <a:schemeClr val="bg1"/>
                </a:solidFill>
                <a:latin typeface="Calibri" panose="020F0502020204030204" pitchFamily="34" charset="0"/>
                <a:ea typeface="Calibri" panose="020F0502020204030204" pitchFamily="34" charset="0"/>
                <a:cs typeface="Calibri" panose="020F0502020204030204" pitchFamily="34" charset="0"/>
              </a:rPr>
              <a:t>3. Note de cadrage</a:t>
            </a:r>
          </a:p>
        </p:txBody>
      </p:sp>
      <p:sp>
        <p:nvSpPr>
          <p:cNvPr id="36" name="ZoneTexte 35">
            <a:extLst>
              <a:ext uri="{FF2B5EF4-FFF2-40B4-BE49-F238E27FC236}">
                <a16:creationId xmlns:a16="http://schemas.microsoft.com/office/drawing/2014/main" id="{39AFD344-4DAF-2EA1-715D-6000A3CA1F91}"/>
              </a:ext>
            </a:extLst>
          </p:cNvPr>
          <p:cNvSpPr txBox="1"/>
          <p:nvPr/>
        </p:nvSpPr>
        <p:spPr>
          <a:xfrm>
            <a:off x="-59991" y="2432041"/>
            <a:ext cx="189224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1. Introduction &amp; Contexte</a:t>
            </a:r>
          </a:p>
        </p:txBody>
      </p:sp>
      <p:sp>
        <p:nvSpPr>
          <p:cNvPr id="37" name="ZoneTexte 36">
            <a:extLst>
              <a:ext uri="{FF2B5EF4-FFF2-40B4-BE49-F238E27FC236}">
                <a16:creationId xmlns:a16="http://schemas.microsoft.com/office/drawing/2014/main" id="{F0C5E40F-E610-1D9D-7FDD-8B958299F88B}"/>
              </a:ext>
            </a:extLst>
          </p:cNvPr>
          <p:cNvSpPr txBox="1"/>
          <p:nvPr/>
        </p:nvSpPr>
        <p:spPr>
          <a:xfrm>
            <a:off x="-32814" y="2711031"/>
            <a:ext cx="177119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2. L’existant &amp; Limitations</a:t>
            </a:r>
          </a:p>
        </p:txBody>
      </p:sp>
      <p:sp>
        <p:nvSpPr>
          <p:cNvPr id="38" name="ZoneTexte 37">
            <a:extLst>
              <a:ext uri="{FF2B5EF4-FFF2-40B4-BE49-F238E27FC236}">
                <a16:creationId xmlns:a16="http://schemas.microsoft.com/office/drawing/2014/main" id="{F06C9170-F64F-065A-50FE-807B7F2A6BF1}"/>
              </a:ext>
            </a:extLst>
          </p:cNvPr>
          <p:cNvSpPr txBox="1"/>
          <p:nvPr/>
        </p:nvSpPr>
        <p:spPr>
          <a:xfrm>
            <a:off x="889871" y="2987034"/>
            <a:ext cx="1380699" cy="276999"/>
          </a:xfrm>
          <a:prstGeom prst="rect">
            <a:avLst/>
          </a:prstGeom>
          <a:noFill/>
        </p:spPr>
        <p:txBody>
          <a:bodyPr wrap="none" rtlCol="0">
            <a:spAutoFit/>
          </a:bodyPr>
          <a:lstStyle/>
          <a:p>
            <a:r>
              <a:rPr lang="fr-FR" sz="1200" b="1" dirty="0">
                <a:solidFill>
                  <a:srgbClr val="C00000"/>
                </a:solidFill>
                <a:latin typeface="Calibri" panose="020F0502020204030204" pitchFamily="34" charset="0"/>
                <a:ea typeface="Calibri" panose="020F0502020204030204" pitchFamily="34" charset="0"/>
                <a:cs typeface="Calibri" panose="020F0502020204030204" pitchFamily="34" charset="0"/>
              </a:rPr>
              <a:t>3. Note de cadrage</a:t>
            </a:r>
          </a:p>
        </p:txBody>
      </p:sp>
      <p:sp>
        <p:nvSpPr>
          <p:cNvPr id="39" name="ZoneTexte 38">
            <a:extLst>
              <a:ext uri="{FF2B5EF4-FFF2-40B4-BE49-F238E27FC236}">
                <a16:creationId xmlns:a16="http://schemas.microsoft.com/office/drawing/2014/main" id="{12762545-B14E-718B-80C1-64587C94E688}"/>
              </a:ext>
            </a:extLst>
          </p:cNvPr>
          <p:cNvSpPr txBox="1"/>
          <p:nvPr/>
        </p:nvSpPr>
        <p:spPr>
          <a:xfrm>
            <a:off x="-32816" y="3265029"/>
            <a:ext cx="155702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4. Analyse des risques</a:t>
            </a:r>
          </a:p>
        </p:txBody>
      </p:sp>
      <p:sp>
        <p:nvSpPr>
          <p:cNvPr id="40" name="ZoneTexte 39">
            <a:extLst>
              <a:ext uri="{FF2B5EF4-FFF2-40B4-BE49-F238E27FC236}">
                <a16:creationId xmlns:a16="http://schemas.microsoft.com/office/drawing/2014/main" id="{6F668338-562A-CD2E-BEC9-8E833D11138C}"/>
              </a:ext>
            </a:extLst>
          </p:cNvPr>
          <p:cNvSpPr txBox="1"/>
          <p:nvPr/>
        </p:nvSpPr>
        <p:spPr>
          <a:xfrm>
            <a:off x="-23253" y="3542028"/>
            <a:ext cx="1040798"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5. Nouveau SI</a:t>
            </a:r>
          </a:p>
        </p:txBody>
      </p:sp>
      <p:sp>
        <p:nvSpPr>
          <p:cNvPr id="41" name="ZoneTexte 40">
            <a:extLst>
              <a:ext uri="{FF2B5EF4-FFF2-40B4-BE49-F238E27FC236}">
                <a16:creationId xmlns:a16="http://schemas.microsoft.com/office/drawing/2014/main" id="{AF460732-0F2A-DCC9-D90A-7A19CCF2C660}"/>
              </a:ext>
            </a:extLst>
          </p:cNvPr>
          <p:cNvSpPr txBox="1"/>
          <p:nvPr/>
        </p:nvSpPr>
        <p:spPr>
          <a:xfrm>
            <a:off x="-13697" y="3821018"/>
            <a:ext cx="196835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6. Déploiement et formation</a:t>
            </a:r>
          </a:p>
        </p:txBody>
      </p:sp>
      <p:sp>
        <p:nvSpPr>
          <p:cNvPr id="42" name="ZoneTexte 41">
            <a:extLst>
              <a:ext uri="{FF2B5EF4-FFF2-40B4-BE49-F238E27FC236}">
                <a16:creationId xmlns:a16="http://schemas.microsoft.com/office/drawing/2014/main" id="{67940A11-1AD7-71CA-AE13-C39AE6D8BD7C}"/>
              </a:ext>
            </a:extLst>
          </p:cNvPr>
          <p:cNvSpPr txBox="1"/>
          <p:nvPr/>
        </p:nvSpPr>
        <p:spPr>
          <a:xfrm>
            <a:off x="-13697" y="4098017"/>
            <a:ext cx="1845955"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7. Contrat de maintenance</a:t>
            </a:r>
          </a:p>
        </p:txBody>
      </p:sp>
    </p:spTree>
    <p:extLst>
      <p:ext uri="{BB962C8B-B14F-4D97-AF65-F5344CB8AC3E}">
        <p14:creationId xmlns:p14="http://schemas.microsoft.com/office/powerpoint/2010/main" val="36080850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67E55-E64A-1AD8-169D-CE92D46B74C4}"/>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5EAE6F16-DCF7-4EBE-39A5-A3EC3D5EAB05}"/>
              </a:ext>
            </a:extLst>
          </p:cNvPr>
          <p:cNvSpPr>
            <a:spLocks noGrp="1"/>
          </p:cNvSpPr>
          <p:nvPr>
            <p:ph type="dt" sz="half" idx="10"/>
          </p:nvPr>
        </p:nvSpPr>
        <p:spPr/>
        <p:txBody>
          <a:bodyPr/>
          <a:lstStyle/>
          <a:p>
            <a:fld id="{71A39EF6-AF95-4ACF-B35E-ACB6264B09CC}" type="datetime1">
              <a:rPr lang="fr-FR" smtClean="0"/>
              <a:t>04/03/2025</a:t>
            </a:fld>
            <a:endParaRPr lang="fr-FR"/>
          </a:p>
        </p:txBody>
      </p:sp>
      <p:sp>
        <p:nvSpPr>
          <p:cNvPr id="5" name="Espace réservé du numéro de diapositive 4">
            <a:extLst>
              <a:ext uri="{FF2B5EF4-FFF2-40B4-BE49-F238E27FC236}">
                <a16:creationId xmlns:a16="http://schemas.microsoft.com/office/drawing/2014/main" id="{186C6124-02F9-E129-0C6A-006E6565DB77}"/>
              </a:ext>
            </a:extLst>
          </p:cNvPr>
          <p:cNvSpPr>
            <a:spLocks noGrp="1"/>
          </p:cNvSpPr>
          <p:nvPr>
            <p:ph type="sldNum" sz="quarter" idx="12"/>
          </p:nvPr>
        </p:nvSpPr>
        <p:spPr/>
        <p:txBody>
          <a:bodyPr/>
          <a:lstStyle/>
          <a:p>
            <a:fld id="{C4B8AC06-870A-4C43-8EB6-F7945B1E9F37}" type="slidenum">
              <a:rPr lang="fr-FR" smtClean="0"/>
              <a:t>15</a:t>
            </a:fld>
            <a:endParaRPr lang="fr-FR"/>
          </a:p>
        </p:txBody>
      </p:sp>
      <p:sp>
        <p:nvSpPr>
          <p:cNvPr id="9" name="ZoneTexte 8">
            <a:extLst>
              <a:ext uri="{FF2B5EF4-FFF2-40B4-BE49-F238E27FC236}">
                <a16:creationId xmlns:a16="http://schemas.microsoft.com/office/drawing/2014/main" id="{7AB17B15-B319-0F94-B3F7-95B24C09DFFA}"/>
              </a:ext>
            </a:extLst>
          </p:cNvPr>
          <p:cNvSpPr txBox="1"/>
          <p:nvPr/>
        </p:nvSpPr>
        <p:spPr>
          <a:xfrm>
            <a:off x="2280402" y="1268286"/>
            <a:ext cx="2785374" cy="307777"/>
          </a:xfrm>
          <a:prstGeom prst="rect">
            <a:avLst/>
          </a:prstGeom>
          <a:noFill/>
        </p:spPr>
        <p:txBody>
          <a:bodyPr wrap="square">
            <a:spAutoFit/>
          </a:bodyPr>
          <a:lstStyle/>
          <a:p>
            <a:r>
              <a:rPr lang="fr-FR" sz="1400" b="1" dirty="0">
                <a:latin typeface="Calibri" panose="020F0502020204030204" pitchFamily="34" charset="0"/>
                <a:ea typeface="Calibri" panose="020F0502020204030204" pitchFamily="34" charset="0"/>
                <a:cs typeface="Calibri" panose="020F0502020204030204" pitchFamily="34" charset="0"/>
              </a:rPr>
              <a:t>Matrice RACI</a:t>
            </a:r>
          </a:p>
        </p:txBody>
      </p:sp>
      <p:graphicFrame>
        <p:nvGraphicFramePr>
          <p:cNvPr id="18" name="Tableau 17">
            <a:extLst>
              <a:ext uri="{FF2B5EF4-FFF2-40B4-BE49-F238E27FC236}">
                <a16:creationId xmlns:a16="http://schemas.microsoft.com/office/drawing/2014/main" id="{1DB0A0D9-5DC5-EF3E-C83A-2DF3877B2991}"/>
              </a:ext>
            </a:extLst>
          </p:cNvPr>
          <p:cNvGraphicFramePr>
            <a:graphicFrameLocks noGrp="1"/>
          </p:cNvGraphicFramePr>
          <p:nvPr>
            <p:extLst>
              <p:ext uri="{D42A27DB-BD31-4B8C-83A1-F6EECF244321}">
                <p14:modId xmlns:p14="http://schemas.microsoft.com/office/powerpoint/2010/main" val="3427016166"/>
              </p:ext>
            </p:extLst>
          </p:nvPr>
        </p:nvGraphicFramePr>
        <p:xfrm>
          <a:off x="2313878" y="1514707"/>
          <a:ext cx="9831976" cy="4772970"/>
        </p:xfrm>
        <a:graphic>
          <a:graphicData uri="http://schemas.openxmlformats.org/drawingml/2006/table">
            <a:tbl>
              <a:tblPr/>
              <a:tblGrid>
                <a:gridCol w="2146193">
                  <a:extLst>
                    <a:ext uri="{9D8B030D-6E8A-4147-A177-3AD203B41FA5}">
                      <a16:colId xmlns:a16="http://schemas.microsoft.com/office/drawing/2014/main" val="522821984"/>
                    </a:ext>
                  </a:extLst>
                </a:gridCol>
                <a:gridCol w="1097969">
                  <a:extLst>
                    <a:ext uri="{9D8B030D-6E8A-4147-A177-3AD203B41FA5}">
                      <a16:colId xmlns:a16="http://schemas.microsoft.com/office/drawing/2014/main" val="1292273103"/>
                    </a:ext>
                  </a:extLst>
                </a:gridCol>
                <a:gridCol w="1097969">
                  <a:extLst>
                    <a:ext uri="{9D8B030D-6E8A-4147-A177-3AD203B41FA5}">
                      <a16:colId xmlns:a16="http://schemas.microsoft.com/office/drawing/2014/main" val="3792456269"/>
                    </a:ext>
                  </a:extLst>
                </a:gridCol>
                <a:gridCol w="1097969">
                  <a:extLst>
                    <a:ext uri="{9D8B030D-6E8A-4147-A177-3AD203B41FA5}">
                      <a16:colId xmlns:a16="http://schemas.microsoft.com/office/drawing/2014/main" val="187529480"/>
                    </a:ext>
                  </a:extLst>
                </a:gridCol>
                <a:gridCol w="1097969">
                  <a:extLst>
                    <a:ext uri="{9D8B030D-6E8A-4147-A177-3AD203B41FA5}">
                      <a16:colId xmlns:a16="http://schemas.microsoft.com/office/drawing/2014/main" val="1397245693"/>
                    </a:ext>
                  </a:extLst>
                </a:gridCol>
                <a:gridCol w="1097969">
                  <a:extLst>
                    <a:ext uri="{9D8B030D-6E8A-4147-A177-3AD203B41FA5}">
                      <a16:colId xmlns:a16="http://schemas.microsoft.com/office/drawing/2014/main" val="3773390563"/>
                    </a:ext>
                  </a:extLst>
                </a:gridCol>
                <a:gridCol w="1097969">
                  <a:extLst>
                    <a:ext uri="{9D8B030D-6E8A-4147-A177-3AD203B41FA5}">
                      <a16:colId xmlns:a16="http://schemas.microsoft.com/office/drawing/2014/main" val="2329484765"/>
                    </a:ext>
                  </a:extLst>
                </a:gridCol>
                <a:gridCol w="1097969">
                  <a:extLst>
                    <a:ext uri="{9D8B030D-6E8A-4147-A177-3AD203B41FA5}">
                      <a16:colId xmlns:a16="http://schemas.microsoft.com/office/drawing/2014/main" val="1881831312"/>
                    </a:ext>
                  </a:extLst>
                </a:gridCol>
              </a:tblGrid>
              <a:tr h="530330">
                <a:tc>
                  <a:txBody>
                    <a:bodyPr/>
                    <a:lstStyle/>
                    <a:p>
                      <a:pPr algn="ctr" fontAlgn="ctr"/>
                      <a:r>
                        <a:rPr lang="fr-FR" sz="1400" b="1" i="0" u="none" strike="noStrike" dirty="0">
                          <a:solidFill>
                            <a:srgbClr val="000000"/>
                          </a:solidFill>
                          <a:effectLst/>
                          <a:latin typeface="Calibri"/>
                        </a:rPr>
                        <a:t>Activité</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FR" sz="1400" b="1" i="0" u="none" strike="noStrike" dirty="0">
                          <a:solidFill>
                            <a:srgbClr val="000000"/>
                          </a:solidFill>
                          <a:effectLst/>
                          <a:latin typeface="Calibri"/>
                        </a:rPr>
                        <a:t>Chef de projet</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FR" sz="1400" b="1" i="0" u="none" strike="noStrike" dirty="0">
                          <a:solidFill>
                            <a:srgbClr val="000000"/>
                          </a:solidFill>
                          <a:effectLst/>
                          <a:latin typeface="Calibri"/>
                        </a:rPr>
                        <a:t>Ingénieur Réseau</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FR" sz="1400" b="1" i="0" u="none" strike="noStrike" dirty="0">
                          <a:solidFill>
                            <a:srgbClr val="000000"/>
                          </a:solidFill>
                          <a:effectLst/>
                          <a:latin typeface="Calibri"/>
                        </a:rPr>
                        <a:t>Spécialiste Industriel</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FR" sz="1400" b="1" i="0" u="none" strike="noStrike" dirty="0">
                          <a:solidFill>
                            <a:srgbClr val="000000"/>
                          </a:solidFill>
                          <a:effectLst/>
                          <a:latin typeface="Calibri"/>
                        </a:rPr>
                        <a:t>Techniciens IT</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FR" sz="1400" b="1" i="0" u="none" strike="noStrike" dirty="0">
                          <a:solidFill>
                            <a:srgbClr val="000000"/>
                          </a:solidFill>
                          <a:effectLst/>
                          <a:latin typeface="Calibri"/>
                        </a:rPr>
                        <a:t>Direction</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FR" sz="1400" b="1" i="0" u="none" strike="noStrike" dirty="0">
                          <a:solidFill>
                            <a:srgbClr val="000000"/>
                          </a:solidFill>
                          <a:effectLst/>
                          <a:latin typeface="Calibri"/>
                        </a:rPr>
                        <a:t>Utilisateurs</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FR" sz="1400" b="1" i="0" u="none" strike="noStrike" dirty="0">
                          <a:solidFill>
                            <a:srgbClr val="000000"/>
                          </a:solidFill>
                          <a:effectLst/>
                          <a:latin typeface="Calibri"/>
                        </a:rPr>
                        <a:t>Broker IT</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97374906"/>
                  </a:ext>
                </a:extLst>
              </a:tr>
              <a:tr h="265165">
                <a:tc>
                  <a:txBody>
                    <a:bodyPr/>
                    <a:lstStyle/>
                    <a:p>
                      <a:pPr algn="ctr" fontAlgn="ctr"/>
                      <a:r>
                        <a:rPr lang="fr-FR" sz="1400" b="1" i="0" u="none" strike="noStrike" dirty="0">
                          <a:solidFill>
                            <a:srgbClr val="000000"/>
                          </a:solidFill>
                          <a:effectLst/>
                          <a:latin typeface="Calibri"/>
                        </a:rPr>
                        <a:t>Définition des besoins</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ctr" fontAlgn="ctr"/>
                      <a:r>
                        <a:rPr lang="fr-FR" sz="1400" b="1" i="0" u="none" strike="noStrike" dirty="0">
                          <a:solidFill>
                            <a:srgbClr val="000000"/>
                          </a:solidFill>
                          <a:effectLst/>
                          <a:latin typeface="Calibri"/>
                        </a:rPr>
                        <a:t>R</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ctr" fontAlgn="ctr"/>
                      <a:r>
                        <a:rPr lang="fr-FR" sz="1400" b="1" i="0" u="none" strike="noStrike" dirty="0">
                          <a:solidFill>
                            <a:srgbClr val="000000"/>
                          </a:solidFill>
                          <a:effectLst/>
                          <a:latin typeface="Calibri"/>
                        </a:rPr>
                        <a:t>C</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ctr" fontAlgn="ctr"/>
                      <a:r>
                        <a:rPr lang="fr-FR" sz="1400" b="1" i="0" u="none" strike="noStrike" dirty="0">
                          <a:solidFill>
                            <a:srgbClr val="000000"/>
                          </a:solidFill>
                          <a:effectLst/>
                          <a:latin typeface="Calibri"/>
                        </a:rPr>
                        <a:t>C</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ctr" fontAlgn="ctr"/>
                      <a:r>
                        <a:rPr lang="fr-FR" sz="1400" b="1" i="0" u="none" strike="noStrike" dirty="0">
                          <a:solidFill>
                            <a:srgbClr val="000000"/>
                          </a:solidFill>
                          <a:effectLst/>
                          <a:latin typeface="Calibri"/>
                        </a:rPr>
                        <a:t>I</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ctr" fontAlgn="ctr"/>
                      <a:r>
                        <a:rPr lang="fr-FR" sz="1400" b="1" i="0" u="none" strike="noStrike" dirty="0">
                          <a:solidFill>
                            <a:srgbClr val="000000"/>
                          </a:solidFill>
                          <a:effectLst/>
                          <a:latin typeface="Calibri"/>
                        </a:rPr>
                        <a:t>I</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ctr" fontAlgn="ctr"/>
                      <a:r>
                        <a:rPr lang="fr-FR" sz="1400" b="1" i="0" u="none" strike="noStrike" dirty="0">
                          <a:solidFill>
                            <a:srgbClr val="000000"/>
                          </a:solidFill>
                          <a:effectLst/>
                          <a:latin typeface="Calibri"/>
                        </a:rPr>
                        <a:t>I</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ctr" fontAlgn="ctr"/>
                      <a:r>
                        <a:rPr lang="fr-FR" sz="1400" b="1" i="0" u="none" strike="noStrike" dirty="0">
                          <a:solidFill>
                            <a:srgbClr val="000000"/>
                          </a:solidFill>
                          <a:effectLst/>
                          <a:latin typeface="Calibri"/>
                        </a:rPr>
                        <a:t>I</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D9D9D9"/>
                    </a:solidFill>
                  </a:tcPr>
                </a:tc>
                <a:extLst>
                  <a:ext uri="{0D108BD9-81ED-4DB2-BD59-A6C34878D82A}">
                    <a16:rowId xmlns:a16="http://schemas.microsoft.com/office/drawing/2014/main" val="1037076298"/>
                  </a:ext>
                </a:extLst>
              </a:tr>
              <a:tr h="530330">
                <a:tc>
                  <a:txBody>
                    <a:bodyPr/>
                    <a:lstStyle/>
                    <a:p>
                      <a:pPr algn="ctr" fontAlgn="ctr"/>
                      <a:r>
                        <a:rPr lang="fr-FR" sz="1400" b="1" i="0" u="none" strike="noStrike" dirty="0">
                          <a:solidFill>
                            <a:srgbClr val="000000"/>
                          </a:solidFill>
                          <a:effectLst/>
                          <a:latin typeface="Calibri"/>
                        </a:rPr>
                        <a:t>Audit IT et sélection des fournisseurs</a:t>
                      </a:r>
                    </a:p>
                  </a:txBody>
                  <a:tcPr marL="9525" marR="9525" marT="9525" marB="0" anchor="ctr">
                    <a:lnL>
                      <a:noFill/>
                    </a:lnL>
                    <a:lnR>
                      <a:noFill/>
                    </a:lnR>
                    <a:lnT>
                      <a:noFill/>
                    </a:lnT>
                    <a:lnB>
                      <a:noFill/>
                    </a:lnB>
                    <a:noFill/>
                  </a:tcPr>
                </a:tc>
                <a:tc>
                  <a:txBody>
                    <a:bodyPr/>
                    <a:lstStyle/>
                    <a:p>
                      <a:pPr algn="ctr" fontAlgn="ctr"/>
                      <a:r>
                        <a:rPr lang="fr-FR" sz="1400" b="1" i="0" u="none" strike="noStrike" dirty="0">
                          <a:solidFill>
                            <a:srgbClr val="000000"/>
                          </a:solidFill>
                          <a:effectLst/>
                          <a:latin typeface="Calibri"/>
                        </a:rPr>
                        <a:t>R</a:t>
                      </a:r>
                    </a:p>
                  </a:txBody>
                  <a:tcPr marL="9525" marR="9525" marT="9525" marB="0" anchor="ctr">
                    <a:lnL>
                      <a:noFill/>
                    </a:lnL>
                    <a:lnR>
                      <a:noFill/>
                    </a:lnR>
                    <a:lnT>
                      <a:noFill/>
                    </a:lnT>
                    <a:lnB>
                      <a:noFill/>
                    </a:lnB>
                    <a:noFill/>
                  </a:tcPr>
                </a:tc>
                <a:tc>
                  <a:txBody>
                    <a:bodyPr/>
                    <a:lstStyle/>
                    <a:p>
                      <a:pPr algn="ctr" fontAlgn="ctr"/>
                      <a:r>
                        <a:rPr lang="fr-FR" sz="1400" b="1" i="0" u="none" strike="noStrike" dirty="0">
                          <a:solidFill>
                            <a:srgbClr val="000000"/>
                          </a:solidFill>
                          <a:effectLst/>
                          <a:latin typeface="Calibri"/>
                        </a:rPr>
                        <a:t>C</a:t>
                      </a:r>
                    </a:p>
                  </a:txBody>
                  <a:tcPr marL="9525" marR="9525" marT="9525" marB="0" anchor="ctr">
                    <a:lnL>
                      <a:noFill/>
                    </a:lnL>
                    <a:lnR>
                      <a:noFill/>
                    </a:lnR>
                    <a:lnT>
                      <a:noFill/>
                    </a:lnT>
                    <a:lnB>
                      <a:noFill/>
                    </a:lnB>
                    <a:noFill/>
                  </a:tcPr>
                </a:tc>
                <a:tc>
                  <a:txBody>
                    <a:bodyPr/>
                    <a:lstStyle/>
                    <a:p>
                      <a:pPr algn="ctr" fontAlgn="ctr"/>
                      <a:r>
                        <a:rPr lang="fr-FR" sz="1400" b="1" i="0" u="none" strike="noStrike" dirty="0">
                          <a:solidFill>
                            <a:srgbClr val="000000"/>
                          </a:solidFill>
                          <a:effectLst/>
                          <a:latin typeface="Calibri"/>
                        </a:rPr>
                        <a:t>C</a:t>
                      </a:r>
                    </a:p>
                  </a:txBody>
                  <a:tcPr marL="9525" marR="9525" marT="9525" marB="0" anchor="ctr">
                    <a:lnL>
                      <a:noFill/>
                    </a:lnL>
                    <a:lnR>
                      <a:noFill/>
                    </a:lnR>
                    <a:lnT>
                      <a:noFill/>
                    </a:lnT>
                    <a:lnB>
                      <a:noFill/>
                    </a:lnB>
                    <a:noFill/>
                  </a:tcPr>
                </a:tc>
                <a:tc>
                  <a:txBody>
                    <a:bodyPr/>
                    <a:lstStyle/>
                    <a:p>
                      <a:pPr algn="ctr" fontAlgn="ctr"/>
                      <a:r>
                        <a:rPr lang="fr-FR" sz="1400" b="1" i="0" u="none" strike="noStrike" dirty="0">
                          <a:solidFill>
                            <a:srgbClr val="000000"/>
                          </a:solidFill>
                          <a:effectLst/>
                          <a:latin typeface="Calibri"/>
                        </a:rPr>
                        <a:t>I</a:t>
                      </a:r>
                    </a:p>
                  </a:txBody>
                  <a:tcPr marL="9525" marR="9525" marT="9525" marB="0" anchor="ctr">
                    <a:lnL>
                      <a:noFill/>
                    </a:lnL>
                    <a:lnR>
                      <a:noFill/>
                    </a:lnR>
                    <a:lnT>
                      <a:noFill/>
                    </a:lnT>
                    <a:lnB>
                      <a:noFill/>
                    </a:lnB>
                    <a:noFill/>
                  </a:tcPr>
                </a:tc>
                <a:tc>
                  <a:txBody>
                    <a:bodyPr/>
                    <a:lstStyle/>
                    <a:p>
                      <a:pPr algn="ctr" fontAlgn="ctr"/>
                      <a:r>
                        <a:rPr lang="fr-FR" sz="1400" b="1" i="0" u="none" strike="noStrike" dirty="0">
                          <a:solidFill>
                            <a:srgbClr val="000000"/>
                          </a:solidFill>
                          <a:effectLst/>
                          <a:latin typeface="Calibri"/>
                        </a:rPr>
                        <a:t>I</a:t>
                      </a:r>
                    </a:p>
                  </a:txBody>
                  <a:tcPr marL="9525" marR="9525" marT="9525" marB="0" anchor="ctr">
                    <a:lnL>
                      <a:noFill/>
                    </a:lnL>
                    <a:lnR>
                      <a:noFill/>
                    </a:lnR>
                    <a:lnT>
                      <a:noFill/>
                    </a:lnT>
                    <a:lnB>
                      <a:noFill/>
                    </a:lnB>
                    <a:noFill/>
                  </a:tcPr>
                </a:tc>
                <a:tc>
                  <a:txBody>
                    <a:bodyPr/>
                    <a:lstStyle/>
                    <a:p>
                      <a:pPr algn="ctr" fontAlgn="ctr"/>
                      <a:r>
                        <a:rPr lang="fr-FR" sz="1400" b="1" i="0" u="none" strike="noStrike" dirty="0">
                          <a:solidFill>
                            <a:srgbClr val="000000"/>
                          </a:solidFill>
                          <a:effectLst/>
                          <a:latin typeface="Calibri"/>
                        </a:rPr>
                        <a:t>I</a:t>
                      </a:r>
                    </a:p>
                  </a:txBody>
                  <a:tcPr marL="9525" marR="9525" marT="9525" marB="0" anchor="ctr">
                    <a:lnL>
                      <a:noFill/>
                    </a:lnL>
                    <a:lnR>
                      <a:noFill/>
                    </a:lnR>
                    <a:lnT>
                      <a:noFill/>
                    </a:lnT>
                    <a:lnB>
                      <a:noFill/>
                    </a:lnB>
                    <a:noFill/>
                  </a:tcPr>
                </a:tc>
                <a:tc>
                  <a:txBody>
                    <a:bodyPr/>
                    <a:lstStyle/>
                    <a:p>
                      <a:pPr algn="ctr" fontAlgn="ctr"/>
                      <a:r>
                        <a:rPr lang="fr-FR" sz="1400" b="1" i="0" u="none" strike="noStrike" dirty="0">
                          <a:solidFill>
                            <a:srgbClr val="000000"/>
                          </a:solidFill>
                          <a:effectLst/>
                          <a:latin typeface="Calibri"/>
                        </a:rPr>
                        <a:t>C</a:t>
                      </a:r>
                    </a:p>
                  </a:txBody>
                  <a:tcPr marL="9525" marR="9525" marT="9525" marB="0" anchor="ctr">
                    <a:lnL>
                      <a:noFill/>
                    </a:lnL>
                    <a:lnR>
                      <a:noFill/>
                    </a:lnR>
                    <a:lnT>
                      <a:noFill/>
                    </a:lnT>
                    <a:lnB>
                      <a:noFill/>
                    </a:lnB>
                    <a:noFill/>
                  </a:tcPr>
                </a:tc>
                <a:extLst>
                  <a:ext uri="{0D108BD9-81ED-4DB2-BD59-A6C34878D82A}">
                    <a16:rowId xmlns:a16="http://schemas.microsoft.com/office/drawing/2014/main" val="3876681504"/>
                  </a:ext>
                </a:extLst>
              </a:tr>
              <a:tr h="265165">
                <a:tc>
                  <a:txBody>
                    <a:bodyPr/>
                    <a:lstStyle/>
                    <a:p>
                      <a:pPr algn="ctr" fontAlgn="ctr"/>
                      <a:r>
                        <a:rPr lang="fr-FR" sz="1400" b="1" i="0" u="none" strike="noStrike" dirty="0">
                          <a:solidFill>
                            <a:srgbClr val="000000"/>
                          </a:solidFill>
                          <a:effectLst/>
                          <a:latin typeface="Calibri"/>
                        </a:rPr>
                        <a:t>Déploiement du Cloud</a:t>
                      </a:r>
                    </a:p>
                  </a:txBody>
                  <a:tcPr marL="9525" marR="9525" marT="9525" marB="0" anchor="ctr">
                    <a:lnL>
                      <a:noFill/>
                    </a:lnL>
                    <a:lnR>
                      <a:noFill/>
                    </a:lnR>
                    <a:lnT>
                      <a:noFill/>
                    </a:lnT>
                    <a:lnB>
                      <a:noFill/>
                    </a:lnB>
                    <a:solidFill>
                      <a:srgbClr val="D9D9D9"/>
                    </a:solidFill>
                  </a:tcPr>
                </a:tc>
                <a:tc>
                  <a:txBody>
                    <a:bodyPr/>
                    <a:lstStyle/>
                    <a:p>
                      <a:pPr algn="ctr" fontAlgn="ctr"/>
                      <a:r>
                        <a:rPr lang="fr-FR" sz="1400" b="1" i="0" u="none" strike="noStrike" dirty="0">
                          <a:solidFill>
                            <a:srgbClr val="000000"/>
                          </a:solidFill>
                          <a:effectLst/>
                          <a:latin typeface="Calibri"/>
                        </a:rPr>
                        <a:t>I</a:t>
                      </a:r>
                    </a:p>
                  </a:txBody>
                  <a:tcPr marL="9525" marR="9525" marT="9525" marB="0" anchor="ctr">
                    <a:lnL>
                      <a:noFill/>
                    </a:lnL>
                    <a:lnR>
                      <a:noFill/>
                    </a:lnR>
                    <a:lnT>
                      <a:noFill/>
                    </a:lnT>
                    <a:lnB>
                      <a:noFill/>
                    </a:lnB>
                    <a:solidFill>
                      <a:srgbClr val="D9D9D9"/>
                    </a:solidFill>
                  </a:tcPr>
                </a:tc>
                <a:tc>
                  <a:txBody>
                    <a:bodyPr/>
                    <a:lstStyle/>
                    <a:p>
                      <a:pPr algn="ctr" fontAlgn="ctr"/>
                      <a:r>
                        <a:rPr lang="fr-FR" sz="1400" b="1" i="0" u="none" strike="noStrike" dirty="0">
                          <a:solidFill>
                            <a:srgbClr val="000000"/>
                          </a:solidFill>
                          <a:effectLst/>
                          <a:latin typeface="Calibri"/>
                        </a:rPr>
                        <a:t>I</a:t>
                      </a:r>
                    </a:p>
                  </a:txBody>
                  <a:tcPr marL="9525" marR="9525" marT="9525" marB="0" anchor="ctr">
                    <a:lnL>
                      <a:noFill/>
                    </a:lnL>
                    <a:lnR>
                      <a:noFill/>
                    </a:lnR>
                    <a:lnT>
                      <a:noFill/>
                    </a:lnT>
                    <a:lnB>
                      <a:noFill/>
                    </a:lnB>
                    <a:solidFill>
                      <a:srgbClr val="D9D9D9"/>
                    </a:solidFill>
                  </a:tcPr>
                </a:tc>
                <a:tc>
                  <a:txBody>
                    <a:bodyPr/>
                    <a:lstStyle/>
                    <a:p>
                      <a:pPr algn="ctr" fontAlgn="ctr"/>
                      <a:r>
                        <a:rPr lang="fr-FR" sz="1400" b="1" i="0" u="none" strike="noStrike" dirty="0">
                          <a:solidFill>
                            <a:srgbClr val="000000"/>
                          </a:solidFill>
                          <a:effectLst/>
                          <a:latin typeface="Calibri"/>
                        </a:rPr>
                        <a:t>I</a:t>
                      </a:r>
                    </a:p>
                  </a:txBody>
                  <a:tcPr marL="9525" marR="9525" marT="9525" marB="0" anchor="ctr">
                    <a:lnL>
                      <a:noFill/>
                    </a:lnL>
                    <a:lnR>
                      <a:noFill/>
                    </a:lnR>
                    <a:lnT>
                      <a:noFill/>
                    </a:lnT>
                    <a:lnB>
                      <a:noFill/>
                    </a:lnB>
                    <a:solidFill>
                      <a:srgbClr val="D9D9D9"/>
                    </a:solidFill>
                  </a:tcPr>
                </a:tc>
                <a:tc>
                  <a:txBody>
                    <a:bodyPr/>
                    <a:lstStyle/>
                    <a:p>
                      <a:pPr algn="ctr" fontAlgn="ctr"/>
                      <a:r>
                        <a:rPr lang="fr-FR" sz="1400" b="1" i="0" u="none" strike="noStrike" dirty="0">
                          <a:solidFill>
                            <a:srgbClr val="000000"/>
                          </a:solidFill>
                          <a:effectLst/>
                          <a:latin typeface="Calibri"/>
                        </a:rPr>
                        <a:t>A</a:t>
                      </a:r>
                    </a:p>
                  </a:txBody>
                  <a:tcPr marL="9525" marR="9525" marT="9525" marB="0" anchor="ctr">
                    <a:lnL>
                      <a:noFill/>
                    </a:lnL>
                    <a:lnR>
                      <a:noFill/>
                    </a:lnR>
                    <a:lnT>
                      <a:noFill/>
                    </a:lnT>
                    <a:lnB>
                      <a:noFill/>
                    </a:lnB>
                    <a:solidFill>
                      <a:srgbClr val="D9D9D9"/>
                    </a:solidFill>
                  </a:tcPr>
                </a:tc>
                <a:tc>
                  <a:txBody>
                    <a:bodyPr/>
                    <a:lstStyle/>
                    <a:p>
                      <a:pPr algn="ctr" fontAlgn="ctr"/>
                      <a:r>
                        <a:rPr lang="fr-FR" sz="1400" b="1" i="0" u="none" strike="noStrike" dirty="0">
                          <a:solidFill>
                            <a:srgbClr val="000000"/>
                          </a:solidFill>
                          <a:effectLst/>
                          <a:latin typeface="Calibri"/>
                        </a:rPr>
                        <a:t>I</a:t>
                      </a:r>
                    </a:p>
                  </a:txBody>
                  <a:tcPr marL="9525" marR="9525" marT="9525" marB="0" anchor="ctr">
                    <a:lnL>
                      <a:noFill/>
                    </a:lnL>
                    <a:lnR>
                      <a:noFill/>
                    </a:lnR>
                    <a:lnT>
                      <a:noFill/>
                    </a:lnT>
                    <a:lnB>
                      <a:noFill/>
                    </a:lnB>
                    <a:solidFill>
                      <a:srgbClr val="D9D9D9"/>
                    </a:solidFill>
                  </a:tcPr>
                </a:tc>
                <a:tc>
                  <a:txBody>
                    <a:bodyPr/>
                    <a:lstStyle/>
                    <a:p>
                      <a:pPr algn="ctr" fontAlgn="ctr"/>
                      <a:r>
                        <a:rPr lang="fr-FR" sz="1400" b="1" i="0" u="none" strike="noStrike" dirty="0">
                          <a:solidFill>
                            <a:srgbClr val="000000"/>
                          </a:solidFill>
                          <a:effectLst/>
                          <a:latin typeface="Calibri"/>
                        </a:rPr>
                        <a:t>I</a:t>
                      </a:r>
                    </a:p>
                  </a:txBody>
                  <a:tcPr marL="9525" marR="9525" marT="9525" marB="0" anchor="ctr">
                    <a:lnL>
                      <a:noFill/>
                    </a:lnL>
                    <a:lnR>
                      <a:noFill/>
                    </a:lnR>
                    <a:lnT>
                      <a:noFill/>
                    </a:lnT>
                    <a:lnB>
                      <a:noFill/>
                    </a:lnB>
                    <a:solidFill>
                      <a:srgbClr val="D9D9D9"/>
                    </a:solidFill>
                  </a:tcPr>
                </a:tc>
                <a:tc>
                  <a:txBody>
                    <a:bodyPr/>
                    <a:lstStyle/>
                    <a:p>
                      <a:pPr algn="ctr" fontAlgn="ctr"/>
                      <a:r>
                        <a:rPr lang="fr-FR" sz="1400" b="1" i="0" u="none" strike="noStrike" dirty="0">
                          <a:solidFill>
                            <a:srgbClr val="000000"/>
                          </a:solidFill>
                          <a:effectLst/>
                          <a:latin typeface="Calibri"/>
                        </a:rPr>
                        <a:t>I</a:t>
                      </a:r>
                    </a:p>
                  </a:txBody>
                  <a:tcPr marL="9525" marR="9525" marT="9525" marB="0" anchor="ctr">
                    <a:lnL>
                      <a:noFill/>
                    </a:lnL>
                    <a:lnR>
                      <a:noFill/>
                    </a:lnR>
                    <a:lnT>
                      <a:noFill/>
                    </a:lnT>
                    <a:lnB>
                      <a:noFill/>
                    </a:lnB>
                    <a:solidFill>
                      <a:srgbClr val="D9D9D9"/>
                    </a:solidFill>
                  </a:tcPr>
                </a:tc>
                <a:extLst>
                  <a:ext uri="{0D108BD9-81ED-4DB2-BD59-A6C34878D82A}">
                    <a16:rowId xmlns:a16="http://schemas.microsoft.com/office/drawing/2014/main" val="2212329895"/>
                  </a:ext>
                </a:extLst>
              </a:tr>
              <a:tr h="530330">
                <a:tc>
                  <a:txBody>
                    <a:bodyPr/>
                    <a:lstStyle/>
                    <a:p>
                      <a:pPr algn="ctr" fontAlgn="ctr"/>
                      <a:r>
                        <a:rPr lang="fr-FR" sz="1400" b="1" i="0" u="none" strike="noStrike" dirty="0">
                          <a:solidFill>
                            <a:srgbClr val="000000"/>
                          </a:solidFill>
                          <a:effectLst/>
                          <a:latin typeface="Calibri"/>
                        </a:rPr>
                        <a:t>Migration vers Microsoft 365</a:t>
                      </a:r>
                    </a:p>
                  </a:txBody>
                  <a:tcPr marL="9525" marR="9525" marT="9525" marB="0" anchor="ctr">
                    <a:lnL>
                      <a:noFill/>
                    </a:lnL>
                    <a:lnR>
                      <a:noFill/>
                    </a:lnR>
                    <a:lnT>
                      <a:noFill/>
                    </a:lnT>
                    <a:lnB>
                      <a:noFill/>
                    </a:lnB>
                    <a:noFill/>
                  </a:tcPr>
                </a:tc>
                <a:tc>
                  <a:txBody>
                    <a:bodyPr/>
                    <a:lstStyle/>
                    <a:p>
                      <a:pPr algn="ctr" fontAlgn="ctr"/>
                      <a:r>
                        <a:rPr lang="fr-FR" sz="1400" b="1" i="0" u="none" strike="noStrike" dirty="0">
                          <a:solidFill>
                            <a:srgbClr val="000000"/>
                          </a:solidFill>
                          <a:effectLst/>
                          <a:latin typeface="Calibri"/>
                        </a:rPr>
                        <a:t>I</a:t>
                      </a:r>
                    </a:p>
                  </a:txBody>
                  <a:tcPr marL="9525" marR="9525" marT="9525" marB="0" anchor="ctr">
                    <a:lnL>
                      <a:noFill/>
                    </a:lnL>
                    <a:lnR>
                      <a:noFill/>
                    </a:lnR>
                    <a:lnT>
                      <a:noFill/>
                    </a:lnT>
                    <a:lnB>
                      <a:noFill/>
                    </a:lnB>
                    <a:noFill/>
                  </a:tcPr>
                </a:tc>
                <a:tc>
                  <a:txBody>
                    <a:bodyPr/>
                    <a:lstStyle/>
                    <a:p>
                      <a:pPr algn="ctr" fontAlgn="ctr"/>
                      <a:r>
                        <a:rPr lang="fr-FR" sz="1400" b="1" i="0" u="none" strike="noStrike" dirty="0">
                          <a:solidFill>
                            <a:srgbClr val="000000"/>
                          </a:solidFill>
                          <a:effectLst/>
                          <a:latin typeface="Calibri"/>
                        </a:rPr>
                        <a:t>I</a:t>
                      </a:r>
                    </a:p>
                  </a:txBody>
                  <a:tcPr marL="9525" marR="9525" marT="9525" marB="0" anchor="ctr">
                    <a:lnL>
                      <a:noFill/>
                    </a:lnL>
                    <a:lnR>
                      <a:noFill/>
                    </a:lnR>
                    <a:lnT>
                      <a:noFill/>
                    </a:lnT>
                    <a:lnB>
                      <a:noFill/>
                    </a:lnB>
                    <a:noFill/>
                  </a:tcPr>
                </a:tc>
                <a:tc>
                  <a:txBody>
                    <a:bodyPr/>
                    <a:lstStyle/>
                    <a:p>
                      <a:pPr algn="ctr" fontAlgn="ctr"/>
                      <a:r>
                        <a:rPr lang="fr-FR" sz="1400" b="1" i="0" u="none" strike="noStrike" dirty="0">
                          <a:solidFill>
                            <a:srgbClr val="000000"/>
                          </a:solidFill>
                          <a:effectLst/>
                          <a:latin typeface="Calibri"/>
                        </a:rPr>
                        <a:t>I</a:t>
                      </a:r>
                    </a:p>
                  </a:txBody>
                  <a:tcPr marL="9525" marR="9525" marT="9525" marB="0" anchor="ctr">
                    <a:lnL>
                      <a:noFill/>
                    </a:lnL>
                    <a:lnR>
                      <a:noFill/>
                    </a:lnR>
                    <a:lnT>
                      <a:noFill/>
                    </a:lnT>
                    <a:lnB>
                      <a:noFill/>
                    </a:lnB>
                    <a:noFill/>
                  </a:tcPr>
                </a:tc>
                <a:tc>
                  <a:txBody>
                    <a:bodyPr/>
                    <a:lstStyle/>
                    <a:p>
                      <a:pPr algn="ctr" fontAlgn="ctr"/>
                      <a:r>
                        <a:rPr lang="fr-FR" sz="1400" b="1" i="0" u="none" strike="noStrike" dirty="0">
                          <a:solidFill>
                            <a:srgbClr val="000000"/>
                          </a:solidFill>
                          <a:effectLst/>
                          <a:latin typeface="Calibri"/>
                        </a:rPr>
                        <a:t>A</a:t>
                      </a:r>
                    </a:p>
                  </a:txBody>
                  <a:tcPr marL="9525" marR="9525" marT="9525" marB="0" anchor="ctr">
                    <a:lnL>
                      <a:noFill/>
                    </a:lnL>
                    <a:lnR>
                      <a:noFill/>
                    </a:lnR>
                    <a:lnT>
                      <a:noFill/>
                    </a:lnT>
                    <a:lnB>
                      <a:noFill/>
                    </a:lnB>
                    <a:noFill/>
                  </a:tcPr>
                </a:tc>
                <a:tc>
                  <a:txBody>
                    <a:bodyPr/>
                    <a:lstStyle/>
                    <a:p>
                      <a:pPr algn="ctr" fontAlgn="ctr"/>
                      <a:r>
                        <a:rPr lang="fr-FR" sz="1400" b="1" i="0" u="none" strike="noStrike" dirty="0">
                          <a:solidFill>
                            <a:srgbClr val="000000"/>
                          </a:solidFill>
                          <a:effectLst/>
                          <a:latin typeface="Calibri"/>
                        </a:rPr>
                        <a:t>I</a:t>
                      </a:r>
                    </a:p>
                  </a:txBody>
                  <a:tcPr marL="9525" marR="9525" marT="9525" marB="0" anchor="ctr">
                    <a:lnL>
                      <a:noFill/>
                    </a:lnL>
                    <a:lnR>
                      <a:noFill/>
                    </a:lnR>
                    <a:lnT>
                      <a:noFill/>
                    </a:lnT>
                    <a:lnB>
                      <a:noFill/>
                    </a:lnB>
                    <a:noFill/>
                  </a:tcPr>
                </a:tc>
                <a:tc>
                  <a:txBody>
                    <a:bodyPr/>
                    <a:lstStyle/>
                    <a:p>
                      <a:pPr algn="ctr" fontAlgn="ctr"/>
                      <a:r>
                        <a:rPr lang="fr-FR" sz="1400" b="1" i="0" u="none" strike="noStrike" dirty="0">
                          <a:solidFill>
                            <a:srgbClr val="000000"/>
                          </a:solidFill>
                          <a:effectLst/>
                          <a:latin typeface="Calibri"/>
                        </a:rPr>
                        <a:t>A</a:t>
                      </a:r>
                    </a:p>
                  </a:txBody>
                  <a:tcPr marL="9525" marR="9525" marT="9525" marB="0" anchor="ctr">
                    <a:lnL>
                      <a:noFill/>
                    </a:lnL>
                    <a:lnR>
                      <a:noFill/>
                    </a:lnR>
                    <a:lnT>
                      <a:noFill/>
                    </a:lnT>
                    <a:lnB>
                      <a:noFill/>
                    </a:lnB>
                    <a:noFill/>
                  </a:tcPr>
                </a:tc>
                <a:tc>
                  <a:txBody>
                    <a:bodyPr/>
                    <a:lstStyle/>
                    <a:p>
                      <a:pPr algn="ctr" fontAlgn="ctr"/>
                      <a:r>
                        <a:rPr lang="fr-FR" sz="1400" b="1" i="0" u="none" strike="noStrike" dirty="0">
                          <a:solidFill>
                            <a:srgbClr val="000000"/>
                          </a:solidFill>
                          <a:effectLst/>
                          <a:latin typeface="Calibri"/>
                        </a:rPr>
                        <a:t>I</a:t>
                      </a:r>
                    </a:p>
                  </a:txBody>
                  <a:tcPr marL="9525" marR="9525" marT="9525" marB="0" anchor="ctr">
                    <a:lnL>
                      <a:noFill/>
                    </a:lnL>
                    <a:lnR>
                      <a:noFill/>
                    </a:lnR>
                    <a:lnT>
                      <a:noFill/>
                    </a:lnT>
                    <a:lnB>
                      <a:noFill/>
                    </a:lnB>
                    <a:noFill/>
                  </a:tcPr>
                </a:tc>
                <a:extLst>
                  <a:ext uri="{0D108BD9-81ED-4DB2-BD59-A6C34878D82A}">
                    <a16:rowId xmlns:a16="http://schemas.microsoft.com/office/drawing/2014/main" val="2107542344"/>
                  </a:ext>
                </a:extLst>
              </a:tr>
              <a:tr h="265165">
                <a:tc>
                  <a:txBody>
                    <a:bodyPr/>
                    <a:lstStyle/>
                    <a:p>
                      <a:pPr algn="ctr" fontAlgn="ctr"/>
                      <a:r>
                        <a:rPr lang="fr-FR" sz="1400" b="1" i="0" u="none" strike="noStrike" dirty="0">
                          <a:solidFill>
                            <a:srgbClr val="000000"/>
                          </a:solidFill>
                          <a:effectLst/>
                          <a:latin typeface="Calibri"/>
                        </a:rPr>
                        <a:t>Modernisation du Réseau</a:t>
                      </a:r>
                    </a:p>
                  </a:txBody>
                  <a:tcPr marL="9525" marR="9525" marT="9525" marB="0" anchor="ctr">
                    <a:lnL>
                      <a:noFill/>
                    </a:lnL>
                    <a:lnR>
                      <a:noFill/>
                    </a:lnR>
                    <a:lnT>
                      <a:noFill/>
                    </a:lnT>
                    <a:lnB>
                      <a:noFill/>
                    </a:lnB>
                    <a:solidFill>
                      <a:srgbClr val="D9D9D9"/>
                    </a:solidFill>
                  </a:tcPr>
                </a:tc>
                <a:tc>
                  <a:txBody>
                    <a:bodyPr/>
                    <a:lstStyle/>
                    <a:p>
                      <a:pPr algn="ctr" fontAlgn="ctr"/>
                      <a:r>
                        <a:rPr lang="fr-FR" sz="1400" b="1" i="0" u="none" strike="noStrike" dirty="0">
                          <a:solidFill>
                            <a:srgbClr val="000000"/>
                          </a:solidFill>
                          <a:effectLst/>
                          <a:latin typeface="Calibri"/>
                        </a:rPr>
                        <a:t>I</a:t>
                      </a:r>
                    </a:p>
                  </a:txBody>
                  <a:tcPr marL="9525" marR="9525" marT="9525" marB="0" anchor="ctr">
                    <a:lnL>
                      <a:noFill/>
                    </a:lnL>
                    <a:lnR>
                      <a:noFill/>
                    </a:lnR>
                    <a:lnT>
                      <a:noFill/>
                    </a:lnT>
                    <a:lnB>
                      <a:noFill/>
                    </a:lnB>
                    <a:solidFill>
                      <a:srgbClr val="D9D9D9"/>
                    </a:solidFill>
                  </a:tcPr>
                </a:tc>
                <a:tc>
                  <a:txBody>
                    <a:bodyPr/>
                    <a:lstStyle/>
                    <a:p>
                      <a:pPr algn="ctr" fontAlgn="ctr"/>
                      <a:r>
                        <a:rPr lang="fr-FR" sz="1400" b="1" i="0" u="none" strike="noStrike" dirty="0">
                          <a:solidFill>
                            <a:srgbClr val="000000"/>
                          </a:solidFill>
                          <a:effectLst/>
                          <a:latin typeface="Calibri"/>
                        </a:rPr>
                        <a:t>R</a:t>
                      </a:r>
                    </a:p>
                  </a:txBody>
                  <a:tcPr marL="9525" marR="9525" marT="9525" marB="0" anchor="ctr">
                    <a:lnL>
                      <a:noFill/>
                    </a:lnL>
                    <a:lnR>
                      <a:noFill/>
                    </a:lnR>
                    <a:lnT>
                      <a:noFill/>
                    </a:lnT>
                    <a:lnB>
                      <a:noFill/>
                    </a:lnB>
                    <a:solidFill>
                      <a:srgbClr val="D9D9D9"/>
                    </a:solidFill>
                  </a:tcPr>
                </a:tc>
                <a:tc>
                  <a:txBody>
                    <a:bodyPr/>
                    <a:lstStyle/>
                    <a:p>
                      <a:pPr algn="ctr" fontAlgn="ctr"/>
                      <a:r>
                        <a:rPr lang="fr-FR" sz="1400" b="1" i="0" u="none" strike="noStrike" dirty="0">
                          <a:solidFill>
                            <a:srgbClr val="000000"/>
                          </a:solidFill>
                          <a:effectLst/>
                          <a:latin typeface="Calibri"/>
                        </a:rPr>
                        <a:t>I</a:t>
                      </a:r>
                    </a:p>
                  </a:txBody>
                  <a:tcPr marL="9525" marR="9525" marT="9525" marB="0" anchor="ctr">
                    <a:lnL>
                      <a:noFill/>
                    </a:lnL>
                    <a:lnR>
                      <a:noFill/>
                    </a:lnR>
                    <a:lnT>
                      <a:noFill/>
                    </a:lnT>
                    <a:lnB>
                      <a:noFill/>
                    </a:lnB>
                    <a:solidFill>
                      <a:srgbClr val="D9D9D9"/>
                    </a:solidFill>
                  </a:tcPr>
                </a:tc>
                <a:tc>
                  <a:txBody>
                    <a:bodyPr/>
                    <a:lstStyle/>
                    <a:p>
                      <a:pPr algn="ctr" fontAlgn="ctr"/>
                      <a:r>
                        <a:rPr lang="fr-FR" sz="1400" b="1" i="0" u="none" strike="noStrike" dirty="0">
                          <a:solidFill>
                            <a:srgbClr val="000000"/>
                          </a:solidFill>
                          <a:effectLst/>
                          <a:latin typeface="Calibri"/>
                        </a:rPr>
                        <a:t>A</a:t>
                      </a:r>
                    </a:p>
                  </a:txBody>
                  <a:tcPr marL="9525" marR="9525" marT="9525" marB="0" anchor="ctr">
                    <a:lnL>
                      <a:noFill/>
                    </a:lnL>
                    <a:lnR>
                      <a:noFill/>
                    </a:lnR>
                    <a:lnT>
                      <a:noFill/>
                    </a:lnT>
                    <a:lnB>
                      <a:noFill/>
                    </a:lnB>
                    <a:solidFill>
                      <a:srgbClr val="D9D9D9"/>
                    </a:solidFill>
                  </a:tcPr>
                </a:tc>
                <a:tc>
                  <a:txBody>
                    <a:bodyPr/>
                    <a:lstStyle/>
                    <a:p>
                      <a:pPr algn="ctr" fontAlgn="ctr"/>
                      <a:r>
                        <a:rPr lang="fr-FR" sz="1400" b="1" i="0" u="none" strike="noStrike" dirty="0">
                          <a:solidFill>
                            <a:srgbClr val="000000"/>
                          </a:solidFill>
                          <a:effectLst/>
                          <a:latin typeface="Calibri"/>
                        </a:rPr>
                        <a:t>I</a:t>
                      </a:r>
                    </a:p>
                  </a:txBody>
                  <a:tcPr marL="9525" marR="9525" marT="9525" marB="0" anchor="ctr">
                    <a:lnL>
                      <a:noFill/>
                    </a:lnL>
                    <a:lnR>
                      <a:noFill/>
                    </a:lnR>
                    <a:lnT>
                      <a:noFill/>
                    </a:lnT>
                    <a:lnB>
                      <a:noFill/>
                    </a:lnB>
                    <a:solidFill>
                      <a:srgbClr val="D9D9D9"/>
                    </a:solidFill>
                  </a:tcPr>
                </a:tc>
                <a:tc>
                  <a:txBody>
                    <a:bodyPr/>
                    <a:lstStyle/>
                    <a:p>
                      <a:pPr algn="ctr" fontAlgn="ctr"/>
                      <a:r>
                        <a:rPr lang="fr-FR" sz="1400" b="1" i="0" u="none" strike="noStrike" dirty="0">
                          <a:solidFill>
                            <a:srgbClr val="000000"/>
                          </a:solidFill>
                          <a:effectLst/>
                          <a:latin typeface="Calibri"/>
                        </a:rPr>
                        <a:t>I</a:t>
                      </a:r>
                    </a:p>
                  </a:txBody>
                  <a:tcPr marL="9525" marR="9525" marT="9525" marB="0" anchor="ctr">
                    <a:lnL>
                      <a:noFill/>
                    </a:lnL>
                    <a:lnR>
                      <a:noFill/>
                    </a:lnR>
                    <a:lnT>
                      <a:noFill/>
                    </a:lnT>
                    <a:lnB>
                      <a:noFill/>
                    </a:lnB>
                    <a:solidFill>
                      <a:srgbClr val="D9D9D9"/>
                    </a:solidFill>
                  </a:tcPr>
                </a:tc>
                <a:tc>
                  <a:txBody>
                    <a:bodyPr/>
                    <a:lstStyle/>
                    <a:p>
                      <a:pPr algn="ctr" fontAlgn="ctr"/>
                      <a:r>
                        <a:rPr lang="fr-FR" sz="1400" b="1" i="0" u="none" strike="noStrike" dirty="0">
                          <a:solidFill>
                            <a:srgbClr val="000000"/>
                          </a:solidFill>
                          <a:effectLst/>
                          <a:latin typeface="Calibri"/>
                        </a:rPr>
                        <a:t>I</a:t>
                      </a:r>
                    </a:p>
                  </a:txBody>
                  <a:tcPr marL="9525" marR="9525" marT="9525" marB="0" anchor="ctr">
                    <a:lnL>
                      <a:noFill/>
                    </a:lnL>
                    <a:lnR>
                      <a:noFill/>
                    </a:lnR>
                    <a:lnT>
                      <a:noFill/>
                    </a:lnT>
                    <a:lnB>
                      <a:noFill/>
                    </a:lnB>
                    <a:solidFill>
                      <a:srgbClr val="D9D9D9"/>
                    </a:solidFill>
                  </a:tcPr>
                </a:tc>
                <a:extLst>
                  <a:ext uri="{0D108BD9-81ED-4DB2-BD59-A6C34878D82A}">
                    <a16:rowId xmlns:a16="http://schemas.microsoft.com/office/drawing/2014/main" val="120802371"/>
                  </a:ext>
                </a:extLst>
              </a:tr>
              <a:tr h="530330">
                <a:tc>
                  <a:txBody>
                    <a:bodyPr/>
                    <a:lstStyle/>
                    <a:p>
                      <a:pPr algn="ctr" fontAlgn="ctr"/>
                      <a:r>
                        <a:rPr lang="fr-FR" sz="1400" b="1" i="0" u="none" strike="noStrike" dirty="0">
                          <a:solidFill>
                            <a:srgbClr val="000000"/>
                          </a:solidFill>
                          <a:effectLst/>
                          <a:latin typeface="Calibri"/>
                        </a:rPr>
                        <a:t>Installation équipements industriels</a:t>
                      </a:r>
                    </a:p>
                  </a:txBody>
                  <a:tcPr marL="9525" marR="9525" marT="9525" marB="0" anchor="ctr">
                    <a:lnL>
                      <a:noFill/>
                    </a:lnL>
                    <a:lnR>
                      <a:noFill/>
                    </a:lnR>
                    <a:lnT>
                      <a:noFill/>
                    </a:lnT>
                    <a:lnB>
                      <a:noFill/>
                    </a:lnB>
                    <a:noFill/>
                  </a:tcPr>
                </a:tc>
                <a:tc>
                  <a:txBody>
                    <a:bodyPr/>
                    <a:lstStyle/>
                    <a:p>
                      <a:pPr algn="ctr" fontAlgn="ctr"/>
                      <a:r>
                        <a:rPr lang="fr-FR" sz="1400" b="1" i="0" u="none" strike="noStrike" dirty="0">
                          <a:solidFill>
                            <a:srgbClr val="000000"/>
                          </a:solidFill>
                          <a:effectLst/>
                          <a:latin typeface="Calibri"/>
                        </a:rPr>
                        <a:t>I</a:t>
                      </a:r>
                    </a:p>
                  </a:txBody>
                  <a:tcPr marL="9525" marR="9525" marT="9525" marB="0" anchor="ctr">
                    <a:lnL>
                      <a:noFill/>
                    </a:lnL>
                    <a:lnR>
                      <a:noFill/>
                    </a:lnR>
                    <a:lnT>
                      <a:noFill/>
                    </a:lnT>
                    <a:lnB>
                      <a:noFill/>
                    </a:lnB>
                    <a:noFill/>
                  </a:tcPr>
                </a:tc>
                <a:tc>
                  <a:txBody>
                    <a:bodyPr/>
                    <a:lstStyle/>
                    <a:p>
                      <a:pPr algn="ctr" fontAlgn="ctr"/>
                      <a:r>
                        <a:rPr lang="fr-FR" sz="1400" b="1" i="0" u="none" strike="noStrike" dirty="0">
                          <a:solidFill>
                            <a:srgbClr val="000000"/>
                          </a:solidFill>
                          <a:effectLst/>
                          <a:latin typeface="Calibri"/>
                        </a:rPr>
                        <a:t>I</a:t>
                      </a:r>
                    </a:p>
                  </a:txBody>
                  <a:tcPr marL="9525" marR="9525" marT="9525" marB="0" anchor="ctr">
                    <a:lnL>
                      <a:noFill/>
                    </a:lnL>
                    <a:lnR>
                      <a:noFill/>
                    </a:lnR>
                    <a:lnT>
                      <a:noFill/>
                    </a:lnT>
                    <a:lnB>
                      <a:noFill/>
                    </a:lnB>
                    <a:noFill/>
                  </a:tcPr>
                </a:tc>
                <a:tc>
                  <a:txBody>
                    <a:bodyPr/>
                    <a:lstStyle/>
                    <a:p>
                      <a:pPr algn="ctr" fontAlgn="ctr"/>
                      <a:r>
                        <a:rPr lang="fr-FR" sz="1400" b="1" i="0" u="none" strike="noStrike" dirty="0">
                          <a:solidFill>
                            <a:srgbClr val="000000"/>
                          </a:solidFill>
                          <a:effectLst/>
                          <a:latin typeface="Calibri"/>
                        </a:rPr>
                        <a:t>R</a:t>
                      </a:r>
                    </a:p>
                  </a:txBody>
                  <a:tcPr marL="9525" marR="9525" marT="9525" marB="0" anchor="ctr">
                    <a:lnL>
                      <a:noFill/>
                    </a:lnL>
                    <a:lnR>
                      <a:noFill/>
                    </a:lnR>
                    <a:lnT>
                      <a:noFill/>
                    </a:lnT>
                    <a:lnB>
                      <a:noFill/>
                    </a:lnB>
                    <a:noFill/>
                  </a:tcPr>
                </a:tc>
                <a:tc>
                  <a:txBody>
                    <a:bodyPr/>
                    <a:lstStyle/>
                    <a:p>
                      <a:pPr algn="ctr" fontAlgn="ctr"/>
                      <a:r>
                        <a:rPr lang="fr-FR" sz="1400" b="1" i="0" u="none" strike="noStrike" dirty="0">
                          <a:solidFill>
                            <a:srgbClr val="000000"/>
                          </a:solidFill>
                          <a:effectLst/>
                          <a:latin typeface="Calibri"/>
                        </a:rPr>
                        <a:t>A</a:t>
                      </a:r>
                    </a:p>
                  </a:txBody>
                  <a:tcPr marL="9525" marR="9525" marT="9525" marB="0" anchor="ctr">
                    <a:lnL>
                      <a:noFill/>
                    </a:lnL>
                    <a:lnR>
                      <a:noFill/>
                    </a:lnR>
                    <a:lnT>
                      <a:noFill/>
                    </a:lnT>
                    <a:lnB>
                      <a:noFill/>
                    </a:lnB>
                    <a:noFill/>
                  </a:tcPr>
                </a:tc>
                <a:tc>
                  <a:txBody>
                    <a:bodyPr/>
                    <a:lstStyle/>
                    <a:p>
                      <a:pPr algn="ctr" fontAlgn="ctr"/>
                      <a:r>
                        <a:rPr lang="fr-FR" sz="1400" b="1" i="0" u="none" strike="noStrike" dirty="0">
                          <a:solidFill>
                            <a:srgbClr val="000000"/>
                          </a:solidFill>
                          <a:effectLst/>
                          <a:latin typeface="Calibri"/>
                        </a:rPr>
                        <a:t>I</a:t>
                      </a:r>
                    </a:p>
                  </a:txBody>
                  <a:tcPr marL="9525" marR="9525" marT="9525" marB="0" anchor="ctr">
                    <a:lnL>
                      <a:noFill/>
                    </a:lnL>
                    <a:lnR>
                      <a:noFill/>
                    </a:lnR>
                    <a:lnT>
                      <a:noFill/>
                    </a:lnT>
                    <a:lnB>
                      <a:noFill/>
                    </a:lnB>
                    <a:noFill/>
                  </a:tcPr>
                </a:tc>
                <a:tc>
                  <a:txBody>
                    <a:bodyPr/>
                    <a:lstStyle/>
                    <a:p>
                      <a:pPr algn="ctr" fontAlgn="ctr"/>
                      <a:r>
                        <a:rPr lang="fr-FR" sz="1400" b="1" i="0" u="none" strike="noStrike" dirty="0">
                          <a:solidFill>
                            <a:srgbClr val="000000"/>
                          </a:solidFill>
                          <a:effectLst/>
                          <a:latin typeface="Calibri"/>
                        </a:rPr>
                        <a:t>A</a:t>
                      </a:r>
                    </a:p>
                  </a:txBody>
                  <a:tcPr marL="9525" marR="9525" marT="9525" marB="0" anchor="ctr">
                    <a:lnL>
                      <a:noFill/>
                    </a:lnL>
                    <a:lnR>
                      <a:noFill/>
                    </a:lnR>
                    <a:lnT>
                      <a:noFill/>
                    </a:lnT>
                    <a:lnB>
                      <a:noFill/>
                    </a:lnB>
                    <a:noFill/>
                  </a:tcPr>
                </a:tc>
                <a:tc>
                  <a:txBody>
                    <a:bodyPr/>
                    <a:lstStyle/>
                    <a:p>
                      <a:pPr algn="ctr" fontAlgn="ctr"/>
                      <a:r>
                        <a:rPr lang="fr-FR" sz="1400" b="1" i="0" u="none" strike="noStrike" dirty="0">
                          <a:solidFill>
                            <a:srgbClr val="000000"/>
                          </a:solidFill>
                          <a:effectLst/>
                          <a:latin typeface="Calibri"/>
                        </a:rPr>
                        <a:t>I</a:t>
                      </a:r>
                    </a:p>
                  </a:txBody>
                  <a:tcPr marL="9525" marR="9525" marT="9525" marB="0" anchor="ctr">
                    <a:lnL>
                      <a:noFill/>
                    </a:lnL>
                    <a:lnR>
                      <a:noFill/>
                    </a:lnR>
                    <a:lnT>
                      <a:noFill/>
                    </a:lnT>
                    <a:lnB>
                      <a:noFill/>
                    </a:lnB>
                    <a:noFill/>
                  </a:tcPr>
                </a:tc>
                <a:extLst>
                  <a:ext uri="{0D108BD9-81ED-4DB2-BD59-A6C34878D82A}">
                    <a16:rowId xmlns:a16="http://schemas.microsoft.com/office/drawing/2014/main" val="552168173"/>
                  </a:ext>
                </a:extLst>
              </a:tr>
              <a:tr h="530330">
                <a:tc>
                  <a:txBody>
                    <a:bodyPr/>
                    <a:lstStyle/>
                    <a:p>
                      <a:pPr algn="ctr" fontAlgn="ctr"/>
                      <a:r>
                        <a:rPr lang="fr-FR" sz="1400" b="1" i="0" u="none" strike="noStrike" dirty="0">
                          <a:solidFill>
                            <a:srgbClr val="000000"/>
                          </a:solidFill>
                          <a:effectLst/>
                          <a:latin typeface="Calibri"/>
                        </a:rPr>
                        <a:t>Supervision réseau et sécurité</a:t>
                      </a:r>
                    </a:p>
                  </a:txBody>
                  <a:tcPr marL="9525" marR="9525" marT="9525" marB="0" anchor="ctr">
                    <a:lnL>
                      <a:noFill/>
                    </a:lnL>
                    <a:lnR>
                      <a:noFill/>
                    </a:lnR>
                    <a:lnT>
                      <a:noFill/>
                    </a:lnT>
                    <a:lnB>
                      <a:noFill/>
                    </a:lnB>
                    <a:solidFill>
                      <a:srgbClr val="D9D9D9"/>
                    </a:solidFill>
                  </a:tcPr>
                </a:tc>
                <a:tc>
                  <a:txBody>
                    <a:bodyPr/>
                    <a:lstStyle/>
                    <a:p>
                      <a:pPr algn="ctr" fontAlgn="ctr"/>
                      <a:r>
                        <a:rPr lang="fr-FR" sz="1400" b="1" i="0" u="none" strike="noStrike" dirty="0">
                          <a:solidFill>
                            <a:srgbClr val="000000"/>
                          </a:solidFill>
                          <a:effectLst/>
                          <a:latin typeface="Calibri"/>
                        </a:rPr>
                        <a:t>I</a:t>
                      </a:r>
                    </a:p>
                  </a:txBody>
                  <a:tcPr marL="9525" marR="9525" marT="9525" marB="0" anchor="ctr">
                    <a:lnL>
                      <a:noFill/>
                    </a:lnL>
                    <a:lnR>
                      <a:noFill/>
                    </a:lnR>
                    <a:lnT>
                      <a:noFill/>
                    </a:lnT>
                    <a:lnB>
                      <a:noFill/>
                    </a:lnB>
                    <a:solidFill>
                      <a:srgbClr val="D9D9D9"/>
                    </a:solidFill>
                  </a:tcPr>
                </a:tc>
                <a:tc>
                  <a:txBody>
                    <a:bodyPr/>
                    <a:lstStyle/>
                    <a:p>
                      <a:pPr algn="ctr" fontAlgn="ctr"/>
                      <a:r>
                        <a:rPr lang="fr-FR" sz="1400" b="1" i="0" u="none" strike="noStrike" dirty="0">
                          <a:solidFill>
                            <a:srgbClr val="000000"/>
                          </a:solidFill>
                          <a:effectLst/>
                          <a:latin typeface="Calibri"/>
                        </a:rPr>
                        <a:t>R</a:t>
                      </a:r>
                    </a:p>
                  </a:txBody>
                  <a:tcPr marL="9525" marR="9525" marT="9525" marB="0" anchor="ctr">
                    <a:lnL>
                      <a:noFill/>
                    </a:lnL>
                    <a:lnR>
                      <a:noFill/>
                    </a:lnR>
                    <a:lnT>
                      <a:noFill/>
                    </a:lnT>
                    <a:lnB>
                      <a:noFill/>
                    </a:lnB>
                    <a:solidFill>
                      <a:srgbClr val="D9D9D9"/>
                    </a:solidFill>
                  </a:tcPr>
                </a:tc>
                <a:tc>
                  <a:txBody>
                    <a:bodyPr/>
                    <a:lstStyle/>
                    <a:p>
                      <a:pPr algn="ctr" fontAlgn="ctr"/>
                      <a:r>
                        <a:rPr lang="fr-FR" sz="1400" b="1" i="0" u="none" strike="noStrike" dirty="0">
                          <a:solidFill>
                            <a:srgbClr val="000000"/>
                          </a:solidFill>
                          <a:effectLst/>
                          <a:latin typeface="Calibri"/>
                        </a:rPr>
                        <a:t>I</a:t>
                      </a:r>
                    </a:p>
                  </a:txBody>
                  <a:tcPr marL="9525" marR="9525" marT="9525" marB="0" anchor="ctr">
                    <a:lnL>
                      <a:noFill/>
                    </a:lnL>
                    <a:lnR>
                      <a:noFill/>
                    </a:lnR>
                    <a:lnT>
                      <a:noFill/>
                    </a:lnT>
                    <a:lnB>
                      <a:noFill/>
                    </a:lnB>
                    <a:solidFill>
                      <a:srgbClr val="D9D9D9"/>
                    </a:solidFill>
                  </a:tcPr>
                </a:tc>
                <a:tc>
                  <a:txBody>
                    <a:bodyPr/>
                    <a:lstStyle/>
                    <a:p>
                      <a:pPr algn="ctr" fontAlgn="ctr"/>
                      <a:r>
                        <a:rPr lang="fr-FR" sz="1400" b="1" i="0" u="none" strike="noStrike" dirty="0">
                          <a:solidFill>
                            <a:srgbClr val="000000"/>
                          </a:solidFill>
                          <a:effectLst/>
                          <a:latin typeface="Calibri"/>
                        </a:rPr>
                        <a:t>A</a:t>
                      </a:r>
                    </a:p>
                  </a:txBody>
                  <a:tcPr marL="9525" marR="9525" marT="9525" marB="0" anchor="ctr">
                    <a:lnL>
                      <a:noFill/>
                    </a:lnL>
                    <a:lnR>
                      <a:noFill/>
                    </a:lnR>
                    <a:lnT>
                      <a:noFill/>
                    </a:lnT>
                    <a:lnB>
                      <a:noFill/>
                    </a:lnB>
                    <a:solidFill>
                      <a:srgbClr val="D9D9D9"/>
                    </a:solidFill>
                  </a:tcPr>
                </a:tc>
                <a:tc>
                  <a:txBody>
                    <a:bodyPr/>
                    <a:lstStyle/>
                    <a:p>
                      <a:pPr algn="ctr" fontAlgn="ctr"/>
                      <a:r>
                        <a:rPr lang="fr-FR" sz="1400" b="1" i="0" u="none" strike="noStrike" dirty="0">
                          <a:solidFill>
                            <a:srgbClr val="000000"/>
                          </a:solidFill>
                          <a:effectLst/>
                          <a:latin typeface="Calibri"/>
                        </a:rPr>
                        <a:t>I</a:t>
                      </a:r>
                    </a:p>
                  </a:txBody>
                  <a:tcPr marL="9525" marR="9525" marT="9525" marB="0" anchor="ctr">
                    <a:lnL>
                      <a:noFill/>
                    </a:lnL>
                    <a:lnR>
                      <a:noFill/>
                    </a:lnR>
                    <a:lnT>
                      <a:noFill/>
                    </a:lnT>
                    <a:lnB>
                      <a:noFill/>
                    </a:lnB>
                    <a:solidFill>
                      <a:srgbClr val="D9D9D9"/>
                    </a:solidFill>
                  </a:tcPr>
                </a:tc>
                <a:tc>
                  <a:txBody>
                    <a:bodyPr/>
                    <a:lstStyle/>
                    <a:p>
                      <a:pPr algn="ctr" fontAlgn="ctr"/>
                      <a:r>
                        <a:rPr lang="fr-FR" sz="1400" b="1" i="0" u="none" strike="noStrike" dirty="0">
                          <a:solidFill>
                            <a:srgbClr val="000000"/>
                          </a:solidFill>
                          <a:effectLst/>
                          <a:latin typeface="Calibri"/>
                        </a:rPr>
                        <a:t>I</a:t>
                      </a:r>
                    </a:p>
                  </a:txBody>
                  <a:tcPr marL="9525" marR="9525" marT="9525" marB="0" anchor="ctr">
                    <a:lnL>
                      <a:noFill/>
                    </a:lnL>
                    <a:lnR>
                      <a:noFill/>
                    </a:lnR>
                    <a:lnT>
                      <a:noFill/>
                    </a:lnT>
                    <a:lnB>
                      <a:noFill/>
                    </a:lnB>
                    <a:solidFill>
                      <a:srgbClr val="D9D9D9"/>
                    </a:solidFill>
                  </a:tcPr>
                </a:tc>
                <a:tc>
                  <a:txBody>
                    <a:bodyPr/>
                    <a:lstStyle/>
                    <a:p>
                      <a:pPr algn="ctr" fontAlgn="ctr"/>
                      <a:r>
                        <a:rPr lang="fr-FR" sz="1400" b="1" i="0" u="none" strike="noStrike" dirty="0">
                          <a:solidFill>
                            <a:srgbClr val="000000"/>
                          </a:solidFill>
                          <a:effectLst/>
                          <a:latin typeface="Calibri"/>
                        </a:rPr>
                        <a:t>I</a:t>
                      </a:r>
                    </a:p>
                  </a:txBody>
                  <a:tcPr marL="9525" marR="9525" marT="9525" marB="0" anchor="ctr">
                    <a:lnL>
                      <a:noFill/>
                    </a:lnL>
                    <a:lnR>
                      <a:noFill/>
                    </a:lnR>
                    <a:lnT>
                      <a:noFill/>
                    </a:lnT>
                    <a:lnB>
                      <a:noFill/>
                    </a:lnB>
                    <a:solidFill>
                      <a:srgbClr val="D9D9D9"/>
                    </a:solidFill>
                  </a:tcPr>
                </a:tc>
                <a:extLst>
                  <a:ext uri="{0D108BD9-81ED-4DB2-BD59-A6C34878D82A}">
                    <a16:rowId xmlns:a16="http://schemas.microsoft.com/office/drawing/2014/main" val="3354997685"/>
                  </a:ext>
                </a:extLst>
              </a:tr>
              <a:tr h="265165">
                <a:tc>
                  <a:txBody>
                    <a:bodyPr/>
                    <a:lstStyle/>
                    <a:p>
                      <a:pPr algn="ctr" fontAlgn="ctr"/>
                      <a:r>
                        <a:rPr lang="fr-FR" sz="1400" b="1" i="0" u="none" strike="noStrike" dirty="0">
                          <a:solidFill>
                            <a:srgbClr val="000000"/>
                          </a:solidFill>
                          <a:effectLst/>
                          <a:latin typeface="Calibri"/>
                        </a:rPr>
                        <a:t>Formation des équipes IT</a:t>
                      </a:r>
                    </a:p>
                  </a:txBody>
                  <a:tcPr marL="9525" marR="9525" marT="9525" marB="0" anchor="ctr">
                    <a:lnL>
                      <a:noFill/>
                    </a:lnL>
                    <a:lnR>
                      <a:noFill/>
                    </a:lnR>
                    <a:lnT>
                      <a:noFill/>
                    </a:lnT>
                    <a:lnB>
                      <a:noFill/>
                    </a:lnB>
                    <a:noFill/>
                  </a:tcPr>
                </a:tc>
                <a:tc>
                  <a:txBody>
                    <a:bodyPr/>
                    <a:lstStyle/>
                    <a:p>
                      <a:pPr algn="ctr" fontAlgn="ctr"/>
                      <a:r>
                        <a:rPr lang="fr-FR" sz="1400" b="1" i="0" u="none" strike="noStrike" dirty="0">
                          <a:solidFill>
                            <a:srgbClr val="000000"/>
                          </a:solidFill>
                          <a:effectLst/>
                          <a:latin typeface="Calibri"/>
                        </a:rPr>
                        <a:t>I</a:t>
                      </a:r>
                    </a:p>
                  </a:txBody>
                  <a:tcPr marL="9525" marR="9525" marT="9525" marB="0" anchor="ctr">
                    <a:lnL>
                      <a:noFill/>
                    </a:lnL>
                    <a:lnR>
                      <a:noFill/>
                    </a:lnR>
                    <a:lnT>
                      <a:noFill/>
                    </a:lnT>
                    <a:lnB>
                      <a:noFill/>
                    </a:lnB>
                    <a:noFill/>
                  </a:tcPr>
                </a:tc>
                <a:tc>
                  <a:txBody>
                    <a:bodyPr/>
                    <a:lstStyle/>
                    <a:p>
                      <a:pPr algn="ctr" fontAlgn="ctr"/>
                      <a:r>
                        <a:rPr lang="fr-FR" sz="1400" b="1" i="0" u="none" strike="noStrike" dirty="0">
                          <a:solidFill>
                            <a:srgbClr val="000000"/>
                          </a:solidFill>
                          <a:effectLst/>
                          <a:latin typeface="Calibri"/>
                        </a:rPr>
                        <a:t>A</a:t>
                      </a:r>
                    </a:p>
                  </a:txBody>
                  <a:tcPr marL="9525" marR="9525" marT="9525" marB="0" anchor="ctr">
                    <a:lnL>
                      <a:noFill/>
                    </a:lnL>
                    <a:lnR>
                      <a:noFill/>
                    </a:lnR>
                    <a:lnT>
                      <a:noFill/>
                    </a:lnT>
                    <a:lnB>
                      <a:noFill/>
                    </a:lnB>
                    <a:noFill/>
                  </a:tcPr>
                </a:tc>
                <a:tc>
                  <a:txBody>
                    <a:bodyPr/>
                    <a:lstStyle/>
                    <a:p>
                      <a:pPr algn="ctr" fontAlgn="ctr"/>
                      <a:r>
                        <a:rPr lang="fr-FR" sz="1400" b="1" i="0" u="none" strike="noStrike" dirty="0">
                          <a:solidFill>
                            <a:srgbClr val="000000"/>
                          </a:solidFill>
                          <a:effectLst/>
                          <a:latin typeface="Calibri"/>
                        </a:rPr>
                        <a:t>A</a:t>
                      </a:r>
                    </a:p>
                  </a:txBody>
                  <a:tcPr marL="9525" marR="9525" marT="9525" marB="0" anchor="ctr">
                    <a:lnL>
                      <a:noFill/>
                    </a:lnL>
                    <a:lnR>
                      <a:noFill/>
                    </a:lnR>
                    <a:lnT>
                      <a:noFill/>
                    </a:lnT>
                    <a:lnB>
                      <a:noFill/>
                    </a:lnB>
                    <a:noFill/>
                  </a:tcPr>
                </a:tc>
                <a:tc>
                  <a:txBody>
                    <a:bodyPr/>
                    <a:lstStyle/>
                    <a:p>
                      <a:pPr algn="ctr" fontAlgn="ctr"/>
                      <a:r>
                        <a:rPr lang="fr-FR" sz="1400" b="1" i="0" u="none" strike="noStrike" dirty="0">
                          <a:solidFill>
                            <a:srgbClr val="000000"/>
                          </a:solidFill>
                          <a:effectLst/>
                          <a:latin typeface="Calibri"/>
                        </a:rPr>
                        <a:t>R</a:t>
                      </a:r>
                    </a:p>
                  </a:txBody>
                  <a:tcPr marL="9525" marR="9525" marT="9525" marB="0" anchor="ctr">
                    <a:lnL>
                      <a:noFill/>
                    </a:lnL>
                    <a:lnR>
                      <a:noFill/>
                    </a:lnR>
                    <a:lnT>
                      <a:noFill/>
                    </a:lnT>
                    <a:lnB>
                      <a:noFill/>
                    </a:lnB>
                    <a:noFill/>
                  </a:tcPr>
                </a:tc>
                <a:tc>
                  <a:txBody>
                    <a:bodyPr/>
                    <a:lstStyle/>
                    <a:p>
                      <a:pPr algn="ctr" fontAlgn="ctr"/>
                      <a:r>
                        <a:rPr lang="fr-FR" sz="1400" b="1" i="0" u="none" strike="noStrike" dirty="0">
                          <a:solidFill>
                            <a:srgbClr val="000000"/>
                          </a:solidFill>
                          <a:effectLst/>
                          <a:latin typeface="Calibri"/>
                        </a:rPr>
                        <a:t>I</a:t>
                      </a:r>
                    </a:p>
                  </a:txBody>
                  <a:tcPr marL="9525" marR="9525" marT="9525" marB="0" anchor="ctr">
                    <a:lnL>
                      <a:noFill/>
                    </a:lnL>
                    <a:lnR>
                      <a:noFill/>
                    </a:lnR>
                    <a:lnT>
                      <a:noFill/>
                    </a:lnT>
                    <a:lnB>
                      <a:noFill/>
                    </a:lnB>
                    <a:noFill/>
                  </a:tcPr>
                </a:tc>
                <a:tc>
                  <a:txBody>
                    <a:bodyPr/>
                    <a:lstStyle/>
                    <a:p>
                      <a:pPr algn="ctr" fontAlgn="ctr"/>
                      <a:r>
                        <a:rPr lang="fr-FR" sz="1400" b="1" i="0" u="none" strike="noStrike" dirty="0">
                          <a:solidFill>
                            <a:srgbClr val="000000"/>
                          </a:solidFill>
                          <a:effectLst/>
                          <a:latin typeface="Calibri"/>
                        </a:rPr>
                        <a:t>I</a:t>
                      </a:r>
                    </a:p>
                  </a:txBody>
                  <a:tcPr marL="9525" marR="9525" marT="9525" marB="0" anchor="ctr">
                    <a:lnL>
                      <a:noFill/>
                    </a:lnL>
                    <a:lnR>
                      <a:noFill/>
                    </a:lnR>
                    <a:lnT>
                      <a:noFill/>
                    </a:lnT>
                    <a:lnB>
                      <a:noFill/>
                    </a:lnB>
                    <a:noFill/>
                  </a:tcPr>
                </a:tc>
                <a:tc>
                  <a:txBody>
                    <a:bodyPr/>
                    <a:lstStyle/>
                    <a:p>
                      <a:pPr algn="ctr" fontAlgn="ctr"/>
                      <a:r>
                        <a:rPr lang="fr-FR" sz="1400" b="1" i="0" u="none" strike="noStrike" dirty="0">
                          <a:solidFill>
                            <a:srgbClr val="000000"/>
                          </a:solidFill>
                          <a:effectLst/>
                          <a:latin typeface="Calibri"/>
                        </a:rPr>
                        <a:t>I</a:t>
                      </a:r>
                    </a:p>
                  </a:txBody>
                  <a:tcPr marL="9525" marR="9525" marT="9525" marB="0" anchor="ctr">
                    <a:lnL>
                      <a:noFill/>
                    </a:lnL>
                    <a:lnR>
                      <a:noFill/>
                    </a:lnR>
                    <a:lnT>
                      <a:noFill/>
                    </a:lnT>
                    <a:lnB>
                      <a:noFill/>
                    </a:lnB>
                    <a:noFill/>
                  </a:tcPr>
                </a:tc>
                <a:extLst>
                  <a:ext uri="{0D108BD9-81ED-4DB2-BD59-A6C34878D82A}">
                    <a16:rowId xmlns:a16="http://schemas.microsoft.com/office/drawing/2014/main" val="4288729394"/>
                  </a:ext>
                </a:extLst>
              </a:tr>
              <a:tr h="530330">
                <a:tc>
                  <a:txBody>
                    <a:bodyPr/>
                    <a:lstStyle/>
                    <a:p>
                      <a:pPr algn="ctr" fontAlgn="ctr"/>
                      <a:r>
                        <a:rPr lang="fr-FR" sz="1400" b="1" i="0" u="none" strike="noStrike" dirty="0">
                          <a:solidFill>
                            <a:srgbClr val="000000"/>
                          </a:solidFill>
                          <a:effectLst/>
                          <a:latin typeface="Calibri"/>
                        </a:rPr>
                        <a:t>Revente des anciens équipements</a:t>
                      </a:r>
                    </a:p>
                  </a:txBody>
                  <a:tcPr marL="9525" marR="9525" marT="9525" marB="0" anchor="ctr">
                    <a:lnL>
                      <a:noFill/>
                    </a:lnL>
                    <a:lnR>
                      <a:noFill/>
                    </a:lnR>
                    <a:lnT>
                      <a:noFill/>
                    </a:lnT>
                    <a:lnB>
                      <a:noFill/>
                    </a:lnB>
                    <a:solidFill>
                      <a:srgbClr val="D9D9D9"/>
                    </a:solidFill>
                  </a:tcPr>
                </a:tc>
                <a:tc>
                  <a:txBody>
                    <a:bodyPr/>
                    <a:lstStyle/>
                    <a:p>
                      <a:pPr algn="ctr" fontAlgn="ctr"/>
                      <a:r>
                        <a:rPr lang="fr-FR" sz="1400" b="1" i="0" u="none" strike="noStrike" dirty="0">
                          <a:solidFill>
                            <a:srgbClr val="000000"/>
                          </a:solidFill>
                          <a:effectLst/>
                          <a:latin typeface="Calibri"/>
                        </a:rPr>
                        <a:t>I</a:t>
                      </a:r>
                    </a:p>
                  </a:txBody>
                  <a:tcPr marL="9525" marR="9525" marT="9525" marB="0" anchor="ctr">
                    <a:lnL>
                      <a:noFill/>
                    </a:lnL>
                    <a:lnR>
                      <a:noFill/>
                    </a:lnR>
                    <a:lnT>
                      <a:noFill/>
                    </a:lnT>
                    <a:lnB>
                      <a:noFill/>
                    </a:lnB>
                    <a:solidFill>
                      <a:srgbClr val="D9D9D9"/>
                    </a:solidFill>
                  </a:tcPr>
                </a:tc>
                <a:tc>
                  <a:txBody>
                    <a:bodyPr/>
                    <a:lstStyle/>
                    <a:p>
                      <a:pPr algn="ctr" fontAlgn="ctr"/>
                      <a:r>
                        <a:rPr lang="fr-FR" sz="1400" b="1" i="0" u="none" strike="noStrike" dirty="0">
                          <a:solidFill>
                            <a:srgbClr val="000000"/>
                          </a:solidFill>
                          <a:effectLst/>
                          <a:latin typeface="Calibri"/>
                        </a:rPr>
                        <a:t>I</a:t>
                      </a:r>
                    </a:p>
                  </a:txBody>
                  <a:tcPr marL="9525" marR="9525" marT="9525" marB="0" anchor="ctr">
                    <a:lnL>
                      <a:noFill/>
                    </a:lnL>
                    <a:lnR>
                      <a:noFill/>
                    </a:lnR>
                    <a:lnT>
                      <a:noFill/>
                    </a:lnT>
                    <a:lnB>
                      <a:noFill/>
                    </a:lnB>
                    <a:solidFill>
                      <a:srgbClr val="D9D9D9"/>
                    </a:solidFill>
                  </a:tcPr>
                </a:tc>
                <a:tc>
                  <a:txBody>
                    <a:bodyPr/>
                    <a:lstStyle/>
                    <a:p>
                      <a:pPr algn="ctr" fontAlgn="ctr"/>
                      <a:r>
                        <a:rPr lang="fr-FR" sz="1400" b="1" i="0" u="none" strike="noStrike" dirty="0">
                          <a:solidFill>
                            <a:srgbClr val="000000"/>
                          </a:solidFill>
                          <a:effectLst/>
                          <a:latin typeface="Calibri"/>
                        </a:rPr>
                        <a:t>I</a:t>
                      </a:r>
                    </a:p>
                  </a:txBody>
                  <a:tcPr marL="9525" marR="9525" marT="9525" marB="0" anchor="ctr">
                    <a:lnL>
                      <a:noFill/>
                    </a:lnL>
                    <a:lnR>
                      <a:noFill/>
                    </a:lnR>
                    <a:lnT>
                      <a:noFill/>
                    </a:lnT>
                    <a:lnB>
                      <a:noFill/>
                    </a:lnB>
                    <a:solidFill>
                      <a:srgbClr val="D9D9D9"/>
                    </a:solidFill>
                  </a:tcPr>
                </a:tc>
                <a:tc>
                  <a:txBody>
                    <a:bodyPr/>
                    <a:lstStyle/>
                    <a:p>
                      <a:pPr algn="ctr" fontAlgn="ctr"/>
                      <a:r>
                        <a:rPr lang="fr-FR" sz="1400" b="1" i="0" u="none" strike="noStrike" dirty="0">
                          <a:solidFill>
                            <a:srgbClr val="000000"/>
                          </a:solidFill>
                          <a:effectLst/>
                          <a:latin typeface="Calibri"/>
                        </a:rPr>
                        <a:t>I</a:t>
                      </a:r>
                    </a:p>
                  </a:txBody>
                  <a:tcPr marL="9525" marR="9525" marT="9525" marB="0" anchor="ctr">
                    <a:lnL>
                      <a:noFill/>
                    </a:lnL>
                    <a:lnR>
                      <a:noFill/>
                    </a:lnR>
                    <a:lnT>
                      <a:noFill/>
                    </a:lnT>
                    <a:lnB>
                      <a:noFill/>
                    </a:lnB>
                    <a:solidFill>
                      <a:srgbClr val="D9D9D9"/>
                    </a:solidFill>
                  </a:tcPr>
                </a:tc>
                <a:tc>
                  <a:txBody>
                    <a:bodyPr/>
                    <a:lstStyle/>
                    <a:p>
                      <a:pPr algn="ctr" fontAlgn="ctr"/>
                      <a:r>
                        <a:rPr lang="fr-FR" sz="1400" b="1" i="0" u="none" strike="noStrike" dirty="0">
                          <a:solidFill>
                            <a:srgbClr val="000000"/>
                          </a:solidFill>
                          <a:effectLst/>
                          <a:latin typeface="Calibri"/>
                        </a:rPr>
                        <a:t>I</a:t>
                      </a:r>
                    </a:p>
                  </a:txBody>
                  <a:tcPr marL="9525" marR="9525" marT="9525" marB="0" anchor="ctr">
                    <a:lnL>
                      <a:noFill/>
                    </a:lnL>
                    <a:lnR>
                      <a:noFill/>
                    </a:lnR>
                    <a:lnT>
                      <a:noFill/>
                    </a:lnT>
                    <a:lnB>
                      <a:noFill/>
                    </a:lnB>
                    <a:solidFill>
                      <a:srgbClr val="D9D9D9"/>
                    </a:solidFill>
                  </a:tcPr>
                </a:tc>
                <a:tc>
                  <a:txBody>
                    <a:bodyPr/>
                    <a:lstStyle/>
                    <a:p>
                      <a:pPr algn="ctr" fontAlgn="ctr"/>
                      <a:r>
                        <a:rPr lang="fr-FR" sz="1400" b="1" i="0" u="none" strike="noStrike" dirty="0">
                          <a:solidFill>
                            <a:srgbClr val="000000"/>
                          </a:solidFill>
                          <a:effectLst/>
                          <a:latin typeface="Calibri"/>
                        </a:rPr>
                        <a:t>I</a:t>
                      </a:r>
                    </a:p>
                  </a:txBody>
                  <a:tcPr marL="9525" marR="9525" marT="9525" marB="0" anchor="ctr">
                    <a:lnL>
                      <a:noFill/>
                    </a:lnL>
                    <a:lnR>
                      <a:noFill/>
                    </a:lnR>
                    <a:lnT>
                      <a:noFill/>
                    </a:lnT>
                    <a:lnB>
                      <a:noFill/>
                    </a:lnB>
                    <a:solidFill>
                      <a:srgbClr val="D9D9D9"/>
                    </a:solidFill>
                  </a:tcPr>
                </a:tc>
                <a:tc>
                  <a:txBody>
                    <a:bodyPr/>
                    <a:lstStyle/>
                    <a:p>
                      <a:pPr algn="ctr" fontAlgn="ctr"/>
                      <a:r>
                        <a:rPr lang="fr-FR" sz="1400" b="1" i="0" u="none" strike="noStrike" dirty="0">
                          <a:solidFill>
                            <a:srgbClr val="000000"/>
                          </a:solidFill>
                          <a:effectLst/>
                          <a:latin typeface="Calibri"/>
                        </a:rPr>
                        <a:t>R</a:t>
                      </a:r>
                    </a:p>
                  </a:txBody>
                  <a:tcPr marL="9525" marR="9525" marT="9525" marB="0" anchor="ctr">
                    <a:lnL>
                      <a:noFill/>
                    </a:lnL>
                    <a:lnR>
                      <a:noFill/>
                    </a:lnR>
                    <a:lnT>
                      <a:noFill/>
                    </a:lnT>
                    <a:lnB>
                      <a:noFill/>
                    </a:lnB>
                    <a:solidFill>
                      <a:srgbClr val="D9D9D9"/>
                    </a:solidFill>
                  </a:tcPr>
                </a:tc>
                <a:extLst>
                  <a:ext uri="{0D108BD9-81ED-4DB2-BD59-A6C34878D82A}">
                    <a16:rowId xmlns:a16="http://schemas.microsoft.com/office/drawing/2014/main" val="1990632542"/>
                  </a:ext>
                </a:extLst>
              </a:tr>
              <a:tr h="530330">
                <a:tc>
                  <a:txBody>
                    <a:bodyPr/>
                    <a:lstStyle/>
                    <a:p>
                      <a:pPr algn="ctr" fontAlgn="ctr"/>
                      <a:r>
                        <a:rPr lang="fr-FR" sz="1400" b="1" i="0" u="none" strike="noStrike" dirty="0">
                          <a:solidFill>
                            <a:srgbClr val="000000"/>
                          </a:solidFill>
                          <a:effectLst/>
                          <a:latin typeface="Calibri"/>
                        </a:rPr>
                        <a:t>Documentation et guide utilisateur</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ctr"/>
                      <a:r>
                        <a:rPr lang="fr-FR" sz="1400" b="1" i="0" u="none" strike="noStrike" dirty="0">
                          <a:solidFill>
                            <a:srgbClr val="000000"/>
                          </a:solidFill>
                          <a:effectLst/>
                          <a:latin typeface="Calibri"/>
                        </a:rPr>
                        <a:t>R</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ctr"/>
                      <a:r>
                        <a:rPr lang="fr-FR" sz="1400" b="1" i="0" u="none" strike="noStrike" dirty="0">
                          <a:solidFill>
                            <a:srgbClr val="000000"/>
                          </a:solidFill>
                          <a:effectLst/>
                          <a:latin typeface="Calibri"/>
                        </a:rPr>
                        <a:t>A</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ctr"/>
                      <a:r>
                        <a:rPr lang="fr-FR" sz="1400" b="1" i="0" u="none" strike="noStrike" dirty="0">
                          <a:solidFill>
                            <a:srgbClr val="000000"/>
                          </a:solidFill>
                          <a:effectLst/>
                          <a:latin typeface="Calibri"/>
                        </a:rPr>
                        <a:t>A</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ctr"/>
                      <a:r>
                        <a:rPr lang="fr-FR" sz="1400" b="1" i="0" u="none" strike="noStrike" dirty="0">
                          <a:solidFill>
                            <a:srgbClr val="000000"/>
                          </a:solidFill>
                          <a:effectLst/>
                          <a:latin typeface="Calibri"/>
                        </a:rPr>
                        <a:t>A</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ctr"/>
                      <a:r>
                        <a:rPr lang="fr-FR" sz="1400" b="1" i="0" u="none" strike="noStrike" dirty="0">
                          <a:solidFill>
                            <a:srgbClr val="000000"/>
                          </a:solidFill>
                          <a:effectLst/>
                          <a:latin typeface="Calibri"/>
                        </a:rPr>
                        <a:t>C</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ctr"/>
                      <a:r>
                        <a:rPr lang="fr-FR" sz="1400" b="1" i="0" u="none" strike="noStrike" dirty="0">
                          <a:solidFill>
                            <a:srgbClr val="000000"/>
                          </a:solidFill>
                          <a:effectLst/>
                          <a:latin typeface="Calibri"/>
                        </a:rPr>
                        <a:t>I</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ctr"/>
                      <a:r>
                        <a:rPr lang="fr-FR" sz="1400" b="1" i="0" u="none" strike="noStrike" dirty="0">
                          <a:solidFill>
                            <a:srgbClr val="000000"/>
                          </a:solidFill>
                          <a:effectLst/>
                          <a:latin typeface="Calibri"/>
                        </a:rPr>
                        <a:t>I</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86986457"/>
                  </a:ext>
                </a:extLst>
              </a:tr>
            </a:tbl>
          </a:graphicData>
        </a:graphic>
      </p:graphicFrame>
      <p:sp>
        <p:nvSpPr>
          <p:cNvPr id="19" name="ZoneTexte 18">
            <a:extLst>
              <a:ext uri="{FF2B5EF4-FFF2-40B4-BE49-F238E27FC236}">
                <a16:creationId xmlns:a16="http://schemas.microsoft.com/office/drawing/2014/main" id="{FFAA98CC-82FF-DDD2-110F-C2C2F96673A9}"/>
              </a:ext>
            </a:extLst>
          </p:cNvPr>
          <p:cNvSpPr txBox="1"/>
          <p:nvPr/>
        </p:nvSpPr>
        <p:spPr>
          <a:xfrm>
            <a:off x="4774440" y="94283"/>
            <a:ext cx="4744464" cy="338554"/>
          </a:xfrm>
          <a:prstGeom prst="rect">
            <a:avLst/>
          </a:prstGeom>
          <a:noFill/>
        </p:spPr>
        <p:txBody>
          <a:bodyPr wrap="square">
            <a:spAutoFit/>
          </a:bodyPr>
          <a:lstStyle/>
          <a:p>
            <a:pPr algn="ctr"/>
            <a:r>
              <a:rPr lang="fr-FR" sz="1600" b="1" dirty="0">
                <a:solidFill>
                  <a:schemeClr val="bg1"/>
                </a:solidFill>
                <a:latin typeface="Calibri" panose="020F0502020204030204" pitchFamily="34" charset="0"/>
                <a:ea typeface="Calibri" panose="020F0502020204030204" pitchFamily="34" charset="0"/>
                <a:cs typeface="Calibri" panose="020F0502020204030204" pitchFamily="34" charset="0"/>
              </a:rPr>
              <a:t>3. Note de cadrage</a:t>
            </a:r>
          </a:p>
        </p:txBody>
      </p:sp>
      <p:sp>
        <p:nvSpPr>
          <p:cNvPr id="12" name="ZoneTexte 11">
            <a:extLst>
              <a:ext uri="{FF2B5EF4-FFF2-40B4-BE49-F238E27FC236}">
                <a16:creationId xmlns:a16="http://schemas.microsoft.com/office/drawing/2014/main" id="{E4808231-2C04-771A-BE83-E24FF9E62F69}"/>
              </a:ext>
            </a:extLst>
          </p:cNvPr>
          <p:cNvSpPr txBox="1"/>
          <p:nvPr/>
        </p:nvSpPr>
        <p:spPr>
          <a:xfrm>
            <a:off x="-59991" y="2432041"/>
            <a:ext cx="189224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1. Introduction &amp; Contexte</a:t>
            </a:r>
          </a:p>
        </p:txBody>
      </p:sp>
      <p:sp>
        <p:nvSpPr>
          <p:cNvPr id="13" name="ZoneTexte 12">
            <a:extLst>
              <a:ext uri="{FF2B5EF4-FFF2-40B4-BE49-F238E27FC236}">
                <a16:creationId xmlns:a16="http://schemas.microsoft.com/office/drawing/2014/main" id="{A61298B1-8CDD-CA6F-D1C9-3E4D172F1B59}"/>
              </a:ext>
            </a:extLst>
          </p:cNvPr>
          <p:cNvSpPr txBox="1"/>
          <p:nvPr/>
        </p:nvSpPr>
        <p:spPr>
          <a:xfrm>
            <a:off x="-32814" y="2711031"/>
            <a:ext cx="177119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2. L’existant &amp; Limitations</a:t>
            </a:r>
          </a:p>
        </p:txBody>
      </p:sp>
      <p:sp>
        <p:nvSpPr>
          <p:cNvPr id="14" name="ZoneTexte 13">
            <a:extLst>
              <a:ext uri="{FF2B5EF4-FFF2-40B4-BE49-F238E27FC236}">
                <a16:creationId xmlns:a16="http://schemas.microsoft.com/office/drawing/2014/main" id="{3D919BE4-B471-54E1-3A06-F5DCB3002C68}"/>
              </a:ext>
            </a:extLst>
          </p:cNvPr>
          <p:cNvSpPr txBox="1"/>
          <p:nvPr/>
        </p:nvSpPr>
        <p:spPr>
          <a:xfrm>
            <a:off x="889871" y="2987034"/>
            <a:ext cx="1380699" cy="276999"/>
          </a:xfrm>
          <a:prstGeom prst="rect">
            <a:avLst/>
          </a:prstGeom>
          <a:noFill/>
        </p:spPr>
        <p:txBody>
          <a:bodyPr wrap="none" rtlCol="0">
            <a:spAutoFit/>
          </a:bodyPr>
          <a:lstStyle/>
          <a:p>
            <a:r>
              <a:rPr lang="fr-FR" sz="1200" b="1" dirty="0">
                <a:solidFill>
                  <a:srgbClr val="C00000"/>
                </a:solidFill>
                <a:latin typeface="Calibri" panose="020F0502020204030204" pitchFamily="34" charset="0"/>
                <a:ea typeface="Calibri" panose="020F0502020204030204" pitchFamily="34" charset="0"/>
                <a:cs typeface="Calibri" panose="020F0502020204030204" pitchFamily="34" charset="0"/>
              </a:rPr>
              <a:t>3. Note de cadrage</a:t>
            </a:r>
          </a:p>
        </p:txBody>
      </p:sp>
      <p:sp>
        <p:nvSpPr>
          <p:cNvPr id="15" name="ZoneTexte 14">
            <a:extLst>
              <a:ext uri="{FF2B5EF4-FFF2-40B4-BE49-F238E27FC236}">
                <a16:creationId xmlns:a16="http://schemas.microsoft.com/office/drawing/2014/main" id="{476D03AE-C74E-65CD-8294-B377B4BAE4C0}"/>
              </a:ext>
            </a:extLst>
          </p:cNvPr>
          <p:cNvSpPr txBox="1"/>
          <p:nvPr/>
        </p:nvSpPr>
        <p:spPr>
          <a:xfrm>
            <a:off x="-32816" y="3265029"/>
            <a:ext cx="155702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4. Analyse des risques</a:t>
            </a:r>
          </a:p>
        </p:txBody>
      </p:sp>
      <p:sp>
        <p:nvSpPr>
          <p:cNvPr id="16" name="ZoneTexte 15">
            <a:extLst>
              <a:ext uri="{FF2B5EF4-FFF2-40B4-BE49-F238E27FC236}">
                <a16:creationId xmlns:a16="http://schemas.microsoft.com/office/drawing/2014/main" id="{D5AF83ED-60B3-CA96-2349-301902E7E3CB}"/>
              </a:ext>
            </a:extLst>
          </p:cNvPr>
          <p:cNvSpPr txBox="1"/>
          <p:nvPr/>
        </p:nvSpPr>
        <p:spPr>
          <a:xfrm>
            <a:off x="-23253" y="3542028"/>
            <a:ext cx="1040798"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5. Nouveau SI</a:t>
            </a:r>
          </a:p>
        </p:txBody>
      </p:sp>
      <p:sp>
        <p:nvSpPr>
          <p:cNvPr id="17" name="ZoneTexte 16">
            <a:extLst>
              <a:ext uri="{FF2B5EF4-FFF2-40B4-BE49-F238E27FC236}">
                <a16:creationId xmlns:a16="http://schemas.microsoft.com/office/drawing/2014/main" id="{A4800B2B-2341-FAA2-850B-73ECDA5B8052}"/>
              </a:ext>
            </a:extLst>
          </p:cNvPr>
          <p:cNvSpPr txBox="1"/>
          <p:nvPr/>
        </p:nvSpPr>
        <p:spPr>
          <a:xfrm>
            <a:off x="-13697" y="3821018"/>
            <a:ext cx="196835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6. Déploiement et formation</a:t>
            </a:r>
          </a:p>
        </p:txBody>
      </p:sp>
      <p:sp>
        <p:nvSpPr>
          <p:cNvPr id="22" name="ZoneTexte 21">
            <a:extLst>
              <a:ext uri="{FF2B5EF4-FFF2-40B4-BE49-F238E27FC236}">
                <a16:creationId xmlns:a16="http://schemas.microsoft.com/office/drawing/2014/main" id="{DEA315A8-C07E-380E-81A5-DE424F9589CE}"/>
              </a:ext>
            </a:extLst>
          </p:cNvPr>
          <p:cNvSpPr txBox="1"/>
          <p:nvPr/>
        </p:nvSpPr>
        <p:spPr>
          <a:xfrm>
            <a:off x="-13697" y="4098017"/>
            <a:ext cx="1845955"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7. Contrat de maintenance</a:t>
            </a:r>
          </a:p>
        </p:txBody>
      </p:sp>
    </p:spTree>
    <p:extLst>
      <p:ext uri="{BB962C8B-B14F-4D97-AF65-F5344CB8AC3E}">
        <p14:creationId xmlns:p14="http://schemas.microsoft.com/office/powerpoint/2010/main" val="20527916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2E80F-5D83-3B77-326A-26C0177667AA}"/>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389B04F8-1E14-338D-9F27-61EA6CE67214}"/>
              </a:ext>
            </a:extLst>
          </p:cNvPr>
          <p:cNvSpPr>
            <a:spLocks noGrp="1"/>
          </p:cNvSpPr>
          <p:nvPr>
            <p:ph type="dt" sz="half" idx="10"/>
          </p:nvPr>
        </p:nvSpPr>
        <p:spPr/>
        <p:txBody>
          <a:bodyPr/>
          <a:lstStyle/>
          <a:p>
            <a:fld id="{71A39EF6-AF95-4ACF-B35E-ACB6264B09CC}" type="datetime1">
              <a:rPr lang="fr-FR" smtClean="0"/>
              <a:t>04/03/2025</a:t>
            </a:fld>
            <a:endParaRPr lang="fr-FR"/>
          </a:p>
        </p:txBody>
      </p:sp>
      <p:sp>
        <p:nvSpPr>
          <p:cNvPr id="5" name="Espace réservé du numéro de diapositive 4">
            <a:extLst>
              <a:ext uri="{FF2B5EF4-FFF2-40B4-BE49-F238E27FC236}">
                <a16:creationId xmlns:a16="http://schemas.microsoft.com/office/drawing/2014/main" id="{A154C32C-873B-2DA7-A5AA-FA7E3BCCFEA2}"/>
              </a:ext>
            </a:extLst>
          </p:cNvPr>
          <p:cNvSpPr>
            <a:spLocks noGrp="1"/>
          </p:cNvSpPr>
          <p:nvPr>
            <p:ph type="sldNum" sz="quarter" idx="12"/>
          </p:nvPr>
        </p:nvSpPr>
        <p:spPr/>
        <p:txBody>
          <a:bodyPr/>
          <a:lstStyle/>
          <a:p>
            <a:fld id="{C4B8AC06-870A-4C43-8EB6-F7945B1E9F37}" type="slidenum">
              <a:rPr lang="fr-FR" smtClean="0"/>
              <a:t>16</a:t>
            </a:fld>
            <a:endParaRPr lang="fr-FR"/>
          </a:p>
        </p:txBody>
      </p:sp>
      <p:sp>
        <p:nvSpPr>
          <p:cNvPr id="6" name="ZoneTexte 5">
            <a:extLst>
              <a:ext uri="{FF2B5EF4-FFF2-40B4-BE49-F238E27FC236}">
                <a16:creationId xmlns:a16="http://schemas.microsoft.com/office/drawing/2014/main" id="{DD7BF469-AF95-8719-C6D2-38E584C82031}"/>
              </a:ext>
            </a:extLst>
          </p:cNvPr>
          <p:cNvSpPr txBox="1"/>
          <p:nvPr/>
        </p:nvSpPr>
        <p:spPr>
          <a:xfrm>
            <a:off x="4774440" y="94283"/>
            <a:ext cx="4744464" cy="338554"/>
          </a:xfrm>
          <a:prstGeom prst="rect">
            <a:avLst/>
          </a:prstGeom>
          <a:noFill/>
        </p:spPr>
        <p:txBody>
          <a:bodyPr wrap="square">
            <a:spAutoFit/>
          </a:bodyPr>
          <a:lstStyle/>
          <a:p>
            <a:pPr algn="ctr"/>
            <a:r>
              <a:rPr lang="fr-FR" sz="1600" b="1" dirty="0">
                <a:solidFill>
                  <a:schemeClr val="bg1"/>
                </a:solidFill>
                <a:latin typeface="Calibri" panose="020F0502020204030204" pitchFamily="34" charset="0"/>
                <a:ea typeface="Calibri" panose="020F0502020204030204" pitchFamily="34" charset="0"/>
                <a:cs typeface="Calibri" panose="020F0502020204030204" pitchFamily="34" charset="0"/>
              </a:rPr>
              <a:t>4. Analyse des risques</a:t>
            </a:r>
          </a:p>
        </p:txBody>
      </p:sp>
      <p:graphicFrame>
        <p:nvGraphicFramePr>
          <p:cNvPr id="3" name="Tableau 2">
            <a:extLst>
              <a:ext uri="{FF2B5EF4-FFF2-40B4-BE49-F238E27FC236}">
                <a16:creationId xmlns:a16="http://schemas.microsoft.com/office/drawing/2014/main" id="{E11E0852-ACEE-A78F-A2DF-8858B627044F}"/>
              </a:ext>
            </a:extLst>
          </p:cNvPr>
          <p:cNvGraphicFramePr>
            <a:graphicFrameLocks noGrp="1"/>
          </p:cNvGraphicFramePr>
          <p:nvPr>
            <p:extLst>
              <p:ext uri="{D42A27DB-BD31-4B8C-83A1-F6EECF244321}">
                <p14:modId xmlns:p14="http://schemas.microsoft.com/office/powerpoint/2010/main" val="2733292790"/>
              </p:ext>
            </p:extLst>
          </p:nvPr>
        </p:nvGraphicFramePr>
        <p:xfrm>
          <a:off x="2304585" y="985024"/>
          <a:ext cx="9839425" cy="5587662"/>
        </p:xfrm>
        <a:graphic>
          <a:graphicData uri="http://schemas.openxmlformats.org/drawingml/2006/table">
            <a:tbl>
              <a:tblPr/>
              <a:tblGrid>
                <a:gridCol w="1967885">
                  <a:extLst>
                    <a:ext uri="{9D8B030D-6E8A-4147-A177-3AD203B41FA5}">
                      <a16:colId xmlns:a16="http://schemas.microsoft.com/office/drawing/2014/main" val="2850462254"/>
                    </a:ext>
                  </a:extLst>
                </a:gridCol>
                <a:gridCol w="1967885">
                  <a:extLst>
                    <a:ext uri="{9D8B030D-6E8A-4147-A177-3AD203B41FA5}">
                      <a16:colId xmlns:a16="http://schemas.microsoft.com/office/drawing/2014/main" val="1375491918"/>
                    </a:ext>
                  </a:extLst>
                </a:gridCol>
                <a:gridCol w="1967885">
                  <a:extLst>
                    <a:ext uri="{9D8B030D-6E8A-4147-A177-3AD203B41FA5}">
                      <a16:colId xmlns:a16="http://schemas.microsoft.com/office/drawing/2014/main" val="2238983004"/>
                    </a:ext>
                  </a:extLst>
                </a:gridCol>
                <a:gridCol w="1967885">
                  <a:extLst>
                    <a:ext uri="{9D8B030D-6E8A-4147-A177-3AD203B41FA5}">
                      <a16:colId xmlns:a16="http://schemas.microsoft.com/office/drawing/2014/main" val="525941120"/>
                    </a:ext>
                  </a:extLst>
                </a:gridCol>
                <a:gridCol w="1967885">
                  <a:extLst>
                    <a:ext uri="{9D8B030D-6E8A-4147-A177-3AD203B41FA5}">
                      <a16:colId xmlns:a16="http://schemas.microsoft.com/office/drawing/2014/main" val="3932670623"/>
                    </a:ext>
                  </a:extLst>
                </a:gridCol>
              </a:tblGrid>
              <a:tr h="178373">
                <a:tc>
                  <a:txBody>
                    <a:bodyPr/>
                    <a:lstStyle/>
                    <a:p>
                      <a:pPr algn="ctr" fontAlgn="ctr"/>
                      <a:r>
                        <a:rPr lang="fr-FR" sz="1200" b="1" i="0" u="none" strike="noStrike" dirty="0">
                          <a:solidFill>
                            <a:srgbClr val="000000"/>
                          </a:solidFill>
                          <a:effectLst/>
                          <a:latin typeface="Calibri"/>
                        </a:rPr>
                        <a:t>Risque</a:t>
                      </a:r>
                    </a:p>
                  </a:txBody>
                  <a:tcPr marL="7018" marR="7018" marT="701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FR" sz="1200" b="1" i="0" u="none" strike="noStrike" dirty="0">
                          <a:solidFill>
                            <a:srgbClr val="000000"/>
                          </a:solidFill>
                          <a:effectLst/>
                          <a:latin typeface="Calibri"/>
                        </a:rPr>
                        <a:t>Description</a:t>
                      </a:r>
                    </a:p>
                  </a:txBody>
                  <a:tcPr marL="7018" marR="7018" marT="701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FR" sz="1200" b="1" i="0" u="none" strike="noStrike" dirty="0">
                          <a:solidFill>
                            <a:srgbClr val="000000"/>
                          </a:solidFill>
                          <a:effectLst/>
                          <a:latin typeface="Calibri"/>
                        </a:rPr>
                        <a:t>Probabilité</a:t>
                      </a:r>
                    </a:p>
                  </a:txBody>
                  <a:tcPr marL="7018" marR="7018" marT="701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FR" sz="1200" b="1" i="0" u="none" strike="noStrike" dirty="0">
                          <a:solidFill>
                            <a:srgbClr val="000000"/>
                          </a:solidFill>
                          <a:effectLst/>
                          <a:latin typeface="Calibri"/>
                        </a:rPr>
                        <a:t>Impact</a:t>
                      </a:r>
                    </a:p>
                  </a:txBody>
                  <a:tcPr marL="7018" marR="7018" marT="701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FR" sz="1200" b="1" i="0" u="none" strike="noStrike" dirty="0">
                          <a:solidFill>
                            <a:srgbClr val="000000"/>
                          </a:solidFill>
                          <a:effectLst/>
                          <a:latin typeface="Calibri"/>
                        </a:rPr>
                        <a:t>Plan de Mitigation</a:t>
                      </a:r>
                    </a:p>
                  </a:txBody>
                  <a:tcPr marL="7018" marR="7018" marT="7018"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52336267"/>
                  </a:ext>
                </a:extLst>
              </a:tr>
              <a:tr h="702343">
                <a:tc>
                  <a:txBody>
                    <a:bodyPr/>
                    <a:lstStyle/>
                    <a:p>
                      <a:pPr algn="ctr" fontAlgn="ctr"/>
                      <a:r>
                        <a:rPr lang="fr-FR" sz="1200" b="1" i="0" u="none" strike="noStrike" dirty="0">
                          <a:solidFill>
                            <a:srgbClr val="000000"/>
                          </a:solidFill>
                          <a:effectLst/>
                          <a:latin typeface="Calibri"/>
                        </a:rPr>
                        <a:t>Retard sur la livraison des équipements</a:t>
                      </a:r>
                    </a:p>
                  </a:txBody>
                  <a:tcPr marL="7018" marR="7018" marT="7018" marB="0" anchor="ctr">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ctr" fontAlgn="ctr"/>
                      <a:r>
                        <a:rPr lang="fr-FR" sz="1200" b="0" i="0" u="none" strike="noStrike" dirty="0">
                          <a:solidFill>
                            <a:srgbClr val="000000"/>
                          </a:solidFill>
                          <a:effectLst/>
                          <a:latin typeface="Calibri"/>
                        </a:rPr>
                        <a:t>Les équipements (serveurs, postes industriels) pourraient ne pas être livrés à temps</a:t>
                      </a:r>
                    </a:p>
                  </a:txBody>
                  <a:tcPr marL="7018" marR="7018" marT="7018" marB="0" anchor="ctr">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ctr" fontAlgn="ctr"/>
                      <a:r>
                        <a:rPr lang="fr-FR" sz="1200" b="1" i="0" u="none" strike="noStrike" dirty="0">
                          <a:solidFill>
                            <a:srgbClr val="000000"/>
                          </a:solidFill>
                          <a:effectLst/>
                          <a:latin typeface="Calibri"/>
                        </a:rPr>
                        <a:t>Moyenne</a:t>
                      </a:r>
                    </a:p>
                  </a:txBody>
                  <a:tcPr marL="7018" marR="7018" marT="7018" marB="0" anchor="ctr">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ctr" fontAlgn="ctr"/>
                      <a:r>
                        <a:rPr lang="fr-FR" sz="1200" b="1" i="0" u="none" strike="noStrike" dirty="0">
                          <a:solidFill>
                            <a:srgbClr val="000000"/>
                          </a:solidFill>
                          <a:effectLst/>
                          <a:latin typeface="Calibri"/>
                        </a:rPr>
                        <a:t>Élevé</a:t>
                      </a:r>
                    </a:p>
                  </a:txBody>
                  <a:tcPr marL="7018" marR="7018" marT="7018" marB="0" anchor="ctr">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ctr" fontAlgn="ctr"/>
                      <a:r>
                        <a:rPr lang="fr-FR" sz="1200" b="0" i="0" u="none" strike="noStrike" dirty="0">
                          <a:solidFill>
                            <a:srgbClr val="000000"/>
                          </a:solidFill>
                          <a:effectLst/>
                          <a:latin typeface="Calibri"/>
                        </a:rPr>
                        <a:t>Anticiper les commandes, avoir un stock tampon</a:t>
                      </a:r>
                    </a:p>
                  </a:txBody>
                  <a:tcPr marL="7018" marR="7018" marT="7018" marB="0" anchor="ctr">
                    <a:lnL>
                      <a:noFill/>
                    </a:lnL>
                    <a:lnR>
                      <a:noFill/>
                    </a:lnR>
                    <a:lnT w="6350" cap="flat" cmpd="sng" algn="ctr">
                      <a:solidFill>
                        <a:srgbClr val="000000"/>
                      </a:solidFill>
                      <a:prstDash val="solid"/>
                      <a:round/>
                      <a:headEnd type="none" w="med" len="med"/>
                      <a:tailEnd type="none" w="med" len="med"/>
                    </a:lnT>
                    <a:lnB>
                      <a:noFill/>
                    </a:lnB>
                    <a:solidFill>
                      <a:srgbClr val="D9D9D9"/>
                    </a:solidFill>
                  </a:tcPr>
                </a:tc>
                <a:extLst>
                  <a:ext uri="{0D108BD9-81ED-4DB2-BD59-A6C34878D82A}">
                    <a16:rowId xmlns:a16="http://schemas.microsoft.com/office/drawing/2014/main" val="341167564"/>
                  </a:ext>
                </a:extLst>
              </a:tr>
              <a:tr h="702343">
                <a:tc>
                  <a:txBody>
                    <a:bodyPr/>
                    <a:lstStyle/>
                    <a:p>
                      <a:pPr algn="ctr" fontAlgn="ctr"/>
                      <a:r>
                        <a:rPr lang="fr-FR" sz="1200" b="1" i="0" u="none" strike="noStrike" dirty="0">
                          <a:solidFill>
                            <a:srgbClr val="000000"/>
                          </a:solidFill>
                          <a:effectLst/>
                          <a:latin typeface="Calibri"/>
                        </a:rPr>
                        <a:t>Problème de compatibilité logicielle</a:t>
                      </a:r>
                    </a:p>
                  </a:txBody>
                  <a:tcPr marL="7018" marR="7018" marT="7018" marB="0" anchor="ctr">
                    <a:lnL>
                      <a:noFill/>
                    </a:lnL>
                    <a:lnR>
                      <a:noFill/>
                    </a:lnR>
                    <a:lnT>
                      <a:noFill/>
                    </a:lnT>
                    <a:lnB>
                      <a:noFill/>
                    </a:lnB>
                    <a:noFill/>
                  </a:tcPr>
                </a:tc>
                <a:tc>
                  <a:txBody>
                    <a:bodyPr/>
                    <a:lstStyle/>
                    <a:p>
                      <a:pPr algn="ctr" fontAlgn="ctr"/>
                      <a:r>
                        <a:rPr lang="fr-FR" sz="1200" b="0" i="0" u="none" strike="noStrike" dirty="0">
                          <a:solidFill>
                            <a:srgbClr val="000000"/>
                          </a:solidFill>
                          <a:effectLst/>
                          <a:latin typeface="Calibri"/>
                        </a:rPr>
                        <a:t>Certains logiciels métiers pourraient ne pas fonctionner sur les nouvelles infrastructures</a:t>
                      </a:r>
                    </a:p>
                  </a:txBody>
                  <a:tcPr marL="7018" marR="7018" marT="7018" marB="0" anchor="ctr">
                    <a:lnL>
                      <a:noFill/>
                    </a:lnL>
                    <a:lnR>
                      <a:noFill/>
                    </a:lnR>
                    <a:lnT>
                      <a:noFill/>
                    </a:lnT>
                    <a:lnB>
                      <a:noFill/>
                    </a:lnB>
                    <a:noFill/>
                  </a:tcPr>
                </a:tc>
                <a:tc>
                  <a:txBody>
                    <a:bodyPr/>
                    <a:lstStyle/>
                    <a:p>
                      <a:pPr algn="ctr" fontAlgn="ctr"/>
                      <a:r>
                        <a:rPr lang="fr-FR" sz="1200" b="1" i="0" u="none" strike="noStrike" dirty="0">
                          <a:solidFill>
                            <a:srgbClr val="000000"/>
                          </a:solidFill>
                          <a:effectLst/>
                          <a:latin typeface="Calibri"/>
                        </a:rPr>
                        <a:t>Faible</a:t>
                      </a:r>
                    </a:p>
                  </a:txBody>
                  <a:tcPr marL="7018" marR="7018" marT="7018" marB="0" anchor="ctr">
                    <a:lnL>
                      <a:noFill/>
                    </a:lnL>
                    <a:lnR>
                      <a:noFill/>
                    </a:lnR>
                    <a:lnT>
                      <a:noFill/>
                    </a:lnT>
                    <a:lnB>
                      <a:noFill/>
                    </a:lnB>
                    <a:noFill/>
                  </a:tcPr>
                </a:tc>
                <a:tc>
                  <a:txBody>
                    <a:bodyPr/>
                    <a:lstStyle/>
                    <a:p>
                      <a:pPr algn="ctr" fontAlgn="ctr"/>
                      <a:r>
                        <a:rPr lang="fr-FR" sz="1200" b="1" i="0" u="none" strike="noStrike" dirty="0">
                          <a:solidFill>
                            <a:srgbClr val="000000"/>
                          </a:solidFill>
                          <a:effectLst/>
                          <a:latin typeface="Calibri"/>
                        </a:rPr>
                        <a:t>Élevé</a:t>
                      </a:r>
                    </a:p>
                  </a:txBody>
                  <a:tcPr marL="7018" marR="7018" marT="7018" marB="0" anchor="ctr">
                    <a:lnL>
                      <a:noFill/>
                    </a:lnL>
                    <a:lnR>
                      <a:noFill/>
                    </a:lnR>
                    <a:lnT>
                      <a:noFill/>
                    </a:lnT>
                    <a:lnB>
                      <a:noFill/>
                    </a:lnB>
                    <a:noFill/>
                  </a:tcPr>
                </a:tc>
                <a:tc>
                  <a:txBody>
                    <a:bodyPr/>
                    <a:lstStyle/>
                    <a:p>
                      <a:pPr algn="ctr" fontAlgn="ctr"/>
                      <a:r>
                        <a:rPr lang="fr-FR" sz="1200" b="0" i="0" u="none" strike="noStrike" dirty="0">
                          <a:solidFill>
                            <a:srgbClr val="000000"/>
                          </a:solidFill>
                          <a:effectLst/>
                          <a:latin typeface="Calibri"/>
                        </a:rPr>
                        <a:t>Effectuer des tests en environnement isolé</a:t>
                      </a:r>
                    </a:p>
                  </a:txBody>
                  <a:tcPr marL="7018" marR="7018" marT="7018" marB="0" anchor="ctr">
                    <a:lnL>
                      <a:noFill/>
                    </a:lnL>
                    <a:lnR>
                      <a:noFill/>
                    </a:lnR>
                    <a:lnT>
                      <a:noFill/>
                    </a:lnT>
                    <a:lnB>
                      <a:noFill/>
                    </a:lnB>
                    <a:noFill/>
                  </a:tcPr>
                </a:tc>
                <a:extLst>
                  <a:ext uri="{0D108BD9-81ED-4DB2-BD59-A6C34878D82A}">
                    <a16:rowId xmlns:a16="http://schemas.microsoft.com/office/drawing/2014/main" val="2953970402"/>
                  </a:ext>
                </a:extLst>
              </a:tr>
              <a:tr h="523971">
                <a:tc>
                  <a:txBody>
                    <a:bodyPr/>
                    <a:lstStyle/>
                    <a:p>
                      <a:pPr algn="ctr" fontAlgn="ctr"/>
                      <a:r>
                        <a:rPr lang="fr-FR" sz="1200" b="1" i="0" u="none" strike="noStrike" dirty="0">
                          <a:solidFill>
                            <a:srgbClr val="000000"/>
                          </a:solidFill>
                          <a:effectLst/>
                          <a:latin typeface="Calibri"/>
                        </a:rPr>
                        <a:t>Panne réseau lors de la migration</a:t>
                      </a:r>
                    </a:p>
                  </a:txBody>
                  <a:tcPr marL="7018" marR="7018" marT="7018" marB="0" anchor="ctr">
                    <a:lnL>
                      <a:noFill/>
                    </a:lnL>
                    <a:lnR>
                      <a:noFill/>
                    </a:lnR>
                    <a:lnT>
                      <a:noFill/>
                    </a:lnT>
                    <a:lnB>
                      <a:noFill/>
                    </a:lnB>
                    <a:solidFill>
                      <a:srgbClr val="D9D9D9"/>
                    </a:solidFill>
                  </a:tcPr>
                </a:tc>
                <a:tc>
                  <a:txBody>
                    <a:bodyPr/>
                    <a:lstStyle/>
                    <a:p>
                      <a:pPr algn="ctr" fontAlgn="ctr"/>
                      <a:r>
                        <a:rPr lang="fr-FR" sz="1200" b="0" i="0" u="none" strike="noStrike" dirty="0">
                          <a:solidFill>
                            <a:srgbClr val="000000"/>
                          </a:solidFill>
                          <a:effectLst/>
                          <a:latin typeface="Calibri"/>
                        </a:rPr>
                        <a:t>Une défaillance réseau pourrait interrompre la migration vers le Cloud</a:t>
                      </a:r>
                    </a:p>
                  </a:txBody>
                  <a:tcPr marL="7018" marR="7018" marT="7018" marB="0" anchor="ctr">
                    <a:lnL>
                      <a:noFill/>
                    </a:lnL>
                    <a:lnR>
                      <a:noFill/>
                    </a:lnR>
                    <a:lnT>
                      <a:noFill/>
                    </a:lnT>
                    <a:lnB>
                      <a:noFill/>
                    </a:lnB>
                    <a:solidFill>
                      <a:srgbClr val="D9D9D9"/>
                    </a:solidFill>
                  </a:tcPr>
                </a:tc>
                <a:tc>
                  <a:txBody>
                    <a:bodyPr/>
                    <a:lstStyle/>
                    <a:p>
                      <a:pPr algn="ctr" fontAlgn="ctr"/>
                      <a:r>
                        <a:rPr lang="fr-FR" sz="1200" b="1" i="0" u="none" strike="noStrike" dirty="0">
                          <a:solidFill>
                            <a:srgbClr val="000000"/>
                          </a:solidFill>
                          <a:effectLst/>
                          <a:latin typeface="Calibri"/>
                        </a:rPr>
                        <a:t>Moyenne</a:t>
                      </a:r>
                    </a:p>
                  </a:txBody>
                  <a:tcPr marL="7018" marR="7018" marT="7018" marB="0" anchor="ctr">
                    <a:lnL>
                      <a:noFill/>
                    </a:lnL>
                    <a:lnR>
                      <a:noFill/>
                    </a:lnR>
                    <a:lnT>
                      <a:noFill/>
                    </a:lnT>
                    <a:lnB>
                      <a:noFill/>
                    </a:lnB>
                    <a:solidFill>
                      <a:srgbClr val="D9D9D9"/>
                    </a:solidFill>
                  </a:tcPr>
                </a:tc>
                <a:tc>
                  <a:txBody>
                    <a:bodyPr/>
                    <a:lstStyle/>
                    <a:p>
                      <a:pPr algn="ctr" fontAlgn="ctr"/>
                      <a:r>
                        <a:rPr lang="fr-FR" sz="1200" b="1" i="0" u="none" strike="noStrike" dirty="0">
                          <a:solidFill>
                            <a:srgbClr val="000000"/>
                          </a:solidFill>
                          <a:effectLst/>
                          <a:latin typeface="Calibri"/>
                        </a:rPr>
                        <a:t>Moyen</a:t>
                      </a:r>
                    </a:p>
                  </a:txBody>
                  <a:tcPr marL="7018" marR="7018" marT="7018" marB="0" anchor="ctr">
                    <a:lnL>
                      <a:noFill/>
                    </a:lnL>
                    <a:lnR>
                      <a:noFill/>
                    </a:lnR>
                    <a:lnT>
                      <a:noFill/>
                    </a:lnT>
                    <a:lnB>
                      <a:noFill/>
                    </a:lnB>
                    <a:solidFill>
                      <a:srgbClr val="D9D9D9"/>
                    </a:solidFill>
                  </a:tcPr>
                </a:tc>
                <a:tc>
                  <a:txBody>
                    <a:bodyPr/>
                    <a:lstStyle/>
                    <a:p>
                      <a:pPr algn="ctr" fontAlgn="ctr"/>
                      <a:r>
                        <a:rPr lang="fr-FR" sz="1200" b="0" i="0" u="none" strike="noStrike" dirty="0">
                          <a:solidFill>
                            <a:srgbClr val="000000"/>
                          </a:solidFill>
                          <a:effectLst/>
                          <a:latin typeface="Calibri"/>
                        </a:rPr>
                        <a:t>Planifier les migrations en heures creuses, prévoir un back-up</a:t>
                      </a:r>
                    </a:p>
                  </a:txBody>
                  <a:tcPr marL="7018" marR="7018" marT="7018" marB="0" anchor="ctr">
                    <a:lnL>
                      <a:noFill/>
                    </a:lnL>
                    <a:lnR>
                      <a:noFill/>
                    </a:lnR>
                    <a:lnT>
                      <a:noFill/>
                    </a:lnT>
                    <a:lnB>
                      <a:noFill/>
                    </a:lnB>
                    <a:solidFill>
                      <a:srgbClr val="D9D9D9"/>
                    </a:solidFill>
                  </a:tcPr>
                </a:tc>
                <a:extLst>
                  <a:ext uri="{0D108BD9-81ED-4DB2-BD59-A6C34878D82A}">
                    <a16:rowId xmlns:a16="http://schemas.microsoft.com/office/drawing/2014/main" val="675027690"/>
                  </a:ext>
                </a:extLst>
              </a:tr>
              <a:tr h="702343">
                <a:tc>
                  <a:txBody>
                    <a:bodyPr/>
                    <a:lstStyle/>
                    <a:p>
                      <a:pPr algn="ctr" fontAlgn="ctr"/>
                      <a:r>
                        <a:rPr lang="fr-FR" sz="1200" b="1" i="0" u="none" strike="noStrike" dirty="0">
                          <a:solidFill>
                            <a:srgbClr val="000000"/>
                          </a:solidFill>
                          <a:effectLst/>
                          <a:latin typeface="Calibri"/>
                        </a:rPr>
                        <a:t>Revente difficile des anciens équipements</a:t>
                      </a:r>
                    </a:p>
                  </a:txBody>
                  <a:tcPr marL="7018" marR="7018" marT="7018" marB="0" anchor="ctr">
                    <a:lnL>
                      <a:noFill/>
                    </a:lnL>
                    <a:lnR>
                      <a:noFill/>
                    </a:lnR>
                    <a:lnT>
                      <a:noFill/>
                    </a:lnT>
                    <a:lnB>
                      <a:noFill/>
                    </a:lnB>
                    <a:noFill/>
                  </a:tcPr>
                </a:tc>
                <a:tc>
                  <a:txBody>
                    <a:bodyPr/>
                    <a:lstStyle/>
                    <a:p>
                      <a:pPr algn="ctr" fontAlgn="ctr"/>
                      <a:r>
                        <a:rPr lang="fr-FR" sz="1200" b="0" i="0" u="none" strike="noStrike" dirty="0">
                          <a:solidFill>
                            <a:srgbClr val="000000"/>
                          </a:solidFill>
                          <a:effectLst/>
                          <a:latin typeface="Calibri"/>
                        </a:rPr>
                        <a:t>Le broker IT pourrait rencontrer des difficultés à revendre ou recycler les équipements obsolètes</a:t>
                      </a:r>
                    </a:p>
                  </a:txBody>
                  <a:tcPr marL="7018" marR="7018" marT="7018" marB="0" anchor="ctr">
                    <a:lnL>
                      <a:noFill/>
                    </a:lnL>
                    <a:lnR>
                      <a:noFill/>
                    </a:lnR>
                    <a:lnT>
                      <a:noFill/>
                    </a:lnT>
                    <a:lnB>
                      <a:noFill/>
                    </a:lnB>
                    <a:noFill/>
                  </a:tcPr>
                </a:tc>
                <a:tc>
                  <a:txBody>
                    <a:bodyPr/>
                    <a:lstStyle/>
                    <a:p>
                      <a:pPr algn="ctr" fontAlgn="ctr"/>
                      <a:r>
                        <a:rPr lang="fr-FR" sz="1200" b="1" i="0" u="none" strike="noStrike" dirty="0">
                          <a:solidFill>
                            <a:srgbClr val="000000"/>
                          </a:solidFill>
                          <a:effectLst/>
                          <a:latin typeface="Calibri"/>
                        </a:rPr>
                        <a:t>Moyenne</a:t>
                      </a:r>
                    </a:p>
                  </a:txBody>
                  <a:tcPr marL="7018" marR="7018" marT="7018" marB="0" anchor="ctr">
                    <a:lnL>
                      <a:noFill/>
                    </a:lnL>
                    <a:lnR>
                      <a:noFill/>
                    </a:lnR>
                    <a:lnT>
                      <a:noFill/>
                    </a:lnT>
                    <a:lnB>
                      <a:noFill/>
                    </a:lnB>
                    <a:noFill/>
                  </a:tcPr>
                </a:tc>
                <a:tc>
                  <a:txBody>
                    <a:bodyPr/>
                    <a:lstStyle/>
                    <a:p>
                      <a:pPr algn="ctr" fontAlgn="ctr"/>
                      <a:r>
                        <a:rPr lang="fr-FR" sz="1200" b="1" i="0" u="none" strike="noStrike" dirty="0">
                          <a:solidFill>
                            <a:srgbClr val="000000"/>
                          </a:solidFill>
                          <a:effectLst/>
                          <a:latin typeface="Calibri"/>
                        </a:rPr>
                        <a:t>Faible</a:t>
                      </a:r>
                    </a:p>
                  </a:txBody>
                  <a:tcPr marL="7018" marR="7018" marT="7018" marB="0" anchor="ctr">
                    <a:lnL>
                      <a:noFill/>
                    </a:lnL>
                    <a:lnR>
                      <a:noFill/>
                    </a:lnR>
                    <a:lnT>
                      <a:noFill/>
                    </a:lnT>
                    <a:lnB>
                      <a:noFill/>
                    </a:lnB>
                    <a:noFill/>
                  </a:tcPr>
                </a:tc>
                <a:tc>
                  <a:txBody>
                    <a:bodyPr/>
                    <a:lstStyle/>
                    <a:p>
                      <a:pPr algn="ctr" fontAlgn="ctr"/>
                      <a:r>
                        <a:rPr lang="fr-FR" sz="1200" b="0" i="0" u="none" strike="noStrike" dirty="0">
                          <a:solidFill>
                            <a:srgbClr val="000000"/>
                          </a:solidFill>
                          <a:effectLst/>
                          <a:latin typeface="Calibri"/>
                        </a:rPr>
                        <a:t>Travailler avec plusieurs brokers pour maximiser les opportunités</a:t>
                      </a:r>
                    </a:p>
                  </a:txBody>
                  <a:tcPr marL="7018" marR="7018" marT="7018" marB="0" anchor="ctr">
                    <a:lnL>
                      <a:noFill/>
                    </a:lnL>
                    <a:lnR>
                      <a:noFill/>
                    </a:lnR>
                    <a:lnT>
                      <a:noFill/>
                    </a:lnT>
                    <a:lnB>
                      <a:noFill/>
                    </a:lnB>
                    <a:noFill/>
                  </a:tcPr>
                </a:tc>
                <a:extLst>
                  <a:ext uri="{0D108BD9-81ED-4DB2-BD59-A6C34878D82A}">
                    <a16:rowId xmlns:a16="http://schemas.microsoft.com/office/drawing/2014/main" val="1375647293"/>
                  </a:ext>
                </a:extLst>
              </a:tr>
              <a:tr h="702343">
                <a:tc>
                  <a:txBody>
                    <a:bodyPr/>
                    <a:lstStyle/>
                    <a:p>
                      <a:pPr algn="ctr" fontAlgn="ctr"/>
                      <a:r>
                        <a:rPr lang="fr-FR" sz="1200" b="1" i="0" u="none" strike="noStrike" dirty="0">
                          <a:solidFill>
                            <a:srgbClr val="000000"/>
                          </a:solidFill>
                          <a:effectLst/>
                          <a:latin typeface="Calibri"/>
                        </a:rPr>
                        <a:t>Manque de compétences internes</a:t>
                      </a:r>
                    </a:p>
                  </a:txBody>
                  <a:tcPr marL="7018" marR="7018" marT="7018" marB="0" anchor="ctr">
                    <a:lnL>
                      <a:noFill/>
                    </a:lnL>
                    <a:lnR>
                      <a:noFill/>
                    </a:lnR>
                    <a:lnT>
                      <a:noFill/>
                    </a:lnT>
                    <a:lnB>
                      <a:noFill/>
                    </a:lnB>
                    <a:solidFill>
                      <a:srgbClr val="D9D9D9"/>
                    </a:solidFill>
                  </a:tcPr>
                </a:tc>
                <a:tc>
                  <a:txBody>
                    <a:bodyPr/>
                    <a:lstStyle/>
                    <a:p>
                      <a:pPr algn="ctr" fontAlgn="ctr"/>
                      <a:r>
                        <a:rPr lang="fr-FR" sz="1200" b="0" i="0" u="none" strike="noStrike" dirty="0">
                          <a:solidFill>
                            <a:srgbClr val="000000"/>
                          </a:solidFill>
                          <a:effectLst/>
                          <a:latin typeface="Calibri"/>
                        </a:rPr>
                        <a:t>Les équipes internes pourraient ne pas maîtriser les nouvelles technologies</a:t>
                      </a:r>
                    </a:p>
                  </a:txBody>
                  <a:tcPr marL="7018" marR="7018" marT="7018" marB="0" anchor="ctr">
                    <a:lnL>
                      <a:noFill/>
                    </a:lnL>
                    <a:lnR>
                      <a:noFill/>
                    </a:lnR>
                    <a:lnT>
                      <a:noFill/>
                    </a:lnT>
                    <a:lnB>
                      <a:noFill/>
                    </a:lnB>
                    <a:solidFill>
                      <a:srgbClr val="D9D9D9"/>
                    </a:solidFill>
                  </a:tcPr>
                </a:tc>
                <a:tc>
                  <a:txBody>
                    <a:bodyPr/>
                    <a:lstStyle/>
                    <a:p>
                      <a:pPr algn="ctr" fontAlgn="ctr"/>
                      <a:r>
                        <a:rPr lang="fr-FR" sz="1200" b="1" i="0" u="none" strike="noStrike" dirty="0">
                          <a:solidFill>
                            <a:srgbClr val="000000"/>
                          </a:solidFill>
                          <a:effectLst/>
                          <a:latin typeface="Calibri"/>
                        </a:rPr>
                        <a:t>Moyenne</a:t>
                      </a:r>
                    </a:p>
                  </a:txBody>
                  <a:tcPr marL="7018" marR="7018" marT="7018" marB="0" anchor="ctr">
                    <a:lnL>
                      <a:noFill/>
                    </a:lnL>
                    <a:lnR>
                      <a:noFill/>
                    </a:lnR>
                    <a:lnT>
                      <a:noFill/>
                    </a:lnT>
                    <a:lnB>
                      <a:noFill/>
                    </a:lnB>
                    <a:solidFill>
                      <a:srgbClr val="D9D9D9"/>
                    </a:solidFill>
                  </a:tcPr>
                </a:tc>
                <a:tc>
                  <a:txBody>
                    <a:bodyPr/>
                    <a:lstStyle/>
                    <a:p>
                      <a:pPr algn="ctr" fontAlgn="ctr"/>
                      <a:r>
                        <a:rPr lang="fr-FR" sz="1200" b="1" i="0" u="none" strike="noStrike" dirty="0">
                          <a:solidFill>
                            <a:srgbClr val="000000"/>
                          </a:solidFill>
                          <a:effectLst/>
                          <a:latin typeface="Calibri"/>
                        </a:rPr>
                        <a:t>Moyen</a:t>
                      </a:r>
                    </a:p>
                  </a:txBody>
                  <a:tcPr marL="7018" marR="7018" marT="7018" marB="0" anchor="ctr">
                    <a:lnL>
                      <a:noFill/>
                    </a:lnL>
                    <a:lnR>
                      <a:noFill/>
                    </a:lnR>
                    <a:lnT>
                      <a:noFill/>
                    </a:lnT>
                    <a:lnB>
                      <a:noFill/>
                    </a:lnB>
                    <a:solidFill>
                      <a:srgbClr val="D9D9D9"/>
                    </a:solidFill>
                  </a:tcPr>
                </a:tc>
                <a:tc>
                  <a:txBody>
                    <a:bodyPr/>
                    <a:lstStyle/>
                    <a:p>
                      <a:pPr algn="ctr" fontAlgn="ctr"/>
                      <a:r>
                        <a:rPr lang="fr-FR" sz="1200" b="0" i="0" u="none" strike="noStrike" dirty="0">
                          <a:solidFill>
                            <a:srgbClr val="000000"/>
                          </a:solidFill>
                          <a:effectLst/>
                          <a:latin typeface="Calibri"/>
                        </a:rPr>
                        <a:t>Prévoir une formation complète pour les équipes</a:t>
                      </a:r>
                    </a:p>
                  </a:txBody>
                  <a:tcPr marL="7018" marR="7018" marT="7018" marB="0" anchor="ctr">
                    <a:lnL>
                      <a:noFill/>
                    </a:lnL>
                    <a:lnR>
                      <a:noFill/>
                    </a:lnR>
                    <a:lnT>
                      <a:noFill/>
                    </a:lnT>
                    <a:lnB>
                      <a:noFill/>
                    </a:lnB>
                    <a:solidFill>
                      <a:srgbClr val="D9D9D9"/>
                    </a:solidFill>
                  </a:tcPr>
                </a:tc>
                <a:extLst>
                  <a:ext uri="{0D108BD9-81ED-4DB2-BD59-A6C34878D82A}">
                    <a16:rowId xmlns:a16="http://schemas.microsoft.com/office/drawing/2014/main" val="2510201683"/>
                  </a:ext>
                </a:extLst>
              </a:tr>
              <a:tr h="523971">
                <a:tc>
                  <a:txBody>
                    <a:bodyPr/>
                    <a:lstStyle/>
                    <a:p>
                      <a:pPr algn="ctr" fontAlgn="ctr"/>
                      <a:r>
                        <a:rPr lang="fr-FR" sz="1200" b="1" i="0" u="none" strike="noStrike" dirty="0">
                          <a:solidFill>
                            <a:srgbClr val="000000"/>
                          </a:solidFill>
                          <a:effectLst/>
                          <a:latin typeface="Calibri"/>
                        </a:rPr>
                        <a:t>Défaillance de sécurité informatique</a:t>
                      </a:r>
                    </a:p>
                  </a:txBody>
                  <a:tcPr marL="7018" marR="7018" marT="7018" marB="0" anchor="ctr">
                    <a:lnL>
                      <a:noFill/>
                    </a:lnL>
                    <a:lnR>
                      <a:noFill/>
                    </a:lnR>
                    <a:lnT>
                      <a:noFill/>
                    </a:lnT>
                    <a:lnB>
                      <a:noFill/>
                    </a:lnB>
                    <a:noFill/>
                  </a:tcPr>
                </a:tc>
                <a:tc>
                  <a:txBody>
                    <a:bodyPr/>
                    <a:lstStyle/>
                    <a:p>
                      <a:pPr algn="ctr" fontAlgn="ctr"/>
                      <a:r>
                        <a:rPr lang="fr-FR" sz="1200" b="0" i="0" u="none" strike="noStrike" dirty="0">
                          <a:solidFill>
                            <a:srgbClr val="000000"/>
                          </a:solidFill>
                          <a:effectLst/>
                          <a:latin typeface="Calibri"/>
                        </a:rPr>
                        <a:t>Une vulnérabilité pourrait être exploitée pendant la phase de migration</a:t>
                      </a:r>
                    </a:p>
                  </a:txBody>
                  <a:tcPr marL="7018" marR="7018" marT="7018" marB="0" anchor="ctr">
                    <a:lnL>
                      <a:noFill/>
                    </a:lnL>
                    <a:lnR>
                      <a:noFill/>
                    </a:lnR>
                    <a:lnT>
                      <a:noFill/>
                    </a:lnT>
                    <a:lnB>
                      <a:noFill/>
                    </a:lnB>
                    <a:noFill/>
                  </a:tcPr>
                </a:tc>
                <a:tc>
                  <a:txBody>
                    <a:bodyPr/>
                    <a:lstStyle/>
                    <a:p>
                      <a:pPr algn="ctr" fontAlgn="ctr"/>
                      <a:r>
                        <a:rPr lang="fr-FR" sz="1200" b="1" i="0" u="none" strike="noStrike" dirty="0">
                          <a:solidFill>
                            <a:srgbClr val="000000"/>
                          </a:solidFill>
                          <a:effectLst/>
                          <a:latin typeface="Calibri"/>
                        </a:rPr>
                        <a:t>Faible</a:t>
                      </a:r>
                    </a:p>
                  </a:txBody>
                  <a:tcPr marL="7018" marR="7018" marT="7018" marB="0" anchor="ctr">
                    <a:lnL>
                      <a:noFill/>
                    </a:lnL>
                    <a:lnR>
                      <a:noFill/>
                    </a:lnR>
                    <a:lnT>
                      <a:noFill/>
                    </a:lnT>
                    <a:lnB>
                      <a:noFill/>
                    </a:lnB>
                    <a:noFill/>
                  </a:tcPr>
                </a:tc>
                <a:tc>
                  <a:txBody>
                    <a:bodyPr/>
                    <a:lstStyle/>
                    <a:p>
                      <a:pPr algn="ctr" fontAlgn="ctr"/>
                      <a:r>
                        <a:rPr lang="fr-FR" sz="1200" b="1" i="0" u="none" strike="noStrike" dirty="0">
                          <a:solidFill>
                            <a:srgbClr val="000000"/>
                          </a:solidFill>
                          <a:effectLst/>
                          <a:latin typeface="Calibri"/>
                        </a:rPr>
                        <a:t>Élevé</a:t>
                      </a:r>
                    </a:p>
                  </a:txBody>
                  <a:tcPr marL="7018" marR="7018" marT="7018" marB="0" anchor="ctr">
                    <a:lnL>
                      <a:noFill/>
                    </a:lnL>
                    <a:lnR>
                      <a:noFill/>
                    </a:lnR>
                    <a:lnT>
                      <a:noFill/>
                    </a:lnT>
                    <a:lnB>
                      <a:noFill/>
                    </a:lnB>
                    <a:noFill/>
                  </a:tcPr>
                </a:tc>
                <a:tc>
                  <a:txBody>
                    <a:bodyPr/>
                    <a:lstStyle/>
                    <a:p>
                      <a:pPr algn="ctr" fontAlgn="ctr"/>
                      <a:r>
                        <a:rPr lang="fr-FR" sz="1200" b="0" i="0" u="none" strike="noStrike" dirty="0">
                          <a:solidFill>
                            <a:srgbClr val="000000"/>
                          </a:solidFill>
                          <a:effectLst/>
                          <a:latin typeface="Calibri"/>
                        </a:rPr>
                        <a:t>Activer des protections avancées (firewall, VPN sécurisé)</a:t>
                      </a:r>
                    </a:p>
                  </a:txBody>
                  <a:tcPr marL="7018" marR="7018" marT="7018" marB="0" anchor="ctr">
                    <a:lnL>
                      <a:noFill/>
                    </a:lnL>
                    <a:lnR>
                      <a:noFill/>
                    </a:lnR>
                    <a:lnT>
                      <a:noFill/>
                    </a:lnT>
                    <a:lnB>
                      <a:noFill/>
                    </a:lnB>
                    <a:noFill/>
                  </a:tcPr>
                </a:tc>
                <a:extLst>
                  <a:ext uri="{0D108BD9-81ED-4DB2-BD59-A6C34878D82A}">
                    <a16:rowId xmlns:a16="http://schemas.microsoft.com/office/drawing/2014/main" val="3165086165"/>
                  </a:ext>
                </a:extLst>
              </a:tr>
              <a:tr h="702343">
                <a:tc>
                  <a:txBody>
                    <a:bodyPr/>
                    <a:lstStyle/>
                    <a:p>
                      <a:pPr algn="ctr" fontAlgn="ctr"/>
                      <a:r>
                        <a:rPr lang="fr-FR" sz="1200" b="1" i="0" u="none" strike="noStrike" dirty="0">
                          <a:solidFill>
                            <a:srgbClr val="000000"/>
                          </a:solidFill>
                          <a:effectLst/>
                          <a:latin typeface="Calibri"/>
                        </a:rPr>
                        <a:t>Résistance au changement des utilisateurs</a:t>
                      </a:r>
                    </a:p>
                  </a:txBody>
                  <a:tcPr marL="7018" marR="7018" marT="7018" marB="0" anchor="ctr">
                    <a:lnL>
                      <a:noFill/>
                    </a:lnL>
                    <a:lnR>
                      <a:noFill/>
                    </a:lnR>
                    <a:lnT>
                      <a:noFill/>
                    </a:lnT>
                    <a:lnB>
                      <a:noFill/>
                    </a:lnB>
                    <a:solidFill>
                      <a:srgbClr val="D9D9D9"/>
                    </a:solidFill>
                  </a:tcPr>
                </a:tc>
                <a:tc>
                  <a:txBody>
                    <a:bodyPr/>
                    <a:lstStyle/>
                    <a:p>
                      <a:pPr algn="ctr" fontAlgn="ctr"/>
                      <a:r>
                        <a:rPr lang="fr-FR" sz="1200" b="0" i="0" u="none" strike="noStrike" dirty="0">
                          <a:solidFill>
                            <a:srgbClr val="000000"/>
                          </a:solidFill>
                          <a:effectLst/>
                          <a:latin typeface="Calibri"/>
                        </a:rPr>
                        <a:t>Les utilisateurs pourraient rencontrer des difficultés à adopter les nouveaux outils</a:t>
                      </a:r>
                    </a:p>
                  </a:txBody>
                  <a:tcPr marL="7018" marR="7018" marT="7018" marB="0" anchor="ctr">
                    <a:lnL>
                      <a:noFill/>
                    </a:lnL>
                    <a:lnR>
                      <a:noFill/>
                    </a:lnR>
                    <a:lnT>
                      <a:noFill/>
                    </a:lnT>
                    <a:lnB>
                      <a:noFill/>
                    </a:lnB>
                    <a:solidFill>
                      <a:srgbClr val="D9D9D9"/>
                    </a:solidFill>
                  </a:tcPr>
                </a:tc>
                <a:tc>
                  <a:txBody>
                    <a:bodyPr/>
                    <a:lstStyle/>
                    <a:p>
                      <a:pPr algn="ctr" fontAlgn="ctr"/>
                      <a:r>
                        <a:rPr lang="fr-FR" sz="1200" b="1" i="0" u="none" strike="noStrike" dirty="0">
                          <a:solidFill>
                            <a:srgbClr val="000000"/>
                          </a:solidFill>
                          <a:effectLst/>
                          <a:latin typeface="Calibri"/>
                        </a:rPr>
                        <a:t>Moyenne</a:t>
                      </a:r>
                    </a:p>
                  </a:txBody>
                  <a:tcPr marL="7018" marR="7018" marT="7018" marB="0" anchor="ctr">
                    <a:lnL>
                      <a:noFill/>
                    </a:lnL>
                    <a:lnR>
                      <a:noFill/>
                    </a:lnR>
                    <a:lnT>
                      <a:noFill/>
                    </a:lnT>
                    <a:lnB>
                      <a:noFill/>
                    </a:lnB>
                    <a:solidFill>
                      <a:srgbClr val="D9D9D9"/>
                    </a:solidFill>
                  </a:tcPr>
                </a:tc>
                <a:tc>
                  <a:txBody>
                    <a:bodyPr/>
                    <a:lstStyle/>
                    <a:p>
                      <a:pPr algn="ctr" fontAlgn="ctr"/>
                      <a:r>
                        <a:rPr lang="fr-FR" sz="1200" b="1" i="0" u="none" strike="noStrike" dirty="0">
                          <a:solidFill>
                            <a:srgbClr val="000000"/>
                          </a:solidFill>
                          <a:effectLst/>
                          <a:latin typeface="Calibri"/>
                        </a:rPr>
                        <a:t>Moyen</a:t>
                      </a:r>
                    </a:p>
                  </a:txBody>
                  <a:tcPr marL="7018" marR="7018" marT="7018" marB="0" anchor="ctr">
                    <a:lnL>
                      <a:noFill/>
                    </a:lnL>
                    <a:lnR>
                      <a:noFill/>
                    </a:lnR>
                    <a:lnT>
                      <a:noFill/>
                    </a:lnT>
                    <a:lnB>
                      <a:noFill/>
                    </a:lnB>
                    <a:solidFill>
                      <a:srgbClr val="D9D9D9"/>
                    </a:solidFill>
                  </a:tcPr>
                </a:tc>
                <a:tc>
                  <a:txBody>
                    <a:bodyPr/>
                    <a:lstStyle/>
                    <a:p>
                      <a:pPr algn="ctr" fontAlgn="ctr"/>
                      <a:r>
                        <a:rPr lang="fr-FR" sz="1200" b="0" i="0" u="none" strike="noStrike" dirty="0">
                          <a:solidFill>
                            <a:srgbClr val="000000"/>
                          </a:solidFill>
                          <a:effectLst/>
                          <a:latin typeface="Calibri"/>
                        </a:rPr>
                        <a:t>Mettre en place des sessions de formation et de support</a:t>
                      </a:r>
                    </a:p>
                  </a:txBody>
                  <a:tcPr marL="7018" marR="7018" marT="7018" marB="0" anchor="ctr">
                    <a:lnL>
                      <a:noFill/>
                    </a:lnL>
                    <a:lnR>
                      <a:noFill/>
                    </a:lnR>
                    <a:lnT>
                      <a:noFill/>
                    </a:lnT>
                    <a:lnB>
                      <a:noFill/>
                    </a:lnB>
                    <a:solidFill>
                      <a:srgbClr val="D9D9D9"/>
                    </a:solidFill>
                  </a:tcPr>
                </a:tc>
                <a:extLst>
                  <a:ext uri="{0D108BD9-81ED-4DB2-BD59-A6C34878D82A}">
                    <a16:rowId xmlns:a16="http://schemas.microsoft.com/office/drawing/2014/main" val="1928359662"/>
                  </a:ext>
                </a:extLst>
              </a:tr>
              <a:tr h="702343">
                <a:tc>
                  <a:txBody>
                    <a:bodyPr/>
                    <a:lstStyle/>
                    <a:p>
                      <a:pPr algn="ctr" fontAlgn="ctr"/>
                      <a:r>
                        <a:rPr lang="fr-FR" sz="1200" b="1" i="0" u="none" strike="noStrike" dirty="0">
                          <a:solidFill>
                            <a:srgbClr val="000000"/>
                          </a:solidFill>
                          <a:effectLst/>
                          <a:latin typeface="Calibri"/>
                        </a:rPr>
                        <a:t>Dépassement du budget</a:t>
                      </a:r>
                    </a:p>
                  </a:txBody>
                  <a:tcPr marL="7018" marR="7018" marT="701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ctr"/>
                      <a:r>
                        <a:rPr lang="fr-FR" sz="1200" b="0" i="0" u="none" strike="noStrike" dirty="0">
                          <a:solidFill>
                            <a:srgbClr val="000000"/>
                          </a:solidFill>
                          <a:effectLst/>
                          <a:latin typeface="Calibri"/>
                        </a:rPr>
                        <a:t>Les coûts imprévus pourraient conduire à un dépassement du budget alloué</a:t>
                      </a:r>
                    </a:p>
                  </a:txBody>
                  <a:tcPr marL="7018" marR="7018" marT="701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ctr"/>
                      <a:r>
                        <a:rPr lang="fr-FR" sz="1200" b="1" i="0" u="none" strike="noStrike" dirty="0">
                          <a:solidFill>
                            <a:srgbClr val="000000"/>
                          </a:solidFill>
                          <a:effectLst/>
                          <a:latin typeface="Calibri"/>
                        </a:rPr>
                        <a:t>Faible</a:t>
                      </a:r>
                    </a:p>
                  </a:txBody>
                  <a:tcPr marL="7018" marR="7018" marT="701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ctr"/>
                      <a:r>
                        <a:rPr lang="fr-FR" sz="1200" b="1" i="0" u="none" strike="noStrike" dirty="0">
                          <a:solidFill>
                            <a:srgbClr val="000000"/>
                          </a:solidFill>
                          <a:effectLst/>
                          <a:latin typeface="Calibri"/>
                        </a:rPr>
                        <a:t>Élevé</a:t>
                      </a:r>
                    </a:p>
                  </a:txBody>
                  <a:tcPr marL="7018" marR="7018" marT="7018"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ctr"/>
                      <a:r>
                        <a:rPr lang="fr-FR" sz="1200" b="0" i="0" u="none" strike="noStrike" dirty="0">
                          <a:solidFill>
                            <a:srgbClr val="000000"/>
                          </a:solidFill>
                          <a:effectLst/>
                          <a:latin typeface="Calibri"/>
                        </a:rPr>
                        <a:t>Suivi budgétaire rigoureux avec points de contrôle réguliers</a:t>
                      </a:r>
                    </a:p>
                  </a:txBody>
                  <a:tcPr marL="7018" marR="7018" marT="7018" marB="0" anchor="ctr">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61067610"/>
                  </a:ext>
                </a:extLst>
              </a:tr>
            </a:tbl>
          </a:graphicData>
        </a:graphic>
      </p:graphicFrame>
      <p:sp>
        <p:nvSpPr>
          <p:cNvPr id="2" name="ZoneTexte 1">
            <a:extLst>
              <a:ext uri="{FF2B5EF4-FFF2-40B4-BE49-F238E27FC236}">
                <a16:creationId xmlns:a16="http://schemas.microsoft.com/office/drawing/2014/main" id="{B46CD9B7-062E-C965-C9B1-94B1BE10E654}"/>
              </a:ext>
            </a:extLst>
          </p:cNvPr>
          <p:cNvSpPr txBox="1"/>
          <p:nvPr/>
        </p:nvSpPr>
        <p:spPr>
          <a:xfrm>
            <a:off x="-36845" y="2450980"/>
            <a:ext cx="189224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1. Introduction &amp; Contexte</a:t>
            </a:r>
          </a:p>
        </p:txBody>
      </p:sp>
      <p:sp>
        <p:nvSpPr>
          <p:cNvPr id="9" name="ZoneTexte 8">
            <a:extLst>
              <a:ext uri="{FF2B5EF4-FFF2-40B4-BE49-F238E27FC236}">
                <a16:creationId xmlns:a16="http://schemas.microsoft.com/office/drawing/2014/main" id="{7DEFF085-0D8B-B9E5-2272-06F06D1ED57D}"/>
              </a:ext>
            </a:extLst>
          </p:cNvPr>
          <p:cNvSpPr txBox="1"/>
          <p:nvPr/>
        </p:nvSpPr>
        <p:spPr>
          <a:xfrm>
            <a:off x="-32814" y="2711031"/>
            <a:ext cx="177119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2. L’existant &amp; Limitations</a:t>
            </a:r>
          </a:p>
        </p:txBody>
      </p:sp>
      <p:sp>
        <p:nvSpPr>
          <p:cNvPr id="18" name="ZoneTexte 17">
            <a:extLst>
              <a:ext uri="{FF2B5EF4-FFF2-40B4-BE49-F238E27FC236}">
                <a16:creationId xmlns:a16="http://schemas.microsoft.com/office/drawing/2014/main" id="{1936AB1F-A0F2-585B-4276-56B8ED3F70E1}"/>
              </a:ext>
            </a:extLst>
          </p:cNvPr>
          <p:cNvSpPr txBox="1"/>
          <p:nvPr/>
        </p:nvSpPr>
        <p:spPr>
          <a:xfrm>
            <a:off x="-32817" y="2988030"/>
            <a:ext cx="136191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3. Note de cadrage</a:t>
            </a:r>
          </a:p>
        </p:txBody>
      </p:sp>
      <p:sp>
        <p:nvSpPr>
          <p:cNvPr id="24" name="ZoneTexte 23">
            <a:extLst>
              <a:ext uri="{FF2B5EF4-FFF2-40B4-BE49-F238E27FC236}">
                <a16:creationId xmlns:a16="http://schemas.microsoft.com/office/drawing/2014/main" id="{07D0C070-4674-F6BC-6E3C-80FB49C52D0C}"/>
              </a:ext>
            </a:extLst>
          </p:cNvPr>
          <p:cNvSpPr txBox="1"/>
          <p:nvPr/>
        </p:nvSpPr>
        <p:spPr>
          <a:xfrm>
            <a:off x="685706" y="3283968"/>
            <a:ext cx="1589538" cy="276999"/>
          </a:xfrm>
          <a:prstGeom prst="rect">
            <a:avLst/>
          </a:prstGeom>
          <a:noFill/>
        </p:spPr>
        <p:txBody>
          <a:bodyPr wrap="none" rtlCol="0">
            <a:spAutoFit/>
          </a:bodyPr>
          <a:lstStyle/>
          <a:p>
            <a:r>
              <a:rPr lang="fr-FR" sz="1200" b="1" dirty="0">
                <a:solidFill>
                  <a:srgbClr val="C00000"/>
                </a:solidFill>
                <a:latin typeface="Calibri" panose="020F0502020204030204" pitchFamily="34" charset="0"/>
                <a:ea typeface="Calibri" panose="020F0502020204030204" pitchFamily="34" charset="0"/>
                <a:cs typeface="Calibri" panose="020F0502020204030204" pitchFamily="34" charset="0"/>
              </a:rPr>
              <a:t>4. Analyse des risques</a:t>
            </a:r>
          </a:p>
        </p:txBody>
      </p:sp>
      <p:sp>
        <p:nvSpPr>
          <p:cNvPr id="25" name="ZoneTexte 24">
            <a:extLst>
              <a:ext uri="{FF2B5EF4-FFF2-40B4-BE49-F238E27FC236}">
                <a16:creationId xmlns:a16="http://schemas.microsoft.com/office/drawing/2014/main" id="{4CD696BE-D393-08FA-F488-C7CE57F7E1C7}"/>
              </a:ext>
            </a:extLst>
          </p:cNvPr>
          <p:cNvSpPr txBox="1"/>
          <p:nvPr/>
        </p:nvSpPr>
        <p:spPr>
          <a:xfrm>
            <a:off x="-23253" y="3542028"/>
            <a:ext cx="1040798"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5. Nouveau SI</a:t>
            </a:r>
          </a:p>
        </p:txBody>
      </p:sp>
      <p:sp>
        <p:nvSpPr>
          <p:cNvPr id="26" name="ZoneTexte 25">
            <a:extLst>
              <a:ext uri="{FF2B5EF4-FFF2-40B4-BE49-F238E27FC236}">
                <a16:creationId xmlns:a16="http://schemas.microsoft.com/office/drawing/2014/main" id="{1FB4CE20-05D3-A38E-360E-CE9493B105DE}"/>
              </a:ext>
            </a:extLst>
          </p:cNvPr>
          <p:cNvSpPr txBox="1"/>
          <p:nvPr/>
        </p:nvSpPr>
        <p:spPr>
          <a:xfrm>
            <a:off x="-13697" y="3821018"/>
            <a:ext cx="196835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6. Déploiement et formation</a:t>
            </a:r>
          </a:p>
        </p:txBody>
      </p:sp>
      <p:sp>
        <p:nvSpPr>
          <p:cNvPr id="27" name="ZoneTexte 26">
            <a:extLst>
              <a:ext uri="{FF2B5EF4-FFF2-40B4-BE49-F238E27FC236}">
                <a16:creationId xmlns:a16="http://schemas.microsoft.com/office/drawing/2014/main" id="{A2A72192-AAE9-1704-737C-CC0CE2006109}"/>
              </a:ext>
            </a:extLst>
          </p:cNvPr>
          <p:cNvSpPr txBox="1"/>
          <p:nvPr/>
        </p:nvSpPr>
        <p:spPr>
          <a:xfrm>
            <a:off x="-13697" y="4098017"/>
            <a:ext cx="1845955"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7. Contrat de maintenance</a:t>
            </a:r>
          </a:p>
        </p:txBody>
      </p:sp>
    </p:spTree>
    <p:extLst>
      <p:ext uri="{BB962C8B-B14F-4D97-AF65-F5344CB8AC3E}">
        <p14:creationId xmlns:p14="http://schemas.microsoft.com/office/powerpoint/2010/main" val="534840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30549-5CF7-88E6-A1C7-D30DB47EE65F}"/>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24AF838B-57D9-17C6-0EFD-862B60FAFA0D}"/>
              </a:ext>
            </a:extLst>
          </p:cNvPr>
          <p:cNvSpPr>
            <a:spLocks noGrp="1"/>
          </p:cNvSpPr>
          <p:nvPr>
            <p:ph type="dt" sz="half" idx="10"/>
          </p:nvPr>
        </p:nvSpPr>
        <p:spPr/>
        <p:txBody>
          <a:bodyPr/>
          <a:lstStyle/>
          <a:p>
            <a:fld id="{71A39EF6-AF95-4ACF-B35E-ACB6264B09CC}" type="datetime1">
              <a:rPr lang="fr-FR" smtClean="0"/>
              <a:t>04/03/2025</a:t>
            </a:fld>
            <a:endParaRPr lang="fr-FR"/>
          </a:p>
        </p:txBody>
      </p:sp>
      <p:sp>
        <p:nvSpPr>
          <p:cNvPr id="5" name="Espace réservé du numéro de diapositive 4">
            <a:extLst>
              <a:ext uri="{FF2B5EF4-FFF2-40B4-BE49-F238E27FC236}">
                <a16:creationId xmlns:a16="http://schemas.microsoft.com/office/drawing/2014/main" id="{68C83AB6-3F21-F042-654A-5045082E0CDD}"/>
              </a:ext>
            </a:extLst>
          </p:cNvPr>
          <p:cNvSpPr>
            <a:spLocks noGrp="1"/>
          </p:cNvSpPr>
          <p:nvPr>
            <p:ph type="sldNum" sz="quarter" idx="12"/>
          </p:nvPr>
        </p:nvSpPr>
        <p:spPr/>
        <p:txBody>
          <a:bodyPr/>
          <a:lstStyle/>
          <a:p>
            <a:fld id="{C4B8AC06-870A-4C43-8EB6-F7945B1E9F37}" type="slidenum">
              <a:rPr lang="fr-FR" smtClean="0"/>
              <a:t>17</a:t>
            </a:fld>
            <a:endParaRPr lang="fr-FR"/>
          </a:p>
        </p:txBody>
      </p:sp>
      <p:sp>
        <p:nvSpPr>
          <p:cNvPr id="2" name="ZoneTexte 1">
            <a:extLst>
              <a:ext uri="{FF2B5EF4-FFF2-40B4-BE49-F238E27FC236}">
                <a16:creationId xmlns:a16="http://schemas.microsoft.com/office/drawing/2014/main" id="{92B320CE-63B9-14D0-C2A3-2A455AD3F427}"/>
              </a:ext>
            </a:extLst>
          </p:cNvPr>
          <p:cNvSpPr txBox="1"/>
          <p:nvPr/>
        </p:nvSpPr>
        <p:spPr>
          <a:xfrm>
            <a:off x="2280402" y="1268286"/>
            <a:ext cx="2785374" cy="307777"/>
          </a:xfrm>
          <a:prstGeom prst="rect">
            <a:avLst/>
          </a:prstGeom>
          <a:noFill/>
        </p:spPr>
        <p:txBody>
          <a:bodyPr wrap="square">
            <a:spAutoFit/>
          </a:bodyPr>
          <a:lstStyle/>
          <a:p>
            <a:r>
              <a:rPr lang="fr-FR" sz="1400" b="1" dirty="0">
                <a:latin typeface="Calibri" panose="020F0502020204030204" pitchFamily="34" charset="0"/>
                <a:ea typeface="Calibri" panose="020F0502020204030204" pitchFamily="34" charset="0"/>
                <a:cs typeface="Calibri" panose="020F0502020204030204" pitchFamily="34" charset="0"/>
              </a:rPr>
              <a:t>Plan réseau</a:t>
            </a:r>
          </a:p>
        </p:txBody>
      </p:sp>
      <p:sp>
        <p:nvSpPr>
          <p:cNvPr id="15" name="ZoneTexte 14">
            <a:extLst>
              <a:ext uri="{FF2B5EF4-FFF2-40B4-BE49-F238E27FC236}">
                <a16:creationId xmlns:a16="http://schemas.microsoft.com/office/drawing/2014/main" id="{C977AF89-17A1-61DF-16F7-FDE06488A279}"/>
              </a:ext>
            </a:extLst>
          </p:cNvPr>
          <p:cNvSpPr txBox="1"/>
          <p:nvPr/>
        </p:nvSpPr>
        <p:spPr>
          <a:xfrm>
            <a:off x="4774440" y="94283"/>
            <a:ext cx="4744464" cy="338554"/>
          </a:xfrm>
          <a:prstGeom prst="rect">
            <a:avLst/>
          </a:prstGeom>
          <a:noFill/>
        </p:spPr>
        <p:txBody>
          <a:bodyPr wrap="square">
            <a:spAutoFit/>
          </a:bodyPr>
          <a:lstStyle/>
          <a:p>
            <a:pPr algn="ctr"/>
            <a:r>
              <a:rPr lang="fr-FR" sz="1600" b="1" dirty="0">
                <a:solidFill>
                  <a:schemeClr val="bg1"/>
                </a:solidFill>
                <a:latin typeface="Calibri" panose="020F0502020204030204" pitchFamily="34" charset="0"/>
                <a:ea typeface="Calibri" panose="020F0502020204030204" pitchFamily="34" charset="0"/>
                <a:cs typeface="Calibri" panose="020F0502020204030204" pitchFamily="34" charset="0"/>
              </a:rPr>
              <a:t>5. Nouveau SI</a:t>
            </a:r>
          </a:p>
        </p:txBody>
      </p:sp>
      <p:pic>
        <p:nvPicPr>
          <p:cNvPr id="7" name="Image 6">
            <a:extLst>
              <a:ext uri="{FF2B5EF4-FFF2-40B4-BE49-F238E27FC236}">
                <a16:creationId xmlns:a16="http://schemas.microsoft.com/office/drawing/2014/main" id="{23040890-DCE6-59CA-E199-CC0D864793F4}"/>
              </a:ext>
            </a:extLst>
          </p:cNvPr>
          <p:cNvPicPr>
            <a:picLocks noChangeAspect="1"/>
          </p:cNvPicPr>
          <p:nvPr/>
        </p:nvPicPr>
        <p:blipFill>
          <a:blip r:embed="rId2"/>
          <a:stretch>
            <a:fillRect/>
          </a:stretch>
        </p:blipFill>
        <p:spPr>
          <a:xfrm>
            <a:off x="2342540" y="1655526"/>
            <a:ext cx="9783932" cy="4241769"/>
          </a:xfrm>
          <a:prstGeom prst="rect">
            <a:avLst/>
          </a:prstGeom>
        </p:spPr>
      </p:pic>
      <p:sp>
        <p:nvSpPr>
          <p:cNvPr id="8" name="ZoneTexte 7">
            <a:extLst>
              <a:ext uri="{FF2B5EF4-FFF2-40B4-BE49-F238E27FC236}">
                <a16:creationId xmlns:a16="http://schemas.microsoft.com/office/drawing/2014/main" id="{153C47EE-0DC0-B4D6-8984-77E79BF22BAA}"/>
              </a:ext>
            </a:extLst>
          </p:cNvPr>
          <p:cNvSpPr txBox="1"/>
          <p:nvPr/>
        </p:nvSpPr>
        <p:spPr>
          <a:xfrm>
            <a:off x="-36845" y="2433036"/>
            <a:ext cx="189224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1. Introduction &amp; Contexte</a:t>
            </a:r>
          </a:p>
        </p:txBody>
      </p:sp>
      <p:sp>
        <p:nvSpPr>
          <p:cNvPr id="9" name="ZoneTexte 8">
            <a:extLst>
              <a:ext uri="{FF2B5EF4-FFF2-40B4-BE49-F238E27FC236}">
                <a16:creationId xmlns:a16="http://schemas.microsoft.com/office/drawing/2014/main" id="{7F7CE512-7048-07F7-41A2-B3FF819AB480}"/>
              </a:ext>
            </a:extLst>
          </p:cNvPr>
          <p:cNvSpPr txBox="1"/>
          <p:nvPr/>
        </p:nvSpPr>
        <p:spPr>
          <a:xfrm>
            <a:off x="-32814" y="2711031"/>
            <a:ext cx="177119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2. L’existant &amp; Limitations</a:t>
            </a:r>
          </a:p>
        </p:txBody>
      </p:sp>
      <p:sp>
        <p:nvSpPr>
          <p:cNvPr id="10" name="ZoneTexte 9">
            <a:extLst>
              <a:ext uri="{FF2B5EF4-FFF2-40B4-BE49-F238E27FC236}">
                <a16:creationId xmlns:a16="http://schemas.microsoft.com/office/drawing/2014/main" id="{9389768B-E0D5-96AD-42E1-E0DFCC5EDEC2}"/>
              </a:ext>
            </a:extLst>
          </p:cNvPr>
          <p:cNvSpPr txBox="1"/>
          <p:nvPr/>
        </p:nvSpPr>
        <p:spPr>
          <a:xfrm>
            <a:off x="-32817" y="2988030"/>
            <a:ext cx="136191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3. Note de cadrage</a:t>
            </a:r>
          </a:p>
        </p:txBody>
      </p:sp>
      <p:sp>
        <p:nvSpPr>
          <p:cNvPr id="11" name="ZoneTexte 10">
            <a:extLst>
              <a:ext uri="{FF2B5EF4-FFF2-40B4-BE49-F238E27FC236}">
                <a16:creationId xmlns:a16="http://schemas.microsoft.com/office/drawing/2014/main" id="{140B9033-6C41-0C1A-6DE2-EFCF24B6BB6D}"/>
              </a:ext>
            </a:extLst>
          </p:cNvPr>
          <p:cNvSpPr txBox="1"/>
          <p:nvPr/>
        </p:nvSpPr>
        <p:spPr>
          <a:xfrm>
            <a:off x="-32816" y="3265029"/>
            <a:ext cx="155702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4. Analyse des risques</a:t>
            </a:r>
          </a:p>
        </p:txBody>
      </p:sp>
      <p:sp>
        <p:nvSpPr>
          <p:cNvPr id="12" name="ZoneTexte 11">
            <a:extLst>
              <a:ext uri="{FF2B5EF4-FFF2-40B4-BE49-F238E27FC236}">
                <a16:creationId xmlns:a16="http://schemas.microsoft.com/office/drawing/2014/main" id="{BC13CF53-8B29-CD45-281B-30D3A84CDB78}"/>
              </a:ext>
            </a:extLst>
          </p:cNvPr>
          <p:cNvSpPr txBox="1"/>
          <p:nvPr/>
        </p:nvSpPr>
        <p:spPr>
          <a:xfrm>
            <a:off x="1235277" y="3542028"/>
            <a:ext cx="1063304" cy="276999"/>
          </a:xfrm>
          <a:prstGeom prst="rect">
            <a:avLst/>
          </a:prstGeom>
          <a:noFill/>
        </p:spPr>
        <p:txBody>
          <a:bodyPr wrap="none" rtlCol="0">
            <a:spAutoFit/>
          </a:bodyPr>
          <a:lstStyle/>
          <a:p>
            <a:r>
              <a:rPr lang="fr-FR" sz="1200" b="1" dirty="0">
                <a:solidFill>
                  <a:srgbClr val="C00000"/>
                </a:solidFill>
                <a:latin typeface="Calibri" panose="020F0502020204030204" pitchFamily="34" charset="0"/>
                <a:ea typeface="Calibri" panose="020F0502020204030204" pitchFamily="34" charset="0"/>
                <a:cs typeface="Calibri" panose="020F0502020204030204" pitchFamily="34" charset="0"/>
              </a:rPr>
              <a:t>5. Nouveau SI</a:t>
            </a:r>
          </a:p>
        </p:txBody>
      </p:sp>
      <p:sp>
        <p:nvSpPr>
          <p:cNvPr id="13" name="ZoneTexte 12">
            <a:extLst>
              <a:ext uri="{FF2B5EF4-FFF2-40B4-BE49-F238E27FC236}">
                <a16:creationId xmlns:a16="http://schemas.microsoft.com/office/drawing/2014/main" id="{2D06B1FC-2C8E-D875-C0E8-862D06AC95BF}"/>
              </a:ext>
            </a:extLst>
          </p:cNvPr>
          <p:cNvSpPr txBox="1"/>
          <p:nvPr/>
        </p:nvSpPr>
        <p:spPr>
          <a:xfrm>
            <a:off x="-13697" y="3821018"/>
            <a:ext cx="196835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6. Déploiement et formation</a:t>
            </a:r>
          </a:p>
        </p:txBody>
      </p:sp>
      <p:sp>
        <p:nvSpPr>
          <p:cNvPr id="14" name="ZoneTexte 13">
            <a:extLst>
              <a:ext uri="{FF2B5EF4-FFF2-40B4-BE49-F238E27FC236}">
                <a16:creationId xmlns:a16="http://schemas.microsoft.com/office/drawing/2014/main" id="{8B2FF996-B9BE-9EA9-5E45-DFE2C2297395}"/>
              </a:ext>
            </a:extLst>
          </p:cNvPr>
          <p:cNvSpPr txBox="1"/>
          <p:nvPr/>
        </p:nvSpPr>
        <p:spPr>
          <a:xfrm>
            <a:off x="-13697" y="4098017"/>
            <a:ext cx="1845955"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7. Contrat de maintenance</a:t>
            </a:r>
          </a:p>
        </p:txBody>
      </p:sp>
    </p:spTree>
    <p:extLst>
      <p:ext uri="{BB962C8B-B14F-4D97-AF65-F5344CB8AC3E}">
        <p14:creationId xmlns:p14="http://schemas.microsoft.com/office/powerpoint/2010/main" val="8092496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45C19-367F-1204-977A-D739004592A3}"/>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CB7DF1E1-781F-EA27-26F8-B1EFEE5D3396}"/>
              </a:ext>
            </a:extLst>
          </p:cNvPr>
          <p:cNvSpPr>
            <a:spLocks noGrp="1"/>
          </p:cNvSpPr>
          <p:nvPr>
            <p:ph type="dt" sz="half" idx="10"/>
          </p:nvPr>
        </p:nvSpPr>
        <p:spPr/>
        <p:txBody>
          <a:bodyPr/>
          <a:lstStyle/>
          <a:p>
            <a:fld id="{71A39EF6-AF95-4ACF-B35E-ACB6264B09CC}" type="datetime1">
              <a:rPr lang="fr-FR" smtClean="0"/>
              <a:t>04/03/2025</a:t>
            </a:fld>
            <a:endParaRPr lang="fr-FR"/>
          </a:p>
        </p:txBody>
      </p:sp>
      <p:sp>
        <p:nvSpPr>
          <p:cNvPr id="5" name="Espace réservé du numéro de diapositive 4">
            <a:extLst>
              <a:ext uri="{FF2B5EF4-FFF2-40B4-BE49-F238E27FC236}">
                <a16:creationId xmlns:a16="http://schemas.microsoft.com/office/drawing/2014/main" id="{8AFA715B-DAF8-4CF4-3960-B71AAB5E453E}"/>
              </a:ext>
            </a:extLst>
          </p:cNvPr>
          <p:cNvSpPr>
            <a:spLocks noGrp="1"/>
          </p:cNvSpPr>
          <p:nvPr>
            <p:ph type="sldNum" sz="quarter" idx="12"/>
          </p:nvPr>
        </p:nvSpPr>
        <p:spPr/>
        <p:txBody>
          <a:bodyPr/>
          <a:lstStyle/>
          <a:p>
            <a:fld id="{C4B8AC06-870A-4C43-8EB6-F7945B1E9F37}" type="slidenum">
              <a:rPr lang="fr-FR" smtClean="0"/>
              <a:t>18</a:t>
            </a:fld>
            <a:endParaRPr lang="fr-FR"/>
          </a:p>
        </p:txBody>
      </p:sp>
      <p:sp>
        <p:nvSpPr>
          <p:cNvPr id="6" name="ZoneTexte 5">
            <a:extLst>
              <a:ext uri="{FF2B5EF4-FFF2-40B4-BE49-F238E27FC236}">
                <a16:creationId xmlns:a16="http://schemas.microsoft.com/office/drawing/2014/main" id="{A679245F-53C1-9C26-C098-57F3D06D26E8}"/>
              </a:ext>
            </a:extLst>
          </p:cNvPr>
          <p:cNvSpPr txBox="1"/>
          <p:nvPr/>
        </p:nvSpPr>
        <p:spPr>
          <a:xfrm>
            <a:off x="4774440" y="94283"/>
            <a:ext cx="4744464" cy="338554"/>
          </a:xfrm>
          <a:prstGeom prst="rect">
            <a:avLst/>
          </a:prstGeom>
          <a:noFill/>
        </p:spPr>
        <p:txBody>
          <a:bodyPr wrap="square">
            <a:spAutoFit/>
          </a:bodyPr>
          <a:lstStyle/>
          <a:p>
            <a:pPr algn="ctr"/>
            <a:r>
              <a:rPr lang="fr-FR" sz="1600" b="1" dirty="0">
                <a:solidFill>
                  <a:schemeClr val="bg1"/>
                </a:solidFill>
                <a:latin typeface="Calibri" panose="020F0502020204030204" pitchFamily="34" charset="0"/>
                <a:ea typeface="Calibri" panose="020F0502020204030204" pitchFamily="34" charset="0"/>
                <a:cs typeface="Calibri" panose="020F0502020204030204" pitchFamily="34" charset="0"/>
              </a:rPr>
              <a:t>5. Nouveau SI</a:t>
            </a:r>
          </a:p>
        </p:txBody>
      </p:sp>
      <p:sp>
        <p:nvSpPr>
          <p:cNvPr id="2" name="ZoneTexte 1">
            <a:extLst>
              <a:ext uri="{FF2B5EF4-FFF2-40B4-BE49-F238E27FC236}">
                <a16:creationId xmlns:a16="http://schemas.microsoft.com/office/drawing/2014/main" id="{A23AE20C-7AF6-5190-B41D-B6382B8F542A}"/>
              </a:ext>
            </a:extLst>
          </p:cNvPr>
          <p:cNvSpPr txBox="1"/>
          <p:nvPr/>
        </p:nvSpPr>
        <p:spPr>
          <a:xfrm>
            <a:off x="2280402" y="1268286"/>
            <a:ext cx="2785374" cy="307777"/>
          </a:xfrm>
          <a:prstGeom prst="rect">
            <a:avLst/>
          </a:prstGeom>
          <a:noFill/>
        </p:spPr>
        <p:txBody>
          <a:bodyPr wrap="square">
            <a:spAutoFit/>
          </a:bodyPr>
          <a:lstStyle/>
          <a:p>
            <a:r>
              <a:rPr lang="fr-FR" sz="1400" b="1" dirty="0">
                <a:latin typeface="Calibri" panose="020F0502020204030204" pitchFamily="34" charset="0"/>
                <a:ea typeface="Calibri" panose="020F0502020204030204" pitchFamily="34" charset="0"/>
                <a:cs typeface="Calibri" panose="020F0502020204030204" pitchFamily="34" charset="0"/>
              </a:rPr>
              <a:t>Informatique réseau</a:t>
            </a:r>
          </a:p>
        </p:txBody>
      </p:sp>
      <p:sp>
        <p:nvSpPr>
          <p:cNvPr id="10" name="ZoneTexte 9">
            <a:extLst>
              <a:ext uri="{FF2B5EF4-FFF2-40B4-BE49-F238E27FC236}">
                <a16:creationId xmlns:a16="http://schemas.microsoft.com/office/drawing/2014/main" id="{75C953FE-0822-69CA-6946-56EE29E76DE4}"/>
              </a:ext>
            </a:extLst>
          </p:cNvPr>
          <p:cNvSpPr txBox="1"/>
          <p:nvPr/>
        </p:nvSpPr>
        <p:spPr>
          <a:xfrm>
            <a:off x="3904288" y="1269404"/>
            <a:ext cx="6094476" cy="307777"/>
          </a:xfrm>
          <a:prstGeom prst="rect">
            <a:avLst/>
          </a:prstGeom>
          <a:noFill/>
        </p:spPr>
        <p:txBody>
          <a:bodyPr wrap="square">
            <a:spAutoFit/>
          </a:bodyPr>
          <a:lstStyle/>
          <a:p>
            <a:pPr algn="ctr"/>
            <a:r>
              <a:rPr lang="en-US" sz="1400" dirty="0" err="1">
                <a:latin typeface="Calibri" panose="020F0502020204030204" pitchFamily="34" charset="0"/>
                <a:ea typeface="Calibri" panose="020F0502020204030204" pitchFamily="34" charset="0"/>
                <a:cs typeface="Calibri" panose="020F0502020204030204" pitchFamily="34" charset="0"/>
              </a:rPr>
              <a:t>Routeur</a:t>
            </a:r>
            <a:r>
              <a:rPr lang="en-US" sz="1400" dirty="0">
                <a:latin typeface="Calibri" panose="020F0502020204030204" pitchFamily="34" charset="0"/>
                <a:ea typeface="Calibri" panose="020F0502020204030204" pitchFamily="34" charset="0"/>
                <a:cs typeface="Calibri" panose="020F0502020204030204" pitchFamily="34" charset="0"/>
              </a:rPr>
              <a:t> SD-WAN : ISR 4461</a:t>
            </a:r>
            <a:endParaRPr lang="fr-FR" sz="1400" dirty="0">
              <a:latin typeface="Calibri" panose="020F0502020204030204" pitchFamily="34" charset="0"/>
              <a:ea typeface="Calibri" panose="020F0502020204030204" pitchFamily="34" charset="0"/>
              <a:cs typeface="Calibri" panose="020F0502020204030204" pitchFamily="34" charset="0"/>
            </a:endParaRPr>
          </a:p>
        </p:txBody>
      </p:sp>
      <p:pic>
        <p:nvPicPr>
          <p:cNvPr id="6148" name="Picture 4" descr="Cisco : CISCO ISR 4461 (2X10GE+4X1GE 3NIM 3SM 8G FLASH 4G DRAM)">
            <a:extLst>
              <a:ext uri="{FF2B5EF4-FFF2-40B4-BE49-F238E27FC236}">
                <a16:creationId xmlns:a16="http://schemas.microsoft.com/office/drawing/2014/main" id="{672A2E4A-A116-534D-3CE3-E04D080257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31149" b="28874"/>
          <a:stretch/>
        </p:blipFill>
        <p:spPr bwMode="auto">
          <a:xfrm>
            <a:off x="8006244" y="1151651"/>
            <a:ext cx="1905000" cy="571171"/>
          </a:xfrm>
          <a:prstGeom prst="rect">
            <a:avLst/>
          </a:prstGeom>
          <a:noFill/>
          <a:extLst>
            <a:ext uri="{909E8E84-426E-40DD-AFC4-6F175D3DCCD1}">
              <a14:hiddenFill xmlns:a14="http://schemas.microsoft.com/office/drawing/2010/main">
                <a:solidFill>
                  <a:srgbClr val="FFFFFF"/>
                </a:solidFill>
              </a14:hiddenFill>
            </a:ext>
          </a:extLst>
        </p:spPr>
      </p:pic>
      <p:sp>
        <p:nvSpPr>
          <p:cNvPr id="3" name="ZoneTexte 2">
            <a:extLst>
              <a:ext uri="{FF2B5EF4-FFF2-40B4-BE49-F238E27FC236}">
                <a16:creationId xmlns:a16="http://schemas.microsoft.com/office/drawing/2014/main" id="{01F9A572-F2E2-9E98-78B2-EDA1E4A203ED}"/>
              </a:ext>
            </a:extLst>
          </p:cNvPr>
          <p:cNvSpPr txBox="1"/>
          <p:nvPr/>
        </p:nvSpPr>
        <p:spPr>
          <a:xfrm>
            <a:off x="2308303" y="1955180"/>
            <a:ext cx="9879980"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err="1">
                <a:latin typeface="Calibri"/>
                <a:ea typeface="Calibri"/>
                <a:cs typeface="Calibri"/>
              </a:rPr>
              <a:t>Qu'est-ce</a:t>
            </a:r>
            <a:r>
              <a:rPr lang="en-US" sz="1400" b="1" dirty="0">
                <a:latin typeface="Calibri"/>
                <a:ea typeface="Calibri"/>
                <a:cs typeface="Calibri"/>
              </a:rPr>
              <a:t> que le SD-WAN ?</a:t>
            </a:r>
          </a:p>
          <a:p>
            <a:r>
              <a:rPr lang="en-US" sz="1400" dirty="0">
                <a:latin typeface="Calibri"/>
                <a:ea typeface="Calibri"/>
                <a:cs typeface="Calibri"/>
              </a:rPr>
              <a:t>Le SD-WAN </a:t>
            </a:r>
            <a:r>
              <a:rPr lang="en-US" sz="1400" dirty="0" err="1">
                <a:latin typeface="Calibri"/>
                <a:ea typeface="Calibri"/>
                <a:cs typeface="Calibri"/>
              </a:rPr>
              <a:t>permet</a:t>
            </a:r>
            <a:r>
              <a:rPr lang="en-US" sz="1400" dirty="0">
                <a:latin typeface="Calibri"/>
                <a:ea typeface="Calibri"/>
                <a:cs typeface="Calibri"/>
              </a:rPr>
              <a:t> </a:t>
            </a:r>
            <a:r>
              <a:rPr lang="en-US" sz="1400" dirty="0" err="1">
                <a:latin typeface="Calibri"/>
                <a:ea typeface="Calibri"/>
                <a:cs typeface="Calibri"/>
              </a:rPr>
              <a:t>une</a:t>
            </a:r>
            <a:r>
              <a:rPr lang="en-US" sz="1400" dirty="0">
                <a:latin typeface="Calibri"/>
                <a:ea typeface="Calibri"/>
                <a:cs typeface="Calibri"/>
              </a:rPr>
              <a:t> gestion </a:t>
            </a:r>
            <a:r>
              <a:rPr lang="en-US" sz="1400" dirty="0" err="1">
                <a:latin typeface="Calibri"/>
                <a:ea typeface="Calibri"/>
                <a:cs typeface="Calibri"/>
              </a:rPr>
              <a:t>centralisée</a:t>
            </a:r>
            <a:r>
              <a:rPr lang="en-US" sz="1400" dirty="0">
                <a:latin typeface="Calibri"/>
                <a:ea typeface="Calibri"/>
                <a:cs typeface="Calibri"/>
              </a:rPr>
              <a:t> et </a:t>
            </a:r>
            <a:r>
              <a:rPr lang="en-US" sz="1400" dirty="0" err="1">
                <a:latin typeface="Calibri"/>
                <a:ea typeface="Calibri"/>
                <a:cs typeface="Calibri"/>
              </a:rPr>
              <a:t>optimisée</a:t>
            </a:r>
            <a:r>
              <a:rPr lang="en-US" sz="1400" dirty="0">
                <a:latin typeface="Calibri"/>
                <a:ea typeface="Calibri"/>
                <a:cs typeface="Calibri"/>
              </a:rPr>
              <a:t> du </a:t>
            </a:r>
            <a:r>
              <a:rPr lang="en-US" sz="1400" dirty="0" err="1">
                <a:latin typeface="Calibri"/>
                <a:ea typeface="Calibri"/>
                <a:cs typeface="Calibri"/>
              </a:rPr>
              <a:t>trafic</a:t>
            </a:r>
            <a:r>
              <a:rPr lang="en-US" sz="1400" dirty="0">
                <a:latin typeface="Calibri"/>
                <a:ea typeface="Calibri"/>
                <a:cs typeface="Calibri"/>
              </a:rPr>
              <a:t> réseau sur </a:t>
            </a:r>
            <a:r>
              <a:rPr lang="en-US" sz="1400" dirty="0" err="1">
                <a:latin typeface="Calibri"/>
                <a:ea typeface="Calibri"/>
                <a:cs typeface="Calibri"/>
              </a:rPr>
              <a:t>plusieurs</a:t>
            </a:r>
            <a:r>
              <a:rPr lang="en-US" sz="1400" dirty="0">
                <a:latin typeface="Calibri"/>
                <a:ea typeface="Calibri"/>
                <a:cs typeface="Calibri"/>
              </a:rPr>
              <a:t> </a:t>
            </a:r>
            <a:r>
              <a:rPr lang="en-US" sz="1400" dirty="0" err="1">
                <a:latin typeface="Calibri"/>
                <a:ea typeface="Calibri"/>
                <a:cs typeface="Calibri"/>
              </a:rPr>
              <a:t>connexions</a:t>
            </a:r>
            <a:r>
              <a:rPr lang="en-US" sz="1400" dirty="0">
                <a:latin typeface="Calibri"/>
                <a:ea typeface="Calibri"/>
                <a:cs typeface="Calibri"/>
              </a:rPr>
              <a:t> WAN, </a:t>
            </a:r>
            <a:r>
              <a:rPr lang="en-US" sz="1400" dirty="0" err="1">
                <a:latin typeface="Calibri"/>
                <a:ea typeface="Calibri"/>
                <a:cs typeface="Calibri"/>
              </a:rPr>
              <a:t>offrant</a:t>
            </a:r>
            <a:r>
              <a:rPr lang="en-US" sz="1400" dirty="0">
                <a:latin typeface="Calibri"/>
                <a:ea typeface="Calibri"/>
                <a:cs typeface="Calibri"/>
              </a:rPr>
              <a:t> </a:t>
            </a:r>
            <a:r>
              <a:rPr lang="en-US" sz="1400" dirty="0" err="1">
                <a:latin typeface="Calibri"/>
                <a:ea typeface="Calibri"/>
                <a:cs typeface="Calibri"/>
              </a:rPr>
              <a:t>flexibilité</a:t>
            </a:r>
            <a:r>
              <a:rPr lang="en-US" sz="1400" dirty="0">
                <a:latin typeface="Calibri"/>
                <a:ea typeface="Calibri"/>
                <a:cs typeface="Calibri"/>
              </a:rPr>
              <a:t>, performance et </a:t>
            </a:r>
            <a:r>
              <a:rPr lang="en-US" sz="1400" dirty="0" err="1">
                <a:latin typeface="Calibri"/>
                <a:ea typeface="Calibri"/>
                <a:cs typeface="Calibri"/>
              </a:rPr>
              <a:t>sécurité</a:t>
            </a:r>
            <a:r>
              <a:rPr lang="en-US" sz="1400">
                <a:latin typeface="Calibri"/>
                <a:ea typeface="Calibri"/>
                <a:cs typeface="Calibri"/>
              </a:rPr>
              <a:t> et QoS</a:t>
            </a:r>
            <a:r>
              <a:rPr lang="en-US" sz="1400" dirty="0">
                <a:latin typeface="Calibri"/>
                <a:ea typeface="Calibri"/>
                <a:cs typeface="Calibri"/>
              </a:rPr>
              <a:t>.</a:t>
            </a:r>
          </a:p>
          <a:p>
            <a:endParaRPr lang="en-US" sz="1400" dirty="0">
              <a:latin typeface="Calibri"/>
              <a:ea typeface="Calibri"/>
              <a:cs typeface="Calibri"/>
            </a:endParaRPr>
          </a:p>
          <a:p>
            <a:r>
              <a:rPr lang="en-US" sz="1400" b="1" err="1">
                <a:latin typeface="Calibri"/>
                <a:ea typeface="Calibri"/>
                <a:cs typeface="Calibri"/>
              </a:rPr>
              <a:t>Avantages</a:t>
            </a:r>
            <a:r>
              <a:rPr lang="en-US" sz="1400" b="1" dirty="0">
                <a:latin typeface="Calibri"/>
                <a:ea typeface="Calibri"/>
                <a:cs typeface="Calibri"/>
              </a:rPr>
              <a:t> </a:t>
            </a:r>
            <a:r>
              <a:rPr lang="en-US" sz="1400" b="1" err="1">
                <a:latin typeface="Calibri"/>
                <a:ea typeface="Calibri"/>
                <a:cs typeface="Calibri"/>
              </a:rPr>
              <a:t>clés</a:t>
            </a:r>
            <a:endParaRPr lang="en-US" sz="1400" b="1">
              <a:latin typeface="Calibri"/>
              <a:ea typeface="Calibri"/>
              <a:cs typeface="Calibri"/>
            </a:endParaRPr>
          </a:p>
          <a:p>
            <a:pPr marL="228600" indent="-228600">
              <a:buFont typeface=""/>
              <a:buChar char="•"/>
            </a:pPr>
            <a:r>
              <a:rPr lang="en-US" sz="1400" b="1" err="1">
                <a:latin typeface="Calibri"/>
                <a:ea typeface="Calibri"/>
                <a:cs typeface="Calibri"/>
              </a:rPr>
              <a:t>Flexibilité</a:t>
            </a:r>
            <a:r>
              <a:rPr lang="en-US" sz="1400" b="1" dirty="0">
                <a:latin typeface="Calibri"/>
                <a:ea typeface="Calibri"/>
                <a:cs typeface="Calibri"/>
              </a:rPr>
              <a:t> :</a:t>
            </a:r>
            <a:r>
              <a:rPr lang="en-US" sz="1400" dirty="0">
                <a:latin typeface="Calibri"/>
                <a:ea typeface="Calibri"/>
                <a:cs typeface="Calibri"/>
              </a:rPr>
              <a:t> Multi-liaisons (MPLS, Internet, 4G/5G).</a:t>
            </a:r>
          </a:p>
          <a:p>
            <a:pPr marL="228600" indent="-228600">
              <a:buFont typeface=""/>
              <a:buChar char="•"/>
            </a:pPr>
            <a:r>
              <a:rPr lang="en-US" sz="1400" b="1" dirty="0">
                <a:latin typeface="Calibri"/>
                <a:ea typeface="Calibri"/>
                <a:cs typeface="Calibri"/>
              </a:rPr>
              <a:t>Sécurité :</a:t>
            </a:r>
            <a:r>
              <a:rPr lang="en-US" sz="1400" dirty="0">
                <a:latin typeface="Calibri"/>
                <a:ea typeface="Calibri"/>
                <a:cs typeface="Calibri"/>
              </a:rPr>
              <a:t> VPN </a:t>
            </a:r>
            <a:r>
              <a:rPr lang="en-US" sz="1400" err="1">
                <a:latin typeface="Calibri"/>
                <a:ea typeface="Calibri"/>
                <a:cs typeface="Calibri"/>
              </a:rPr>
              <a:t>intégré</a:t>
            </a:r>
            <a:r>
              <a:rPr lang="en-US" sz="1400" dirty="0">
                <a:latin typeface="Calibri"/>
                <a:ea typeface="Calibri"/>
                <a:cs typeface="Calibri"/>
              </a:rPr>
              <a:t>, firewall, inspection de </a:t>
            </a:r>
            <a:r>
              <a:rPr lang="en-US" sz="1400" err="1">
                <a:latin typeface="Calibri"/>
                <a:ea typeface="Calibri"/>
                <a:cs typeface="Calibri"/>
              </a:rPr>
              <a:t>paquets</a:t>
            </a:r>
            <a:r>
              <a:rPr lang="en-US" sz="1400" dirty="0">
                <a:latin typeface="Calibri"/>
                <a:ea typeface="Calibri"/>
                <a:cs typeface="Calibri"/>
              </a:rPr>
              <a:t>.</a:t>
            </a:r>
          </a:p>
          <a:p>
            <a:pPr marL="228600" indent="-228600">
              <a:buFont typeface=""/>
              <a:buChar char="•"/>
            </a:pPr>
            <a:r>
              <a:rPr lang="en-US" sz="1400" b="1" dirty="0">
                <a:latin typeface="Calibri"/>
                <a:ea typeface="Calibri"/>
                <a:cs typeface="Calibri"/>
              </a:rPr>
              <a:t>Gestion </a:t>
            </a:r>
            <a:r>
              <a:rPr lang="en-US" sz="1400" b="1" err="1">
                <a:latin typeface="Calibri"/>
                <a:ea typeface="Calibri"/>
                <a:cs typeface="Calibri"/>
              </a:rPr>
              <a:t>simplifiée</a:t>
            </a:r>
            <a:r>
              <a:rPr lang="en-US" sz="1400" b="1" dirty="0">
                <a:latin typeface="Calibri"/>
                <a:ea typeface="Calibri"/>
                <a:cs typeface="Calibri"/>
              </a:rPr>
              <a:t> :</a:t>
            </a:r>
            <a:r>
              <a:rPr lang="en-US" sz="1400" dirty="0">
                <a:latin typeface="Calibri"/>
                <a:ea typeface="Calibri"/>
                <a:cs typeface="Calibri"/>
              </a:rPr>
              <a:t> Interface </a:t>
            </a:r>
            <a:r>
              <a:rPr lang="en-US" sz="1400" err="1">
                <a:latin typeface="Calibri"/>
                <a:ea typeface="Calibri"/>
                <a:cs typeface="Calibri"/>
              </a:rPr>
              <a:t>centralisée</a:t>
            </a:r>
            <a:r>
              <a:rPr lang="en-US" sz="1400" dirty="0">
                <a:latin typeface="Calibri"/>
                <a:ea typeface="Calibri"/>
                <a:cs typeface="Calibri"/>
              </a:rPr>
              <a:t>.</a:t>
            </a:r>
          </a:p>
          <a:p>
            <a:pPr marL="228600" indent="-228600">
              <a:buFont typeface=""/>
              <a:buChar char="•"/>
            </a:pPr>
            <a:endParaRPr lang="en-US" sz="1400" dirty="0">
              <a:latin typeface="Calibri"/>
              <a:ea typeface="Calibri"/>
              <a:cs typeface="Calibri"/>
            </a:endParaRPr>
          </a:p>
          <a:p>
            <a:r>
              <a:rPr lang="en-US" sz="1400" b="1" dirty="0">
                <a:latin typeface="Calibri"/>
                <a:ea typeface="Calibri"/>
                <a:cs typeface="Calibri"/>
              </a:rPr>
              <a:t>Cas </a:t>
            </a:r>
            <a:r>
              <a:rPr lang="en-US" sz="1400" b="1" err="1">
                <a:latin typeface="Calibri"/>
                <a:ea typeface="Calibri"/>
                <a:cs typeface="Calibri"/>
              </a:rPr>
              <a:t>d'utilisation</a:t>
            </a:r>
            <a:endParaRPr lang="en-US" sz="1400" b="1">
              <a:latin typeface="Calibri"/>
              <a:ea typeface="Calibri"/>
              <a:cs typeface="Calibri"/>
            </a:endParaRPr>
          </a:p>
          <a:p>
            <a:pPr marL="228600" indent="-228600">
              <a:buFont typeface=""/>
              <a:buChar char="•"/>
            </a:pPr>
            <a:r>
              <a:rPr lang="en-US" sz="1400" err="1">
                <a:latin typeface="Calibri"/>
                <a:ea typeface="Calibri"/>
                <a:cs typeface="Calibri"/>
              </a:rPr>
              <a:t>Connexion</a:t>
            </a:r>
            <a:r>
              <a:rPr lang="en-US" sz="1400" dirty="0">
                <a:latin typeface="Calibri"/>
                <a:ea typeface="Calibri"/>
                <a:cs typeface="Calibri"/>
              </a:rPr>
              <a:t> multi-sites</a:t>
            </a:r>
          </a:p>
          <a:p>
            <a:pPr marL="228600" indent="-228600">
              <a:buFont typeface=""/>
              <a:buChar char="•"/>
            </a:pPr>
            <a:r>
              <a:rPr lang="en-US" sz="1400" err="1">
                <a:latin typeface="Calibri"/>
                <a:ea typeface="Calibri"/>
                <a:cs typeface="Calibri"/>
              </a:rPr>
              <a:t>Accès</a:t>
            </a:r>
            <a:r>
              <a:rPr lang="en-US" sz="1400" dirty="0">
                <a:latin typeface="Calibri"/>
                <a:ea typeface="Calibri"/>
                <a:cs typeface="Calibri"/>
              </a:rPr>
              <a:t> cloud </a:t>
            </a:r>
            <a:r>
              <a:rPr lang="en-US" sz="1400" err="1">
                <a:latin typeface="Calibri"/>
                <a:ea typeface="Calibri"/>
                <a:cs typeface="Calibri"/>
              </a:rPr>
              <a:t>optimisé</a:t>
            </a:r>
            <a:endParaRPr lang="en-US" sz="1400">
              <a:latin typeface="Calibri"/>
              <a:ea typeface="Calibri"/>
              <a:cs typeface="Calibri"/>
            </a:endParaRPr>
          </a:p>
          <a:p>
            <a:pPr marL="228600" indent="-228600">
              <a:buFont typeface=""/>
              <a:buChar char="•"/>
            </a:pPr>
            <a:endParaRPr lang="en-US" sz="1400" dirty="0">
              <a:latin typeface="Calibri"/>
              <a:ea typeface="Calibri"/>
              <a:cs typeface="Calibri"/>
            </a:endParaRPr>
          </a:p>
          <a:p>
            <a:r>
              <a:rPr lang="en-US" sz="1400" b="1" err="1">
                <a:latin typeface="Calibri"/>
                <a:ea typeface="Calibri"/>
                <a:cs typeface="Calibri"/>
              </a:rPr>
              <a:t>Pourquoi</a:t>
            </a:r>
            <a:r>
              <a:rPr lang="en-US" sz="1400" b="1" dirty="0">
                <a:latin typeface="Calibri"/>
                <a:ea typeface="Calibri"/>
                <a:cs typeface="Calibri"/>
              </a:rPr>
              <a:t> </a:t>
            </a:r>
            <a:r>
              <a:rPr lang="en-US" sz="1400" b="1" err="1">
                <a:latin typeface="Calibri"/>
                <a:ea typeface="Calibri"/>
                <a:cs typeface="Calibri"/>
              </a:rPr>
              <a:t>choisir</a:t>
            </a:r>
            <a:r>
              <a:rPr lang="en-US" sz="1400" b="1" dirty="0">
                <a:latin typeface="Calibri"/>
                <a:ea typeface="Calibri"/>
                <a:cs typeface="Calibri"/>
              </a:rPr>
              <a:t> le SD-WAN ?</a:t>
            </a:r>
          </a:p>
          <a:p>
            <a:pPr marL="228600" indent="-228600">
              <a:buFont typeface=""/>
              <a:buChar char="•"/>
            </a:pPr>
            <a:r>
              <a:rPr lang="en-US" sz="1400" err="1">
                <a:latin typeface="Calibri"/>
                <a:ea typeface="Calibri"/>
                <a:cs typeface="Calibri"/>
              </a:rPr>
              <a:t>Meilleure</a:t>
            </a:r>
            <a:r>
              <a:rPr lang="en-US" sz="1400" dirty="0">
                <a:latin typeface="Calibri"/>
                <a:ea typeface="Calibri"/>
                <a:cs typeface="Calibri"/>
              </a:rPr>
              <a:t> </a:t>
            </a:r>
            <a:r>
              <a:rPr lang="en-US" sz="1400" b="1" dirty="0">
                <a:latin typeface="Calibri"/>
                <a:ea typeface="Calibri"/>
                <a:cs typeface="Calibri"/>
              </a:rPr>
              <a:t>performance</a:t>
            </a:r>
            <a:r>
              <a:rPr lang="en-US" sz="1400" dirty="0">
                <a:latin typeface="Calibri"/>
                <a:ea typeface="Calibri"/>
                <a:cs typeface="Calibri"/>
              </a:rPr>
              <a:t> réseau</a:t>
            </a:r>
          </a:p>
          <a:p>
            <a:pPr marL="228600" indent="-228600">
              <a:buFont typeface=""/>
              <a:buChar char="•"/>
            </a:pPr>
            <a:r>
              <a:rPr lang="en-US" sz="1400" err="1">
                <a:latin typeface="Calibri"/>
                <a:ea typeface="Calibri"/>
                <a:cs typeface="Calibri"/>
              </a:rPr>
              <a:t>Réduction</a:t>
            </a:r>
            <a:r>
              <a:rPr lang="en-US" sz="1400" dirty="0">
                <a:latin typeface="Calibri"/>
                <a:ea typeface="Calibri"/>
                <a:cs typeface="Calibri"/>
              </a:rPr>
              <a:t> des </a:t>
            </a:r>
            <a:r>
              <a:rPr lang="en-US" sz="1400" b="1" err="1">
                <a:latin typeface="Calibri"/>
                <a:ea typeface="Calibri"/>
                <a:cs typeface="Calibri"/>
              </a:rPr>
              <a:t>coûts</a:t>
            </a:r>
            <a:endParaRPr lang="en-US" sz="1400" b="1">
              <a:latin typeface="Calibri"/>
              <a:ea typeface="Calibri"/>
              <a:cs typeface="Calibri"/>
            </a:endParaRPr>
          </a:p>
          <a:p>
            <a:pPr marL="228600" indent="-228600">
              <a:buFont typeface=""/>
              <a:buChar char="•"/>
            </a:pPr>
            <a:r>
              <a:rPr lang="en-US" sz="1400" b="1" err="1">
                <a:latin typeface="Calibri"/>
                <a:ea typeface="Calibri"/>
                <a:cs typeface="Calibri"/>
              </a:rPr>
              <a:t>Simplicité</a:t>
            </a:r>
            <a:r>
              <a:rPr lang="en-US" sz="1400" dirty="0">
                <a:latin typeface="Calibri"/>
                <a:ea typeface="Calibri"/>
                <a:cs typeface="Calibri"/>
              </a:rPr>
              <a:t> de gestion</a:t>
            </a:r>
          </a:p>
          <a:p>
            <a:pPr marL="228600" indent="-228600">
              <a:buFont typeface=""/>
              <a:buChar char="•"/>
            </a:pPr>
            <a:r>
              <a:rPr lang="en-US" sz="1400" b="1" dirty="0">
                <a:latin typeface="Calibri"/>
                <a:ea typeface="Calibri"/>
                <a:cs typeface="Calibri"/>
              </a:rPr>
              <a:t>Sécurité</a:t>
            </a:r>
            <a:r>
              <a:rPr lang="en-US" sz="1400" dirty="0">
                <a:latin typeface="Calibri"/>
                <a:ea typeface="Calibri"/>
                <a:cs typeface="Calibri"/>
              </a:rPr>
              <a:t> </a:t>
            </a:r>
            <a:r>
              <a:rPr lang="en-US" sz="1400" err="1">
                <a:latin typeface="Calibri"/>
                <a:ea typeface="Calibri"/>
                <a:cs typeface="Calibri"/>
              </a:rPr>
              <a:t>renforcée</a:t>
            </a:r>
            <a:endParaRPr lang="en-US" sz="1400">
              <a:latin typeface="Calibri"/>
              <a:ea typeface="Calibri"/>
              <a:cs typeface="Calibri"/>
            </a:endParaRPr>
          </a:p>
          <a:p>
            <a:pPr marL="228600" indent="-228600">
              <a:buFont typeface=""/>
              <a:buChar char="•"/>
            </a:pPr>
            <a:endParaRPr lang="en-US" sz="1400" dirty="0">
              <a:latin typeface="Calibri"/>
              <a:ea typeface="Calibri"/>
              <a:cs typeface="Calibri"/>
            </a:endParaRPr>
          </a:p>
          <a:p>
            <a:r>
              <a:rPr lang="en-US" sz="1400" dirty="0">
                <a:latin typeface="Calibri"/>
                <a:ea typeface="Calibri"/>
                <a:cs typeface="Calibri"/>
              </a:rPr>
              <a:t>Le SD-WAN </a:t>
            </a:r>
            <a:r>
              <a:rPr lang="en-US" sz="1400" err="1">
                <a:latin typeface="Calibri"/>
                <a:ea typeface="Calibri"/>
                <a:cs typeface="Calibri"/>
              </a:rPr>
              <a:t>est</a:t>
            </a:r>
            <a:r>
              <a:rPr lang="en-US" sz="1400" dirty="0">
                <a:latin typeface="Calibri"/>
                <a:ea typeface="Calibri"/>
                <a:cs typeface="Calibri"/>
              </a:rPr>
              <a:t> </a:t>
            </a:r>
            <a:r>
              <a:rPr lang="en-US" sz="1400" err="1">
                <a:latin typeface="Calibri"/>
                <a:ea typeface="Calibri"/>
                <a:cs typeface="Calibri"/>
              </a:rPr>
              <a:t>idéal</a:t>
            </a:r>
            <a:r>
              <a:rPr lang="en-US" sz="1400" dirty="0">
                <a:latin typeface="Calibri"/>
                <a:ea typeface="Calibri"/>
                <a:cs typeface="Calibri"/>
              </a:rPr>
              <a:t> pour toute </a:t>
            </a:r>
            <a:r>
              <a:rPr lang="en-US" sz="1400" err="1">
                <a:latin typeface="Calibri"/>
                <a:ea typeface="Calibri"/>
                <a:cs typeface="Calibri"/>
              </a:rPr>
              <a:t>entreprise</a:t>
            </a:r>
            <a:r>
              <a:rPr lang="en-US" sz="1400" dirty="0">
                <a:latin typeface="Calibri"/>
                <a:ea typeface="Calibri"/>
                <a:cs typeface="Calibri"/>
              </a:rPr>
              <a:t> </a:t>
            </a:r>
            <a:r>
              <a:rPr lang="en-US" sz="1400" err="1">
                <a:latin typeface="Calibri"/>
                <a:ea typeface="Calibri"/>
                <a:cs typeface="Calibri"/>
              </a:rPr>
              <a:t>cherchant</a:t>
            </a:r>
            <a:r>
              <a:rPr lang="en-US" sz="1400" dirty="0">
                <a:latin typeface="Calibri"/>
                <a:ea typeface="Calibri"/>
                <a:cs typeface="Calibri"/>
              </a:rPr>
              <a:t> à </a:t>
            </a:r>
            <a:r>
              <a:rPr lang="en-US" sz="1400" err="1">
                <a:latin typeface="Calibri"/>
                <a:ea typeface="Calibri"/>
                <a:cs typeface="Calibri"/>
              </a:rPr>
              <a:t>moderniser</a:t>
            </a:r>
            <a:r>
              <a:rPr lang="en-US" sz="1400" dirty="0">
                <a:latin typeface="Calibri"/>
                <a:ea typeface="Calibri"/>
                <a:cs typeface="Calibri"/>
              </a:rPr>
              <a:t> son réseau de manière flexible et </a:t>
            </a:r>
            <a:r>
              <a:rPr lang="en-US" sz="1400" err="1">
                <a:latin typeface="Calibri"/>
                <a:ea typeface="Calibri"/>
                <a:cs typeface="Calibri"/>
              </a:rPr>
              <a:t>économique</a:t>
            </a:r>
            <a:r>
              <a:rPr lang="en-US" sz="1400" dirty="0">
                <a:latin typeface="Calibri"/>
                <a:ea typeface="Calibri"/>
                <a:cs typeface="Calibri"/>
              </a:rPr>
              <a:t>.</a:t>
            </a:r>
          </a:p>
        </p:txBody>
      </p:sp>
      <p:sp>
        <p:nvSpPr>
          <p:cNvPr id="30" name="ZoneTexte 29">
            <a:extLst>
              <a:ext uri="{FF2B5EF4-FFF2-40B4-BE49-F238E27FC236}">
                <a16:creationId xmlns:a16="http://schemas.microsoft.com/office/drawing/2014/main" id="{5D545B85-4FDB-F7BA-AC25-A7466BF4FC4F}"/>
              </a:ext>
            </a:extLst>
          </p:cNvPr>
          <p:cNvSpPr txBox="1"/>
          <p:nvPr/>
        </p:nvSpPr>
        <p:spPr>
          <a:xfrm>
            <a:off x="-36845" y="2433036"/>
            <a:ext cx="189224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1. Introduction &amp; Contexte</a:t>
            </a:r>
          </a:p>
        </p:txBody>
      </p:sp>
      <p:sp>
        <p:nvSpPr>
          <p:cNvPr id="31" name="ZoneTexte 30">
            <a:extLst>
              <a:ext uri="{FF2B5EF4-FFF2-40B4-BE49-F238E27FC236}">
                <a16:creationId xmlns:a16="http://schemas.microsoft.com/office/drawing/2014/main" id="{3241457C-5DF9-5FFA-7EB9-2FDCB333FC55}"/>
              </a:ext>
            </a:extLst>
          </p:cNvPr>
          <p:cNvSpPr txBox="1"/>
          <p:nvPr/>
        </p:nvSpPr>
        <p:spPr>
          <a:xfrm>
            <a:off x="-32814" y="2711031"/>
            <a:ext cx="177119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2. L’existant &amp; Limitations</a:t>
            </a:r>
          </a:p>
        </p:txBody>
      </p:sp>
      <p:sp>
        <p:nvSpPr>
          <p:cNvPr id="32" name="ZoneTexte 31">
            <a:extLst>
              <a:ext uri="{FF2B5EF4-FFF2-40B4-BE49-F238E27FC236}">
                <a16:creationId xmlns:a16="http://schemas.microsoft.com/office/drawing/2014/main" id="{813F69F4-7CE3-BFBC-13D0-288ACF7E0CCF}"/>
              </a:ext>
            </a:extLst>
          </p:cNvPr>
          <p:cNvSpPr txBox="1"/>
          <p:nvPr/>
        </p:nvSpPr>
        <p:spPr>
          <a:xfrm>
            <a:off x="-32817" y="2988030"/>
            <a:ext cx="136191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3. Note de cadrage</a:t>
            </a:r>
          </a:p>
        </p:txBody>
      </p:sp>
      <p:sp>
        <p:nvSpPr>
          <p:cNvPr id="33" name="ZoneTexte 32">
            <a:extLst>
              <a:ext uri="{FF2B5EF4-FFF2-40B4-BE49-F238E27FC236}">
                <a16:creationId xmlns:a16="http://schemas.microsoft.com/office/drawing/2014/main" id="{DE339E0B-2659-33D1-5AEB-F9319D7BF36A}"/>
              </a:ext>
            </a:extLst>
          </p:cNvPr>
          <p:cNvSpPr txBox="1"/>
          <p:nvPr/>
        </p:nvSpPr>
        <p:spPr>
          <a:xfrm>
            <a:off x="-32816" y="3265029"/>
            <a:ext cx="155702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4. Analyse des risques</a:t>
            </a:r>
          </a:p>
        </p:txBody>
      </p:sp>
      <p:sp>
        <p:nvSpPr>
          <p:cNvPr id="34" name="ZoneTexte 33">
            <a:extLst>
              <a:ext uri="{FF2B5EF4-FFF2-40B4-BE49-F238E27FC236}">
                <a16:creationId xmlns:a16="http://schemas.microsoft.com/office/drawing/2014/main" id="{977A0532-C376-9233-E0F3-B10A70E66E54}"/>
              </a:ext>
            </a:extLst>
          </p:cNvPr>
          <p:cNvSpPr txBox="1"/>
          <p:nvPr/>
        </p:nvSpPr>
        <p:spPr>
          <a:xfrm>
            <a:off x="1235277" y="3542028"/>
            <a:ext cx="1063304" cy="276999"/>
          </a:xfrm>
          <a:prstGeom prst="rect">
            <a:avLst/>
          </a:prstGeom>
          <a:noFill/>
        </p:spPr>
        <p:txBody>
          <a:bodyPr wrap="none" rtlCol="0">
            <a:spAutoFit/>
          </a:bodyPr>
          <a:lstStyle/>
          <a:p>
            <a:r>
              <a:rPr lang="fr-FR" sz="1200" b="1" dirty="0">
                <a:solidFill>
                  <a:srgbClr val="C00000"/>
                </a:solidFill>
                <a:latin typeface="Calibri" panose="020F0502020204030204" pitchFamily="34" charset="0"/>
                <a:ea typeface="Calibri" panose="020F0502020204030204" pitchFamily="34" charset="0"/>
                <a:cs typeface="Calibri" panose="020F0502020204030204" pitchFamily="34" charset="0"/>
              </a:rPr>
              <a:t>5. Nouveau SI</a:t>
            </a:r>
          </a:p>
        </p:txBody>
      </p:sp>
      <p:sp>
        <p:nvSpPr>
          <p:cNvPr id="35" name="ZoneTexte 34">
            <a:extLst>
              <a:ext uri="{FF2B5EF4-FFF2-40B4-BE49-F238E27FC236}">
                <a16:creationId xmlns:a16="http://schemas.microsoft.com/office/drawing/2014/main" id="{431C687E-548F-A15D-4249-8B0D5CBE3F90}"/>
              </a:ext>
            </a:extLst>
          </p:cNvPr>
          <p:cNvSpPr txBox="1"/>
          <p:nvPr/>
        </p:nvSpPr>
        <p:spPr>
          <a:xfrm>
            <a:off x="-13697" y="3821018"/>
            <a:ext cx="196835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6. Déploiement et formation</a:t>
            </a:r>
          </a:p>
        </p:txBody>
      </p:sp>
      <p:sp>
        <p:nvSpPr>
          <p:cNvPr id="36" name="ZoneTexte 35">
            <a:extLst>
              <a:ext uri="{FF2B5EF4-FFF2-40B4-BE49-F238E27FC236}">
                <a16:creationId xmlns:a16="http://schemas.microsoft.com/office/drawing/2014/main" id="{16FAA39A-463A-F00F-3F42-649EB3A86226}"/>
              </a:ext>
            </a:extLst>
          </p:cNvPr>
          <p:cNvSpPr txBox="1"/>
          <p:nvPr/>
        </p:nvSpPr>
        <p:spPr>
          <a:xfrm>
            <a:off x="-13697" y="4098017"/>
            <a:ext cx="1845955"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7. Contrat de maintenance</a:t>
            </a:r>
          </a:p>
        </p:txBody>
      </p:sp>
    </p:spTree>
    <p:extLst>
      <p:ext uri="{BB962C8B-B14F-4D97-AF65-F5344CB8AC3E}">
        <p14:creationId xmlns:p14="http://schemas.microsoft.com/office/powerpoint/2010/main" val="9300861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157C8-B5F4-AD18-F44B-D52C10B932A4}"/>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1DE49A72-D3B0-51A9-1103-FE67364F24B3}"/>
              </a:ext>
            </a:extLst>
          </p:cNvPr>
          <p:cNvSpPr>
            <a:spLocks noGrp="1"/>
          </p:cNvSpPr>
          <p:nvPr>
            <p:ph type="dt" sz="half" idx="10"/>
          </p:nvPr>
        </p:nvSpPr>
        <p:spPr/>
        <p:txBody>
          <a:bodyPr/>
          <a:lstStyle/>
          <a:p>
            <a:fld id="{71A39EF6-AF95-4ACF-B35E-ACB6264B09CC}" type="datetime1">
              <a:rPr lang="fr-FR" smtClean="0"/>
              <a:t>04/03/2025</a:t>
            </a:fld>
            <a:endParaRPr lang="fr-FR"/>
          </a:p>
        </p:txBody>
      </p:sp>
      <p:sp>
        <p:nvSpPr>
          <p:cNvPr id="5" name="Espace réservé du numéro de diapositive 4">
            <a:extLst>
              <a:ext uri="{FF2B5EF4-FFF2-40B4-BE49-F238E27FC236}">
                <a16:creationId xmlns:a16="http://schemas.microsoft.com/office/drawing/2014/main" id="{B1EF3795-76ED-47E7-3467-EF58A33A8CCD}"/>
              </a:ext>
            </a:extLst>
          </p:cNvPr>
          <p:cNvSpPr>
            <a:spLocks noGrp="1"/>
          </p:cNvSpPr>
          <p:nvPr>
            <p:ph type="sldNum" sz="quarter" idx="12"/>
          </p:nvPr>
        </p:nvSpPr>
        <p:spPr/>
        <p:txBody>
          <a:bodyPr/>
          <a:lstStyle/>
          <a:p>
            <a:fld id="{C4B8AC06-870A-4C43-8EB6-F7945B1E9F37}" type="slidenum">
              <a:rPr lang="fr-FR" smtClean="0"/>
              <a:t>19</a:t>
            </a:fld>
            <a:endParaRPr lang="fr-FR"/>
          </a:p>
        </p:txBody>
      </p:sp>
      <p:sp>
        <p:nvSpPr>
          <p:cNvPr id="6" name="ZoneTexte 5">
            <a:extLst>
              <a:ext uri="{FF2B5EF4-FFF2-40B4-BE49-F238E27FC236}">
                <a16:creationId xmlns:a16="http://schemas.microsoft.com/office/drawing/2014/main" id="{6F44AA9D-4580-34C3-406B-B558BDCBE839}"/>
              </a:ext>
            </a:extLst>
          </p:cNvPr>
          <p:cNvSpPr txBox="1"/>
          <p:nvPr/>
        </p:nvSpPr>
        <p:spPr>
          <a:xfrm>
            <a:off x="4774440" y="94283"/>
            <a:ext cx="4744464" cy="338554"/>
          </a:xfrm>
          <a:prstGeom prst="rect">
            <a:avLst/>
          </a:prstGeom>
          <a:noFill/>
        </p:spPr>
        <p:txBody>
          <a:bodyPr wrap="square">
            <a:spAutoFit/>
          </a:bodyPr>
          <a:lstStyle/>
          <a:p>
            <a:pPr algn="ctr"/>
            <a:r>
              <a:rPr lang="fr-FR" sz="1600" b="1" dirty="0">
                <a:solidFill>
                  <a:schemeClr val="bg1"/>
                </a:solidFill>
                <a:latin typeface="Calibri" panose="020F0502020204030204" pitchFamily="34" charset="0"/>
                <a:ea typeface="Calibri" panose="020F0502020204030204" pitchFamily="34" charset="0"/>
                <a:cs typeface="Calibri" panose="020F0502020204030204" pitchFamily="34" charset="0"/>
              </a:rPr>
              <a:t>5. Nouveau SI</a:t>
            </a:r>
          </a:p>
        </p:txBody>
      </p:sp>
      <p:sp>
        <p:nvSpPr>
          <p:cNvPr id="2" name="ZoneTexte 1">
            <a:extLst>
              <a:ext uri="{FF2B5EF4-FFF2-40B4-BE49-F238E27FC236}">
                <a16:creationId xmlns:a16="http://schemas.microsoft.com/office/drawing/2014/main" id="{9396B9F5-7446-9D9A-666A-C26F82E0CE01}"/>
              </a:ext>
            </a:extLst>
          </p:cNvPr>
          <p:cNvSpPr txBox="1"/>
          <p:nvPr/>
        </p:nvSpPr>
        <p:spPr>
          <a:xfrm>
            <a:off x="2280402" y="1268286"/>
            <a:ext cx="2785374" cy="307777"/>
          </a:xfrm>
          <a:prstGeom prst="rect">
            <a:avLst/>
          </a:prstGeom>
          <a:noFill/>
        </p:spPr>
        <p:txBody>
          <a:bodyPr wrap="square">
            <a:spAutoFit/>
          </a:bodyPr>
          <a:lstStyle/>
          <a:p>
            <a:r>
              <a:rPr lang="fr-FR" sz="1400" b="1" dirty="0">
                <a:latin typeface="Calibri" panose="020F0502020204030204" pitchFamily="34" charset="0"/>
                <a:ea typeface="Calibri" panose="020F0502020204030204" pitchFamily="34" charset="0"/>
                <a:cs typeface="Calibri" panose="020F0502020204030204" pitchFamily="34" charset="0"/>
              </a:rPr>
              <a:t>Informatique réseau</a:t>
            </a:r>
          </a:p>
        </p:txBody>
      </p:sp>
      <p:sp>
        <p:nvSpPr>
          <p:cNvPr id="10" name="ZoneTexte 9">
            <a:extLst>
              <a:ext uri="{FF2B5EF4-FFF2-40B4-BE49-F238E27FC236}">
                <a16:creationId xmlns:a16="http://schemas.microsoft.com/office/drawing/2014/main" id="{8E1D1CE5-CF84-36F6-FB90-2C51DFD52200}"/>
              </a:ext>
            </a:extLst>
          </p:cNvPr>
          <p:cNvSpPr txBox="1"/>
          <p:nvPr/>
        </p:nvSpPr>
        <p:spPr>
          <a:xfrm>
            <a:off x="3904288" y="1269404"/>
            <a:ext cx="6094476" cy="307777"/>
          </a:xfrm>
          <a:prstGeom prst="rect">
            <a:avLst/>
          </a:prstGeom>
          <a:noFill/>
        </p:spPr>
        <p:txBody>
          <a:bodyPr wrap="square">
            <a:spAutoFit/>
          </a:bodyPr>
          <a:lstStyle/>
          <a:p>
            <a:pPr algn="ctr"/>
            <a:r>
              <a:rPr lang="en-US" sz="1400" dirty="0" err="1">
                <a:latin typeface="Calibri" panose="020F0502020204030204" pitchFamily="34" charset="0"/>
                <a:ea typeface="Calibri" panose="020F0502020204030204" pitchFamily="34" charset="0"/>
                <a:cs typeface="Calibri" panose="020F0502020204030204" pitchFamily="34" charset="0"/>
              </a:rPr>
              <a:t>Routeur</a:t>
            </a:r>
            <a:r>
              <a:rPr lang="en-US" sz="1400" dirty="0">
                <a:latin typeface="Calibri" panose="020F0502020204030204" pitchFamily="34" charset="0"/>
                <a:ea typeface="Calibri" panose="020F0502020204030204" pitchFamily="34" charset="0"/>
                <a:cs typeface="Calibri" panose="020F0502020204030204" pitchFamily="34" charset="0"/>
              </a:rPr>
              <a:t> SD-WAN : ISR 4461</a:t>
            </a:r>
            <a:endParaRPr lang="fr-FR" sz="1400" dirty="0">
              <a:latin typeface="Calibri" panose="020F0502020204030204" pitchFamily="34" charset="0"/>
              <a:ea typeface="Calibri" panose="020F0502020204030204" pitchFamily="34" charset="0"/>
              <a:cs typeface="Calibri" panose="020F0502020204030204" pitchFamily="34" charset="0"/>
            </a:endParaRPr>
          </a:p>
        </p:txBody>
      </p:sp>
      <p:pic>
        <p:nvPicPr>
          <p:cNvPr id="6148" name="Picture 4" descr="Cisco : CISCO ISR 4461 (2X10GE+4X1GE 3NIM 3SM 8G FLASH 4G DRAM)">
            <a:extLst>
              <a:ext uri="{FF2B5EF4-FFF2-40B4-BE49-F238E27FC236}">
                <a16:creationId xmlns:a16="http://schemas.microsoft.com/office/drawing/2014/main" id="{9AFA9644-9A93-6FE0-BC0A-9F83C82D31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31149" b="28874"/>
          <a:stretch/>
        </p:blipFill>
        <p:spPr bwMode="auto">
          <a:xfrm>
            <a:off x="8006244" y="1151651"/>
            <a:ext cx="1905000" cy="571171"/>
          </a:xfrm>
          <a:prstGeom prst="rect">
            <a:avLst/>
          </a:prstGeom>
          <a:noFill/>
          <a:extLst>
            <a:ext uri="{909E8E84-426E-40DD-AFC4-6F175D3DCCD1}">
              <a14:hiddenFill xmlns:a14="http://schemas.microsoft.com/office/drawing/2010/main">
                <a:solidFill>
                  <a:srgbClr val="FFFFFF"/>
                </a:solidFill>
              </a14:hiddenFill>
            </a:ext>
          </a:extLst>
        </p:spPr>
      </p:pic>
      <p:sp>
        <p:nvSpPr>
          <p:cNvPr id="3" name="ZoneTexte 2">
            <a:extLst>
              <a:ext uri="{FF2B5EF4-FFF2-40B4-BE49-F238E27FC236}">
                <a16:creationId xmlns:a16="http://schemas.microsoft.com/office/drawing/2014/main" id="{375C0499-2092-AED7-759E-63DCACE13692}"/>
              </a:ext>
            </a:extLst>
          </p:cNvPr>
          <p:cNvSpPr txBox="1"/>
          <p:nvPr/>
        </p:nvSpPr>
        <p:spPr>
          <a:xfrm>
            <a:off x="2280425" y="1973765"/>
            <a:ext cx="9879980"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dirty="0" err="1">
                <a:latin typeface="Calibri"/>
                <a:ea typeface="Calibri"/>
                <a:cs typeface="Calibri"/>
              </a:rPr>
              <a:t>Qu'est-ce</a:t>
            </a:r>
            <a:r>
              <a:rPr lang="en-US" sz="1400" b="1" dirty="0">
                <a:latin typeface="Calibri"/>
                <a:ea typeface="Calibri"/>
                <a:cs typeface="Calibri"/>
              </a:rPr>
              <a:t> que la QoS ?</a:t>
            </a:r>
            <a:endParaRPr lang="fr-FR" sz="1400" b="1" dirty="0">
              <a:latin typeface="Calibri"/>
              <a:ea typeface="Calibri"/>
              <a:cs typeface="Calibri"/>
            </a:endParaRPr>
          </a:p>
          <a:p>
            <a:r>
              <a:rPr lang="en-US" sz="1400" dirty="0">
                <a:latin typeface="Calibri"/>
                <a:ea typeface="+mn-lt"/>
                <a:cs typeface="+mn-lt"/>
              </a:rPr>
              <a:t>La QoS (Quality of Service) </a:t>
            </a:r>
            <a:r>
              <a:rPr lang="en-US" sz="1400" dirty="0" err="1">
                <a:latin typeface="Calibri"/>
                <a:ea typeface="+mn-lt"/>
                <a:cs typeface="+mn-lt"/>
              </a:rPr>
              <a:t>est</a:t>
            </a:r>
            <a:r>
              <a:rPr lang="en-US" sz="1400" dirty="0">
                <a:latin typeface="Calibri"/>
                <a:ea typeface="+mn-lt"/>
                <a:cs typeface="+mn-lt"/>
              </a:rPr>
              <a:t> un ensemble de technologies </a:t>
            </a:r>
            <a:r>
              <a:rPr lang="en-US" sz="1400" dirty="0" err="1">
                <a:latin typeface="Calibri"/>
                <a:ea typeface="+mn-lt"/>
                <a:cs typeface="+mn-lt"/>
              </a:rPr>
              <a:t>permettant</a:t>
            </a:r>
            <a:r>
              <a:rPr lang="en-US" sz="1400" dirty="0">
                <a:latin typeface="Calibri"/>
                <a:ea typeface="+mn-lt"/>
                <a:cs typeface="+mn-lt"/>
              </a:rPr>
              <a:t> de </a:t>
            </a:r>
            <a:r>
              <a:rPr lang="en-US" sz="1400" dirty="0" err="1">
                <a:latin typeface="Calibri"/>
                <a:ea typeface="+mn-lt"/>
                <a:cs typeface="+mn-lt"/>
              </a:rPr>
              <a:t>gérer</a:t>
            </a:r>
            <a:r>
              <a:rPr lang="en-US" sz="1400" dirty="0">
                <a:latin typeface="Calibri"/>
                <a:ea typeface="+mn-lt"/>
                <a:cs typeface="+mn-lt"/>
              </a:rPr>
              <a:t> et de </a:t>
            </a:r>
            <a:r>
              <a:rPr lang="en-US" sz="1400" dirty="0" err="1">
                <a:latin typeface="Calibri"/>
                <a:ea typeface="+mn-lt"/>
                <a:cs typeface="+mn-lt"/>
              </a:rPr>
              <a:t>prioriser</a:t>
            </a:r>
            <a:r>
              <a:rPr lang="en-US" sz="1400" dirty="0">
                <a:latin typeface="Calibri"/>
                <a:ea typeface="+mn-lt"/>
                <a:cs typeface="+mn-lt"/>
              </a:rPr>
              <a:t> le </a:t>
            </a:r>
            <a:r>
              <a:rPr lang="en-US" sz="1400" dirty="0" err="1">
                <a:latin typeface="Calibri"/>
                <a:ea typeface="+mn-lt"/>
                <a:cs typeface="+mn-lt"/>
              </a:rPr>
              <a:t>trafic</a:t>
            </a:r>
            <a:r>
              <a:rPr lang="en-US" sz="1400" dirty="0">
                <a:latin typeface="Calibri"/>
                <a:ea typeface="+mn-lt"/>
                <a:cs typeface="+mn-lt"/>
              </a:rPr>
              <a:t> réseau </a:t>
            </a:r>
            <a:r>
              <a:rPr lang="en-US" sz="1400" dirty="0" err="1">
                <a:latin typeface="Calibri"/>
                <a:ea typeface="+mn-lt"/>
                <a:cs typeface="+mn-lt"/>
              </a:rPr>
              <a:t>afin</a:t>
            </a:r>
            <a:r>
              <a:rPr lang="en-US" sz="1400" dirty="0">
                <a:latin typeface="Calibri"/>
                <a:ea typeface="+mn-lt"/>
                <a:cs typeface="+mn-lt"/>
              </a:rPr>
              <a:t> </a:t>
            </a:r>
            <a:r>
              <a:rPr lang="en-US" sz="1400" dirty="0" err="1">
                <a:latin typeface="Calibri"/>
                <a:ea typeface="+mn-lt"/>
                <a:cs typeface="+mn-lt"/>
              </a:rPr>
              <a:t>d'assurer</a:t>
            </a:r>
            <a:r>
              <a:rPr lang="en-US" sz="1400" dirty="0">
                <a:latin typeface="Calibri"/>
                <a:ea typeface="+mn-lt"/>
                <a:cs typeface="+mn-lt"/>
              </a:rPr>
              <a:t> des performances </a:t>
            </a:r>
            <a:r>
              <a:rPr lang="en-US" sz="1400" dirty="0" err="1">
                <a:latin typeface="Calibri"/>
                <a:ea typeface="+mn-lt"/>
                <a:cs typeface="+mn-lt"/>
              </a:rPr>
              <a:t>optimales</a:t>
            </a:r>
            <a:r>
              <a:rPr lang="en-US" sz="1400" dirty="0">
                <a:latin typeface="Calibri"/>
                <a:ea typeface="+mn-lt"/>
                <a:cs typeface="+mn-lt"/>
              </a:rPr>
              <a:t> pour les applications critiques.</a:t>
            </a:r>
          </a:p>
          <a:p>
            <a:endParaRPr lang="en-US" sz="1400" dirty="0">
              <a:latin typeface="Aptos"/>
              <a:ea typeface="Calibri"/>
              <a:cs typeface="Calibri"/>
            </a:endParaRPr>
          </a:p>
          <a:p>
            <a:r>
              <a:rPr lang="en-US" sz="1400" b="1" dirty="0" err="1">
                <a:latin typeface="Calibri"/>
                <a:ea typeface="Calibri"/>
                <a:cs typeface="Calibri"/>
              </a:rPr>
              <a:t>Avantages</a:t>
            </a:r>
            <a:r>
              <a:rPr lang="en-US" sz="1400" b="1" dirty="0">
                <a:latin typeface="Calibri"/>
                <a:ea typeface="Calibri"/>
                <a:cs typeface="Calibri"/>
              </a:rPr>
              <a:t> </a:t>
            </a:r>
            <a:r>
              <a:rPr lang="en-US" sz="1400" b="1" dirty="0" err="1">
                <a:latin typeface="Calibri"/>
                <a:ea typeface="Calibri"/>
                <a:cs typeface="Calibri"/>
              </a:rPr>
              <a:t>clés</a:t>
            </a:r>
            <a:endParaRPr lang="en-US" sz="1400" b="1" dirty="0">
              <a:latin typeface="Calibri"/>
              <a:ea typeface="Calibri"/>
              <a:cs typeface="Calibri"/>
            </a:endParaRPr>
          </a:p>
          <a:p>
            <a:pPr marL="285750" indent="-285750">
              <a:buFont typeface="Arial"/>
              <a:buChar char="•"/>
            </a:pPr>
            <a:r>
              <a:rPr lang="en-US" sz="1400" b="1" dirty="0" err="1">
                <a:latin typeface="Calibri"/>
                <a:ea typeface="+mn-lt"/>
                <a:cs typeface="+mn-lt"/>
              </a:rPr>
              <a:t>Priorisation</a:t>
            </a:r>
            <a:r>
              <a:rPr lang="en-US" sz="1400" b="1" dirty="0">
                <a:latin typeface="Calibri"/>
                <a:ea typeface="+mn-lt"/>
                <a:cs typeface="+mn-lt"/>
              </a:rPr>
              <a:t> du </a:t>
            </a:r>
            <a:r>
              <a:rPr lang="en-US" sz="1400" b="1" dirty="0" err="1">
                <a:latin typeface="Calibri"/>
                <a:ea typeface="+mn-lt"/>
                <a:cs typeface="+mn-lt"/>
              </a:rPr>
              <a:t>trafic</a:t>
            </a:r>
            <a:r>
              <a:rPr lang="en-US" sz="1400" b="1" dirty="0">
                <a:latin typeface="Calibri"/>
                <a:ea typeface="+mn-lt"/>
                <a:cs typeface="+mn-lt"/>
              </a:rPr>
              <a:t> :</a:t>
            </a:r>
            <a:r>
              <a:rPr lang="en-US" sz="1400" dirty="0">
                <a:latin typeface="Calibri"/>
                <a:ea typeface="+mn-lt"/>
                <a:cs typeface="+mn-lt"/>
              </a:rPr>
              <a:t> </a:t>
            </a:r>
            <a:r>
              <a:rPr lang="en-US" sz="1400" dirty="0" err="1">
                <a:latin typeface="Calibri"/>
                <a:ea typeface="+mn-lt"/>
                <a:cs typeface="+mn-lt"/>
              </a:rPr>
              <a:t>Garantir</a:t>
            </a:r>
            <a:r>
              <a:rPr lang="en-US" sz="1400" dirty="0">
                <a:latin typeface="Calibri"/>
                <a:ea typeface="+mn-lt"/>
                <a:cs typeface="+mn-lt"/>
              </a:rPr>
              <a:t> la bande </a:t>
            </a:r>
            <a:r>
              <a:rPr lang="en-US" sz="1400" dirty="0" err="1">
                <a:latin typeface="Calibri"/>
                <a:ea typeface="+mn-lt"/>
                <a:cs typeface="+mn-lt"/>
              </a:rPr>
              <a:t>passante</a:t>
            </a:r>
            <a:r>
              <a:rPr lang="en-US" sz="1400" dirty="0">
                <a:latin typeface="Calibri"/>
                <a:ea typeface="+mn-lt"/>
                <a:cs typeface="+mn-lt"/>
              </a:rPr>
              <a:t> pour les applications </a:t>
            </a:r>
            <a:r>
              <a:rPr lang="en-US" sz="1400" dirty="0" err="1">
                <a:latin typeface="Calibri"/>
                <a:ea typeface="+mn-lt"/>
                <a:cs typeface="+mn-lt"/>
              </a:rPr>
              <a:t>essentielles</a:t>
            </a:r>
            <a:r>
              <a:rPr lang="en-US" sz="1400" dirty="0">
                <a:latin typeface="Calibri"/>
                <a:ea typeface="+mn-lt"/>
                <a:cs typeface="+mn-lt"/>
              </a:rPr>
              <a:t>.</a:t>
            </a:r>
          </a:p>
          <a:p>
            <a:pPr marL="285750" indent="-285750">
              <a:buFont typeface="Arial"/>
              <a:buChar char="•"/>
            </a:pPr>
            <a:r>
              <a:rPr lang="en-US" sz="1400" b="1" dirty="0">
                <a:latin typeface="Calibri"/>
                <a:ea typeface="+mn-lt"/>
                <a:cs typeface="+mn-lt"/>
              </a:rPr>
              <a:t>Gestion de la bande </a:t>
            </a:r>
            <a:r>
              <a:rPr lang="en-US" sz="1400" b="1" dirty="0" err="1">
                <a:latin typeface="Calibri"/>
                <a:ea typeface="+mn-lt"/>
                <a:cs typeface="+mn-lt"/>
              </a:rPr>
              <a:t>passante</a:t>
            </a:r>
            <a:r>
              <a:rPr lang="en-US" sz="1400" b="1" dirty="0">
                <a:latin typeface="Calibri"/>
                <a:ea typeface="+mn-lt"/>
                <a:cs typeface="+mn-lt"/>
              </a:rPr>
              <a:t> :</a:t>
            </a:r>
            <a:r>
              <a:rPr lang="en-US" sz="1400" dirty="0">
                <a:latin typeface="Calibri"/>
                <a:ea typeface="+mn-lt"/>
                <a:cs typeface="+mn-lt"/>
              </a:rPr>
              <a:t> Limitation du </a:t>
            </a:r>
            <a:r>
              <a:rPr lang="en-US" sz="1400" dirty="0" err="1">
                <a:latin typeface="Calibri"/>
                <a:ea typeface="+mn-lt"/>
                <a:cs typeface="+mn-lt"/>
              </a:rPr>
              <a:t>trafic</a:t>
            </a:r>
            <a:r>
              <a:rPr lang="en-US" sz="1400" dirty="0">
                <a:latin typeface="Calibri"/>
                <a:ea typeface="+mn-lt"/>
                <a:cs typeface="+mn-lt"/>
              </a:rPr>
              <a:t> non </a:t>
            </a:r>
            <a:r>
              <a:rPr lang="en-US" sz="1400" dirty="0" err="1">
                <a:latin typeface="Calibri"/>
                <a:ea typeface="+mn-lt"/>
                <a:cs typeface="+mn-lt"/>
              </a:rPr>
              <a:t>prioritaire</a:t>
            </a:r>
            <a:r>
              <a:rPr lang="en-US" sz="1400" dirty="0">
                <a:latin typeface="Calibri"/>
                <a:ea typeface="+mn-lt"/>
                <a:cs typeface="+mn-lt"/>
              </a:rPr>
              <a:t>.</a:t>
            </a:r>
          </a:p>
          <a:p>
            <a:pPr marL="285750" indent="-285750">
              <a:buFont typeface="Arial"/>
              <a:buChar char="•"/>
            </a:pPr>
            <a:r>
              <a:rPr lang="en-US" sz="1400" b="1" dirty="0" err="1">
                <a:latin typeface="Calibri"/>
                <a:ea typeface="+mn-lt"/>
                <a:cs typeface="+mn-lt"/>
              </a:rPr>
              <a:t>Amélioration</a:t>
            </a:r>
            <a:r>
              <a:rPr lang="en-US" sz="1400" b="1" dirty="0">
                <a:latin typeface="Calibri"/>
                <a:ea typeface="+mn-lt"/>
                <a:cs typeface="+mn-lt"/>
              </a:rPr>
              <a:t> de la performance </a:t>
            </a:r>
            <a:r>
              <a:rPr lang="en-US" sz="1400" b="1" dirty="0" err="1">
                <a:latin typeface="Calibri"/>
                <a:ea typeface="+mn-lt"/>
                <a:cs typeface="+mn-lt"/>
              </a:rPr>
              <a:t>utilisateur</a:t>
            </a:r>
            <a:r>
              <a:rPr lang="en-US" sz="1400" b="1" dirty="0">
                <a:latin typeface="Calibri"/>
                <a:ea typeface="+mn-lt"/>
                <a:cs typeface="+mn-lt"/>
              </a:rPr>
              <a:t> :</a:t>
            </a:r>
            <a:r>
              <a:rPr lang="en-US" sz="1400" dirty="0">
                <a:latin typeface="Calibri"/>
                <a:ea typeface="+mn-lt"/>
                <a:cs typeface="+mn-lt"/>
              </a:rPr>
              <a:t> </a:t>
            </a:r>
            <a:r>
              <a:rPr lang="en-US" sz="1400" dirty="0" err="1">
                <a:latin typeface="Calibri"/>
                <a:ea typeface="+mn-lt"/>
                <a:cs typeface="+mn-lt"/>
              </a:rPr>
              <a:t>Moins</a:t>
            </a:r>
            <a:r>
              <a:rPr lang="en-US" sz="1400" dirty="0">
                <a:latin typeface="Calibri"/>
                <a:ea typeface="+mn-lt"/>
                <a:cs typeface="+mn-lt"/>
              </a:rPr>
              <a:t> de </a:t>
            </a:r>
            <a:r>
              <a:rPr lang="en-US" sz="1400" dirty="0" err="1">
                <a:latin typeface="Calibri"/>
                <a:ea typeface="+mn-lt"/>
                <a:cs typeface="+mn-lt"/>
              </a:rPr>
              <a:t>pertes</a:t>
            </a:r>
            <a:r>
              <a:rPr lang="en-US" sz="1400" dirty="0">
                <a:latin typeface="Calibri"/>
                <a:ea typeface="+mn-lt"/>
                <a:cs typeface="+mn-lt"/>
              </a:rPr>
              <a:t> de </a:t>
            </a:r>
            <a:r>
              <a:rPr lang="en-US" sz="1400" dirty="0" err="1">
                <a:latin typeface="Calibri"/>
                <a:ea typeface="+mn-lt"/>
                <a:cs typeface="+mn-lt"/>
              </a:rPr>
              <a:t>paquets</a:t>
            </a:r>
            <a:r>
              <a:rPr lang="en-US" sz="1400" dirty="0">
                <a:latin typeface="Calibri"/>
                <a:ea typeface="+mn-lt"/>
                <a:cs typeface="+mn-lt"/>
              </a:rPr>
              <a:t>.</a:t>
            </a:r>
          </a:p>
          <a:p>
            <a:pPr marL="285750" indent="-285750">
              <a:buFont typeface="Arial"/>
              <a:buChar char="•"/>
            </a:pPr>
            <a:endParaRPr lang="en-US" sz="1400" dirty="0">
              <a:latin typeface="Aptos" panose="02110004020202020204"/>
              <a:ea typeface="Calibri"/>
              <a:cs typeface="Calibri"/>
            </a:endParaRPr>
          </a:p>
          <a:p>
            <a:r>
              <a:rPr lang="en-US" sz="1400" b="1" dirty="0">
                <a:latin typeface="Calibri"/>
                <a:ea typeface="Calibri"/>
                <a:cs typeface="Calibri"/>
              </a:rPr>
              <a:t>Cas d'utilisation</a:t>
            </a:r>
          </a:p>
          <a:p>
            <a:pPr marL="285750" indent="-285750">
              <a:buFont typeface="Arial"/>
              <a:buChar char="•"/>
            </a:pPr>
            <a:r>
              <a:rPr lang="en-US" sz="1400" dirty="0" err="1">
                <a:latin typeface="Calibri"/>
                <a:ea typeface="+mn-lt"/>
                <a:cs typeface="+mn-lt"/>
              </a:rPr>
              <a:t>Optimisation</a:t>
            </a:r>
            <a:r>
              <a:rPr lang="en-US" sz="1400" dirty="0">
                <a:latin typeface="Calibri"/>
                <a:ea typeface="+mn-lt"/>
                <a:cs typeface="+mn-lt"/>
              </a:rPr>
              <a:t> des communications </a:t>
            </a:r>
            <a:r>
              <a:rPr lang="en-US" sz="1400" dirty="0" err="1">
                <a:latin typeface="Calibri"/>
                <a:ea typeface="+mn-lt"/>
                <a:cs typeface="+mn-lt"/>
              </a:rPr>
              <a:t>visioconférences</a:t>
            </a:r>
            <a:r>
              <a:rPr lang="en-US" sz="1400" dirty="0">
                <a:latin typeface="Calibri"/>
                <a:ea typeface="+mn-lt"/>
                <a:cs typeface="+mn-lt"/>
              </a:rPr>
              <a:t>.</a:t>
            </a:r>
          </a:p>
          <a:p>
            <a:pPr marL="285750" indent="-285750">
              <a:buFont typeface="Arial"/>
              <a:buChar char="•"/>
            </a:pPr>
            <a:r>
              <a:rPr lang="en-US" sz="1400" dirty="0" err="1">
                <a:latin typeface="Calibri"/>
                <a:ea typeface="+mn-lt"/>
                <a:cs typeface="+mn-lt"/>
              </a:rPr>
              <a:t>Garantie</a:t>
            </a:r>
            <a:r>
              <a:rPr lang="en-US" sz="1400" dirty="0">
                <a:latin typeface="Calibri"/>
                <a:ea typeface="+mn-lt"/>
                <a:cs typeface="+mn-lt"/>
              </a:rPr>
              <a:t> de performance pour les applications métiers critiques.</a:t>
            </a:r>
          </a:p>
          <a:p>
            <a:pPr marL="285750" indent="-285750">
              <a:buFont typeface="Arial"/>
              <a:buChar char="•"/>
            </a:pPr>
            <a:endParaRPr lang="en-US" sz="1400" dirty="0">
              <a:latin typeface="Aptos" panose="02110004020202020204"/>
              <a:ea typeface="Calibri"/>
              <a:cs typeface="Calibri"/>
            </a:endParaRPr>
          </a:p>
          <a:p>
            <a:r>
              <a:rPr lang="en-US" sz="1400" b="1" dirty="0" err="1">
                <a:latin typeface="Calibri"/>
                <a:ea typeface="Calibri"/>
                <a:cs typeface="Calibri"/>
              </a:rPr>
              <a:t>Pourquoi</a:t>
            </a:r>
            <a:r>
              <a:rPr lang="en-US" sz="1400" b="1" dirty="0">
                <a:latin typeface="Calibri"/>
                <a:ea typeface="Calibri"/>
                <a:cs typeface="Calibri"/>
              </a:rPr>
              <a:t> </a:t>
            </a:r>
            <a:r>
              <a:rPr lang="en-US" sz="1400" b="1" dirty="0" err="1">
                <a:latin typeface="Calibri"/>
                <a:ea typeface="Calibri"/>
                <a:cs typeface="Calibri"/>
              </a:rPr>
              <a:t>implémenter</a:t>
            </a:r>
            <a:r>
              <a:rPr lang="en-US" sz="1400" b="1" dirty="0">
                <a:latin typeface="Calibri"/>
                <a:ea typeface="Calibri"/>
                <a:cs typeface="Calibri"/>
              </a:rPr>
              <a:t> la QoS ?</a:t>
            </a:r>
          </a:p>
          <a:p>
            <a:pPr marL="285750" indent="-285750">
              <a:buFont typeface="Arial"/>
              <a:buChar char="•"/>
            </a:pPr>
            <a:r>
              <a:rPr lang="en-US" sz="1400" b="1" dirty="0" err="1">
                <a:latin typeface="Calibri"/>
                <a:ea typeface="+mn-lt"/>
                <a:cs typeface="+mn-lt"/>
              </a:rPr>
              <a:t>Stabilité</a:t>
            </a:r>
            <a:r>
              <a:rPr lang="en-US" sz="1400" b="1" dirty="0">
                <a:latin typeface="Calibri"/>
                <a:ea typeface="+mn-lt"/>
                <a:cs typeface="+mn-lt"/>
              </a:rPr>
              <a:t> réseau</a:t>
            </a:r>
            <a:endParaRPr lang="en-US" sz="1400" dirty="0">
              <a:latin typeface="Calibri"/>
              <a:ea typeface="+mn-lt"/>
              <a:cs typeface="+mn-lt"/>
            </a:endParaRPr>
          </a:p>
          <a:p>
            <a:pPr marL="285750" indent="-285750">
              <a:buFont typeface="Arial"/>
              <a:buChar char="•"/>
            </a:pPr>
            <a:r>
              <a:rPr lang="en-US" sz="1400" b="1" dirty="0" err="1">
                <a:latin typeface="Calibri"/>
                <a:ea typeface="+mn-lt"/>
                <a:cs typeface="+mn-lt"/>
              </a:rPr>
              <a:t>Expérience</a:t>
            </a:r>
            <a:r>
              <a:rPr lang="en-US" sz="1400" b="1" dirty="0">
                <a:latin typeface="Calibri"/>
                <a:ea typeface="+mn-lt"/>
                <a:cs typeface="+mn-lt"/>
              </a:rPr>
              <a:t> </a:t>
            </a:r>
            <a:r>
              <a:rPr lang="en-US" sz="1400" b="1" dirty="0" err="1">
                <a:latin typeface="Calibri"/>
                <a:ea typeface="+mn-lt"/>
                <a:cs typeface="+mn-lt"/>
              </a:rPr>
              <a:t>utilisateur</a:t>
            </a:r>
            <a:r>
              <a:rPr lang="en-US" sz="1400" dirty="0">
                <a:latin typeface="Calibri"/>
                <a:ea typeface="+mn-lt"/>
                <a:cs typeface="+mn-lt"/>
              </a:rPr>
              <a:t> : </a:t>
            </a:r>
            <a:r>
              <a:rPr lang="en-US" sz="1400" dirty="0" err="1">
                <a:latin typeface="Calibri"/>
                <a:ea typeface="+mn-lt"/>
                <a:cs typeface="+mn-lt"/>
              </a:rPr>
              <a:t>Moins</a:t>
            </a:r>
            <a:r>
              <a:rPr lang="en-US" sz="1400" dirty="0">
                <a:latin typeface="Calibri"/>
                <a:ea typeface="+mn-lt"/>
                <a:cs typeface="+mn-lt"/>
              </a:rPr>
              <a:t> de </a:t>
            </a:r>
            <a:r>
              <a:rPr lang="en-US" sz="1400" dirty="0" err="1">
                <a:latin typeface="Calibri"/>
                <a:ea typeface="+mn-lt"/>
                <a:cs typeface="+mn-lt"/>
              </a:rPr>
              <a:t>coupures</a:t>
            </a:r>
            <a:r>
              <a:rPr lang="en-US" sz="1400" dirty="0">
                <a:latin typeface="Calibri"/>
                <a:ea typeface="+mn-lt"/>
                <a:cs typeface="+mn-lt"/>
              </a:rPr>
              <a:t> et de </a:t>
            </a:r>
            <a:r>
              <a:rPr lang="en-US" sz="1400" dirty="0" err="1">
                <a:latin typeface="Calibri"/>
                <a:ea typeface="+mn-lt"/>
                <a:cs typeface="+mn-lt"/>
              </a:rPr>
              <a:t>ralentissements</a:t>
            </a:r>
            <a:r>
              <a:rPr lang="en-US" sz="1400" dirty="0">
                <a:latin typeface="Calibri"/>
                <a:ea typeface="+mn-lt"/>
                <a:cs typeface="+mn-lt"/>
              </a:rPr>
              <a:t>.</a:t>
            </a:r>
          </a:p>
          <a:p>
            <a:pPr marL="285750" indent="-285750">
              <a:buFont typeface="Arial"/>
              <a:buChar char="•"/>
            </a:pPr>
            <a:r>
              <a:rPr lang="en-US" sz="1400" b="1" dirty="0">
                <a:latin typeface="Calibri"/>
                <a:ea typeface="+mn-lt"/>
                <a:cs typeface="+mn-lt"/>
              </a:rPr>
              <a:t>Contrôle</a:t>
            </a:r>
            <a:r>
              <a:rPr lang="en-US" sz="1400" dirty="0">
                <a:latin typeface="Calibri"/>
                <a:ea typeface="+mn-lt"/>
                <a:cs typeface="+mn-lt"/>
              </a:rPr>
              <a:t> : </a:t>
            </a:r>
            <a:r>
              <a:rPr lang="en-US" sz="1400" dirty="0" err="1">
                <a:latin typeface="Calibri"/>
                <a:ea typeface="+mn-lt"/>
                <a:cs typeface="+mn-lt"/>
              </a:rPr>
              <a:t>Allouer</a:t>
            </a:r>
            <a:r>
              <a:rPr lang="en-US" sz="1400" dirty="0">
                <a:latin typeface="Calibri"/>
                <a:ea typeface="+mn-lt"/>
                <a:cs typeface="+mn-lt"/>
              </a:rPr>
              <a:t> </a:t>
            </a:r>
            <a:r>
              <a:rPr lang="en-US" sz="1400" dirty="0" err="1">
                <a:latin typeface="Calibri"/>
                <a:ea typeface="+mn-lt"/>
                <a:cs typeface="+mn-lt"/>
              </a:rPr>
              <a:t>dynamiquement</a:t>
            </a:r>
            <a:r>
              <a:rPr lang="en-US" sz="1400" dirty="0">
                <a:latin typeface="Calibri"/>
                <a:ea typeface="+mn-lt"/>
                <a:cs typeface="+mn-lt"/>
              </a:rPr>
              <a:t> la bande </a:t>
            </a:r>
            <a:r>
              <a:rPr lang="en-US" sz="1400" dirty="0" err="1">
                <a:latin typeface="Calibri"/>
                <a:ea typeface="+mn-lt"/>
                <a:cs typeface="+mn-lt"/>
              </a:rPr>
              <a:t>passante</a:t>
            </a:r>
            <a:r>
              <a:rPr lang="en-US" sz="1400" dirty="0">
                <a:latin typeface="Calibri"/>
                <a:ea typeface="+mn-lt"/>
                <a:cs typeface="+mn-lt"/>
              </a:rPr>
              <a:t> </a:t>
            </a:r>
            <a:r>
              <a:rPr lang="en-US" sz="1400" dirty="0" err="1">
                <a:latin typeface="Calibri"/>
                <a:ea typeface="+mn-lt"/>
                <a:cs typeface="+mn-lt"/>
              </a:rPr>
              <a:t>selon</a:t>
            </a:r>
            <a:r>
              <a:rPr lang="en-US" sz="1400" dirty="0">
                <a:latin typeface="Calibri"/>
                <a:ea typeface="+mn-lt"/>
                <a:cs typeface="+mn-lt"/>
              </a:rPr>
              <a:t> les </a:t>
            </a:r>
            <a:r>
              <a:rPr lang="en-US" sz="1400" dirty="0" err="1">
                <a:latin typeface="Calibri"/>
                <a:ea typeface="+mn-lt"/>
                <a:cs typeface="+mn-lt"/>
              </a:rPr>
              <a:t>priorités</a:t>
            </a:r>
            <a:r>
              <a:rPr lang="en-US" sz="1400" dirty="0">
                <a:latin typeface="Calibri"/>
                <a:ea typeface="+mn-lt"/>
                <a:cs typeface="+mn-lt"/>
              </a:rPr>
              <a:t> </a:t>
            </a:r>
            <a:r>
              <a:rPr lang="en-US" sz="1400" dirty="0" err="1">
                <a:latin typeface="Calibri"/>
                <a:ea typeface="+mn-lt"/>
                <a:cs typeface="+mn-lt"/>
              </a:rPr>
              <a:t>définies</a:t>
            </a:r>
            <a:r>
              <a:rPr lang="en-US" sz="1400" dirty="0">
                <a:latin typeface="Calibri"/>
                <a:ea typeface="+mn-lt"/>
                <a:cs typeface="+mn-lt"/>
              </a:rPr>
              <a:t>.</a:t>
            </a:r>
          </a:p>
          <a:p>
            <a:endParaRPr lang="en-US" sz="1400" dirty="0">
              <a:latin typeface="Calibri"/>
              <a:ea typeface="Calibri"/>
              <a:cs typeface="Calibri"/>
            </a:endParaRPr>
          </a:p>
        </p:txBody>
      </p:sp>
      <p:sp>
        <p:nvSpPr>
          <p:cNvPr id="30" name="ZoneTexte 29">
            <a:extLst>
              <a:ext uri="{FF2B5EF4-FFF2-40B4-BE49-F238E27FC236}">
                <a16:creationId xmlns:a16="http://schemas.microsoft.com/office/drawing/2014/main" id="{3DB5522E-6E9C-5C6B-FE69-04AB7CC831B3}"/>
              </a:ext>
            </a:extLst>
          </p:cNvPr>
          <p:cNvSpPr txBox="1"/>
          <p:nvPr/>
        </p:nvSpPr>
        <p:spPr>
          <a:xfrm>
            <a:off x="-36845" y="2433036"/>
            <a:ext cx="189224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1. Introduction &amp; Contexte</a:t>
            </a:r>
          </a:p>
        </p:txBody>
      </p:sp>
      <p:sp>
        <p:nvSpPr>
          <p:cNvPr id="31" name="ZoneTexte 30">
            <a:extLst>
              <a:ext uri="{FF2B5EF4-FFF2-40B4-BE49-F238E27FC236}">
                <a16:creationId xmlns:a16="http://schemas.microsoft.com/office/drawing/2014/main" id="{2A0E17C8-DDF8-064C-B374-1D975ED44BCF}"/>
              </a:ext>
            </a:extLst>
          </p:cNvPr>
          <p:cNvSpPr txBox="1"/>
          <p:nvPr/>
        </p:nvSpPr>
        <p:spPr>
          <a:xfrm>
            <a:off x="-32814" y="2711031"/>
            <a:ext cx="177119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2. L’existant &amp; Limitations</a:t>
            </a:r>
          </a:p>
        </p:txBody>
      </p:sp>
      <p:sp>
        <p:nvSpPr>
          <p:cNvPr id="32" name="ZoneTexte 31">
            <a:extLst>
              <a:ext uri="{FF2B5EF4-FFF2-40B4-BE49-F238E27FC236}">
                <a16:creationId xmlns:a16="http://schemas.microsoft.com/office/drawing/2014/main" id="{5D9962A5-7254-F7FF-124E-3B088156E13C}"/>
              </a:ext>
            </a:extLst>
          </p:cNvPr>
          <p:cNvSpPr txBox="1"/>
          <p:nvPr/>
        </p:nvSpPr>
        <p:spPr>
          <a:xfrm>
            <a:off x="-32817" y="2988030"/>
            <a:ext cx="136191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3. Note de cadrage</a:t>
            </a:r>
          </a:p>
        </p:txBody>
      </p:sp>
      <p:sp>
        <p:nvSpPr>
          <p:cNvPr id="33" name="ZoneTexte 32">
            <a:extLst>
              <a:ext uri="{FF2B5EF4-FFF2-40B4-BE49-F238E27FC236}">
                <a16:creationId xmlns:a16="http://schemas.microsoft.com/office/drawing/2014/main" id="{35F887AC-9E0F-DDE1-9DB3-08D7244E0F33}"/>
              </a:ext>
            </a:extLst>
          </p:cNvPr>
          <p:cNvSpPr txBox="1"/>
          <p:nvPr/>
        </p:nvSpPr>
        <p:spPr>
          <a:xfrm>
            <a:off x="-32816" y="3265029"/>
            <a:ext cx="155702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4. Analyse des risques</a:t>
            </a:r>
          </a:p>
        </p:txBody>
      </p:sp>
      <p:sp>
        <p:nvSpPr>
          <p:cNvPr id="34" name="ZoneTexte 33">
            <a:extLst>
              <a:ext uri="{FF2B5EF4-FFF2-40B4-BE49-F238E27FC236}">
                <a16:creationId xmlns:a16="http://schemas.microsoft.com/office/drawing/2014/main" id="{B5F5E1EC-EB27-A68C-0F90-3D0441ADA67A}"/>
              </a:ext>
            </a:extLst>
          </p:cNvPr>
          <p:cNvSpPr txBox="1"/>
          <p:nvPr/>
        </p:nvSpPr>
        <p:spPr>
          <a:xfrm>
            <a:off x="1235277" y="3542028"/>
            <a:ext cx="1063304" cy="276999"/>
          </a:xfrm>
          <a:prstGeom prst="rect">
            <a:avLst/>
          </a:prstGeom>
          <a:noFill/>
        </p:spPr>
        <p:txBody>
          <a:bodyPr wrap="none" rtlCol="0">
            <a:spAutoFit/>
          </a:bodyPr>
          <a:lstStyle/>
          <a:p>
            <a:r>
              <a:rPr lang="fr-FR" sz="1200" b="1" dirty="0">
                <a:solidFill>
                  <a:srgbClr val="C00000"/>
                </a:solidFill>
                <a:latin typeface="Calibri" panose="020F0502020204030204" pitchFamily="34" charset="0"/>
                <a:ea typeface="Calibri" panose="020F0502020204030204" pitchFamily="34" charset="0"/>
                <a:cs typeface="Calibri" panose="020F0502020204030204" pitchFamily="34" charset="0"/>
              </a:rPr>
              <a:t>5. Nouveau SI</a:t>
            </a:r>
          </a:p>
        </p:txBody>
      </p:sp>
      <p:sp>
        <p:nvSpPr>
          <p:cNvPr id="35" name="ZoneTexte 34">
            <a:extLst>
              <a:ext uri="{FF2B5EF4-FFF2-40B4-BE49-F238E27FC236}">
                <a16:creationId xmlns:a16="http://schemas.microsoft.com/office/drawing/2014/main" id="{D15BB97C-5E22-285E-BA21-A5359AA9C3E6}"/>
              </a:ext>
            </a:extLst>
          </p:cNvPr>
          <p:cNvSpPr txBox="1"/>
          <p:nvPr/>
        </p:nvSpPr>
        <p:spPr>
          <a:xfrm>
            <a:off x="-13697" y="3821018"/>
            <a:ext cx="196835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6. Déploiement et formation</a:t>
            </a:r>
          </a:p>
        </p:txBody>
      </p:sp>
      <p:sp>
        <p:nvSpPr>
          <p:cNvPr id="36" name="ZoneTexte 35">
            <a:extLst>
              <a:ext uri="{FF2B5EF4-FFF2-40B4-BE49-F238E27FC236}">
                <a16:creationId xmlns:a16="http://schemas.microsoft.com/office/drawing/2014/main" id="{2658A7A0-1D39-F9E6-BCAB-9E52B5601036}"/>
              </a:ext>
            </a:extLst>
          </p:cNvPr>
          <p:cNvSpPr txBox="1"/>
          <p:nvPr/>
        </p:nvSpPr>
        <p:spPr>
          <a:xfrm>
            <a:off x="-13697" y="4098017"/>
            <a:ext cx="1845955"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7. Contrat de maintenance</a:t>
            </a:r>
          </a:p>
        </p:txBody>
      </p:sp>
    </p:spTree>
    <p:extLst>
      <p:ext uri="{BB962C8B-B14F-4D97-AF65-F5344CB8AC3E}">
        <p14:creationId xmlns:p14="http://schemas.microsoft.com/office/powerpoint/2010/main" val="18765651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D1B18-10A3-14EF-D378-9C4D2CCF3E5F}"/>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571A21CE-F34E-F11C-1615-C17A488E6875}"/>
              </a:ext>
            </a:extLst>
          </p:cNvPr>
          <p:cNvSpPr>
            <a:spLocks noGrp="1"/>
          </p:cNvSpPr>
          <p:nvPr>
            <p:ph type="dt" sz="half" idx="10"/>
          </p:nvPr>
        </p:nvSpPr>
        <p:spPr/>
        <p:txBody>
          <a:bodyPr/>
          <a:lstStyle/>
          <a:p>
            <a:fld id="{71A39EF6-AF95-4ACF-B35E-ACB6264B09CC}" type="datetime1">
              <a:rPr lang="fr-FR" smtClean="0"/>
              <a:t>04/03/2025</a:t>
            </a:fld>
            <a:endParaRPr lang="fr-FR"/>
          </a:p>
        </p:txBody>
      </p:sp>
      <p:sp>
        <p:nvSpPr>
          <p:cNvPr id="5" name="Espace réservé du numéro de diapositive 4">
            <a:extLst>
              <a:ext uri="{FF2B5EF4-FFF2-40B4-BE49-F238E27FC236}">
                <a16:creationId xmlns:a16="http://schemas.microsoft.com/office/drawing/2014/main" id="{4226BB59-4973-80EE-D4F2-E691A97E1FAB}"/>
              </a:ext>
            </a:extLst>
          </p:cNvPr>
          <p:cNvSpPr>
            <a:spLocks noGrp="1"/>
          </p:cNvSpPr>
          <p:nvPr>
            <p:ph type="sldNum" sz="quarter" idx="12"/>
          </p:nvPr>
        </p:nvSpPr>
        <p:spPr/>
        <p:txBody>
          <a:bodyPr/>
          <a:lstStyle/>
          <a:p>
            <a:fld id="{C4B8AC06-870A-4C43-8EB6-F7945B1E9F37}" type="slidenum">
              <a:rPr lang="fr-FR" smtClean="0"/>
              <a:t>20</a:t>
            </a:fld>
            <a:endParaRPr lang="fr-FR"/>
          </a:p>
        </p:txBody>
      </p:sp>
      <p:sp>
        <p:nvSpPr>
          <p:cNvPr id="2" name="ZoneTexte 1">
            <a:extLst>
              <a:ext uri="{FF2B5EF4-FFF2-40B4-BE49-F238E27FC236}">
                <a16:creationId xmlns:a16="http://schemas.microsoft.com/office/drawing/2014/main" id="{6A77B80D-CB89-536D-24EC-1D712DDDCE36}"/>
              </a:ext>
            </a:extLst>
          </p:cNvPr>
          <p:cNvSpPr txBox="1"/>
          <p:nvPr/>
        </p:nvSpPr>
        <p:spPr>
          <a:xfrm>
            <a:off x="2280402" y="1268286"/>
            <a:ext cx="2785374" cy="307777"/>
          </a:xfrm>
          <a:prstGeom prst="rect">
            <a:avLst/>
          </a:prstGeom>
          <a:noFill/>
        </p:spPr>
        <p:txBody>
          <a:bodyPr wrap="square">
            <a:spAutoFit/>
          </a:bodyPr>
          <a:lstStyle/>
          <a:p>
            <a:r>
              <a:rPr lang="fr-FR" sz="1400" b="1" dirty="0">
                <a:latin typeface="Calibri" panose="020F0502020204030204" pitchFamily="34" charset="0"/>
                <a:ea typeface="Calibri" panose="020F0502020204030204" pitchFamily="34" charset="0"/>
                <a:cs typeface="Calibri" panose="020F0502020204030204" pitchFamily="34" charset="0"/>
              </a:rPr>
              <a:t>Informatique réseau</a:t>
            </a:r>
          </a:p>
        </p:txBody>
      </p:sp>
      <p:sp>
        <p:nvSpPr>
          <p:cNvPr id="10" name="ZoneTexte 9">
            <a:extLst>
              <a:ext uri="{FF2B5EF4-FFF2-40B4-BE49-F238E27FC236}">
                <a16:creationId xmlns:a16="http://schemas.microsoft.com/office/drawing/2014/main" id="{E8FCBE76-D065-0DDA-C2C4-D8DBE9B61AC5}"/>
              </a:ext>
            </a:extLst>
          </p:cNvPr>
          <p:cNvSpPr txBox="1"/>
          <p:nvPr/>
        </p:nvSpPr>
        <p:spPr>
          <a:xfrm>
            <a:off x="4099434" y="1576063"/>
            <a:ext cx="6094476" cy="307777"/>
          </a:xfrm>
          <a:prstGeom prst="rect">
            <a:avLst/>
          </a:prstGeom>
          <a:noFill/>
        </p:spPr>
        <p:txBody>
          <a:bodyPr wrap="square">
            <a:spAutoFit/>
          </a:bodyPr>
          <a:lstStyle/>
          <a:p>
            <a:pPr algn="ctr"/>
            <a:r>
              <a:rPr lang="en-US" sz="1400">
                <a:latin typeface="Calibri" panose="020F0502020204030204" pitchFamily="34" charset="0"/>
                <a:ea typeface="Calibri" panose="020F0502020204030204" pitchFamily="34" charset="0"/>
                <a:cs typeface="Calibri" panose="020F0502020204030204" pitchFamily="34" charset="0"/>
              </a:rPr>
              <a:t>Switch Administrable : Cisco Catalyst 9200</a:t>
            </a:r>
            <a:endParaRPr lang="fr-FR" sz="1400" dirty="0">
              <a:latin typeface="Calibri" panose="020F0502020204030204" pitchFamily="34" charset="0"/>
              <a:ea typeface="Calibri" panose="020F0502020204030204" pitchFamily="34" charset="0"/>
              <a:cs typeface="Calibri" panose="020F0502020204030204" pitchFamily="34" charset="0"/>
            </a:endParaRPr>
          </a:p>
        </p:txBody>
      </p:sp>
      <p:pic>
        <p:nvPicPr>
          <p:cNvPr id="7172" name="Picture 4" descr="Cette image concerne S3910-48TS主多图.">
            <a:extLst>
              <a:ext uri="{FF2B5EF4-FFF2-40B4-BE49-F238E27FC236}">
                <a16:creationId xmlns:a16="http://schemas.microsoft.com/office/drawing/2014/main" id="{7665DC87-D60B-4650-A359-3694D0A7DE8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0203" b="28495"/>
          <a:stretch/>
        </p:blipFill>
        <p:spPr bwMode="auto">
          <a:xfrm>
            <a:off x="5718683" y="1847490"/>
            <a:ext cx="2855976" cy="117957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Tableau 7">
            <a:extLst>
              <a:ext uri="{FF2B5EF4-FFF2-40B4-BE49-F238E27FC236}">
                <a16:creationId xmlns:a16="http://schemas.microsoft.com/office/drawing/2014/main" id="{BC12F77F-DEA4-CFC6-525C-C6708BF90146}"/>
              </a:ext>
            </a:extLst>
          </p:cNvPr>
          <p:cNvGraphicFramePr>
            <a:graphicFrameLocks noGrp="1"/>
          </p:cNvGraphicFramePr>
          <p:nvPr>
            <p:extLst>
              <p:ext uri="{D42A27DB-BD31-4B8C-83A1-F6EECF244321}">
                <p14:modId xmlns:p14="http://schemas.microsoft.com/office/powerpoint/2010/main" val="2446946358"/>
              </p:ext>
            </p:extLst>
          </p:nvPr>
        </p:nvGraphicFramePr>
        <p:xfrm>
          <a:off x="4526490" y="3258622"/>
          <a:ext cx="5240362" cy="2747961"/>
        </p:xfrm>
        <a:graphic>
          <a:graphicData uri="http://schemas.openxmlformats.org/drawingml/2006/table">
            <a:tbl>
              <a:tblPr/>
              <a:tblGrid>
                <a:gridCol w="2620181">
                  <a:extLst>
                    <a:ext uri="{9D8B030D-6E8A-4147-A177-3AD203B41FA5}">
                      <a16:colId xmlns:a16="http://schemas.microsoft.com/office/drawing/2014/main" val="2222753239"/>
                    </a:ext>
                  </a:extLst>
                </a:gridCol>
                <a:gridCol w="2620181">
                  <a:extLst>
                    <a:ext uri="{9D8B030D-6E8A-4147-A177-3AD203B41FA5}">
                      <a16:colId xmlns:a16="http://schemas.microsoft.com/office/drawing/2014/main" val="1460339518"/>
                    </a:ext>
                  </a:extLst>
                </a:gridCol>
              </a:tblGrid>
              <a:tr h="238953">
                <a:tc>
                  <a:txBody>
                    <a:bodyPr/>
                    <a:lstStyle/>
                    <a:p>
                      <a:pPr algn="ctr" fontAlgn="ctr"/>
                      <a:r>
                        <a:rPr lang="fr-FR" sz="1100" b="1" i="0" u="none" strike="noStrike">
                          <a:solidFill>
                            <a:srgbClr val="000000"/>
                          </a:solidFill>
                          <a:effectLst/>
                          <a:latin typeface="Aptos Narrow" panose="020B0004020202020204" pitchFamily="34" charset="0"/>
                        </a:rPr>
                        <a:t>Caractéristique</a:t>
                      </a:r>
                    </a:p>
                  </a:txBody>
                  <a:tcPr marL="9459" marR="9459" marT="9459" marB="0" anchor="ctr">
                    <a:lnL>
                      <a:noFill/>
                    </a:lnL>
                    <a:lnR>
                      <a:noFill/>
                    </a:lnR>
                    <a:lnT>
                      <a:noFill/>
                    </a:lnT>
                    <a:lnB>
                      <a:noFill/>
                    </a:lnB>
                    <a:noFill/>
                  </a:tcPr>
                </a:tc>
                <a:tc>
                  <a:txBody>
                    <a:bodyPr/>
                    <a:lstStyle/>
                    <a:p>
                      <a:pPr algn="ctr" fontAlgn="ctr"/>
                      <a:r>
                        <a:rPr lang="fr-FR" sz="1100" b="1" i="0" u="none" strike="noStrike">
                          <a:solidFill>
                            <a:srgbClr val="000000"/>
                          </a:solidFill>
                          <a:effectLst/>
                          <a:latin typeface="Aptos Narrow" panose="020B0004020202020204" pitchFamily="34" charset="0"/>
                        </a:rPr>
                        <a:t>Description</a:t>
                      </a:r>
                    </a:p>
                  </a:txBody>
                  <a:tcPr marL="9459" marR="9459" marT="9459" marB="0" anchor="ctr">
                    <a:lnL>
                      <a:noFill/>
                    </a:lnL>
                    <a:lnR>
                      <a:noFill/>
                    </a:lnR>
                    <a:lnT>
                      <a:noFill/>
                    </a:lnT>
                    <a:lnB>
                      <a:noFill/>
                    </a:lnB>
                    <a:noFill/>
                  </a:tcPr>
                </a:tc>
                <a:extLst>
                  <a:ext uri="{0D108BD9-81ED-4DB2-BD59-A6C34878D82A}">
                    <a16:rowId xmlns:a16="http://schemas.microsoft.com/office/drawing/2014/main" val="3325647121"/>
                  </a:ext>
                </a:extLst>
              </a:tr>
              <a:tr h="477906">
                <a:tc>
                  <a:txBody>
                    <a:bodyPr/>
                    <a:lstStyle/>
                    <a:p>
                      <a:pPr algn="l" fontAlgn="ctr"/>
                      <a:r>
                        <a:rPr lang="fr-FR" sz="1100" b="1" i="0" u="none" strike="noStrike">
                          <a:solidFill>
                            <a:srgbClr val="000000"/>
                          </a:solidFill>
                          <a:effectLst/>
                          <a:latin typeface="Aptos Narrow" panose="020B0004020202020204" pitchFamily="34" charset="0"/>
                        </a:rPr>
                        <a:t>Rôle</a:t>
                      </a:r>
                    </a:p>
                  </a:txBody>
                  <a:tcPr marL="9459" marR="9459" marT="9459" marB="0" anchor="ctr">
                    <a:lnL>
                      <a:noFill/>
                    </a:lnL>
                    <a:lnR>
                      <a:noFill/>
                    </a:lnR>
                    <a:lnT>
                      <a:noFill/>
                    </a:lnT>
                    <a:lnB>
                      <a:noFill/>
                    </a:lnB>
                    <a:noFill/>
                  </a:tcPr>
                </a:tc>
                <a:tc>
                  <a:txBody>
                    <a:bodyPr/>
                    <a:lstStyle/>
                    <a:p>
                      <a:pPr algn="l" fontAlgn="ctr"/>
                      <a:r>
                        <a:rPr lang="fr-FR" sz="1100" b="0" i="0" u="none" strike="noStrike">
                          <a:solidFill>
                            <a:srgbClr val="000000"/>
                          </a:solidFill>
                          <a:effectLst/>
                          <a:latin typeface="Aptos Narrow" panose="020B0004020202020204" pitchFamily="34" charset="0"/>
                        </a:rPr>
                        <a:t>Segmentation réseau, gestion des VLANs</a:t>
                      </a:r>
                    </a:p>
                  </a:txBody>
                  <a:tcPr marL="9459" marR="9459" marT="9459" marB="0" anchor="ctr">
                    <a:lnL>
                      <a:noFill/>
                    </a:lnL>
                    <a:lnR>
                      <a:noFill/>
                    </a:lnR>
                    <a:lnT>
                      <a:noFill/>
                    </a:lnT>
                    <a:lnB>
                      <a:noFill/>
                    </a:lnB>
                    <a:noFill/>
                  </a:tcPr>
                </a:tc>
                <a:extLst>
                  <a:ext uri="{0D108BD9-81ED-4DB2-BD59-A6C34878D82A}">
                    <a16:rowId xmlns:a16="http://schemas.microsoft.com/office/drawing/2014/main" val="3674734299"/>
                  </a:ext>
                </a:extLst>
              </a:tr>
              <a:tr h="597383">
                <a:tc>
                  <a:txBody>
                    <a:bodyPr/>
                    <a:lstStyle/>
                    <a:p>
                      <a:pPr algn="l" fontAlgn="ctr"/>
                      <a:r>
                        <a:rPr lang="fr-FR" sz="1100" b="1" i="0" u="none" strike="noStrike">
                          <a:solidFill>
                            <a:srgbClr val="000000"/>
                          </a:solidFill>
                          <a:effectLst/>
                          <a:latin typeface="Aptos Narrow" panose="020B0004020202020204" pitchFamily="34" charset="0"/>
                        </a:rPr>
                        <a:t>Avantages</a:t>
                      </a:r>
                    </a:p>
                  </a:txBody>
                  <a:tcPr marL="9459" marR="9459" marT="9459" marB="0" anchor="ctr">
                    <a:lnL>
                      <a:noFill/>
                    </a:lnL>
                    <a:lnR>
                      <a:noFill/>
                    </a:lnR>
                    <a:lnT>
                      <a:noFill/>
                    </a:lnT>
                    <a:lnB>
                      <a:noFill/>
                    </a:lnB>
                    <a:noFill/>
                  </a:tcPr>
                </a:tc>
                <a:tc>
                  <a:txBody>
                    <a:bodyPr/>
                    <a:lstStyle/>
                    <a:p>
                      <a:pPr algn="l" fontAlgn="ctr"/>
                      <a:r>
                        <a:rPr lang="fr-FR" sz="1100" b="0" i="0" u="none" strike="noStrike">
                          <a:solidFill>
                            <a:srgbClr val="000000"/>
                          </a:solidFill>
                          <a:effectLst/>
                          <a:latin typeface="Aptos Narrow" panose="020B0004020202020204" pitchFamily="34" charset="0"/>
                        </a:rPr>
                        <a:t>Flexibilité du réseau, haute performance</a:t>
                      </a:r>
                    </a:p>
                  </a:txBody>
                  <a:tcPr marL="9459" marR="9459" marT="9459" marB="0" anchor="ctr">
                    <a:lnL>
                      <a:noFill/>
                    </a:lnL>
                    <a:lnR>
                      <a:noFill/>
                    </a:lnR>
                    <a:lnT>
                      <a:noFill/>
                    </a:lnT>
                    <a:lnB>
                      <a:noFill/>
                    </a:lnB>
                    <a:noFill/>
                  </a:tcPr>
                </a:tc>
                <a:extLst>
                  <a:ext uri="{0D108BD9-81ED-4DB2-BD59-A6C34878D82A}">
                    <a16:rowId xmlns:a16="http://schemas.microsoft.com/office/drawing/2014/main" val="3412865110"/>
                  </a:ext>
                </a:extLst>
              </a:tr>
              <a:tr h="597383">
                <a:tc>
                  <a:txBody>
                    <a:bodyPr/>
                    <a:lstStyle/>
                    <a:p>
                      <a:pPr algn="l" fontAlgn="ctr"/>
                      <a:r>
                        <a:rPr lang="fr-FR" sz="1100" b="1" i="0" u="none" strike="noStrike">
                          <a:solidFill>
                            <a:srgbClr val="000000"/>
                          </a:solidFill>
                          <a:effectLst/>
                          <a:latin typeface="Aptos Narrow" panose="020B0004020202020204" pitchFamily="34" charset="0"/>
                        </a:rPr>
                        <a:t>Fonctionnalités</a:t>
                      </a:r>
                    </a:p>
                  </a:txBody>
                  <a:tcPr marL="9459" marR="9459" marT="9459" marB="0" anchor="ctr">
                    <a:lnL>
                      <a:noFill/>
                    </a:lnL>
                    <a:lnR>
                      <a:noFill/>
                    </a:lnR>
                    <a:lnT>
                      <a:noFill/>
                    </a:lnT>
                    <a:lnB>
                      <a:noFill/>
                    </a:lnB>
                    <a:noFill/>
                  </a:tcPr>
                </a:tc>
                <a:tc>
                  <a:txBody>
                    <a:bodyPr/>
                    <a:lstStyle/>
                    <a:p>
                      <a:pPr algn="l" fontAlgn="ctr"/>
                      <a:r>
                        <a:rPr lang="fr-FR" sz="1100" b="0" i="0" u="none" strike="noStrike">
                          <a:solidFill>
                            <a:srgbClr val="000000"/>
                          </a:solidFill>
                          <a:effectLst/>
                          <a:latin typeface="Aptos Narrow" panose="020B0004020202020204" pitchFamily="34" charset="0"/>
                        </a:rPr>
                        <a:t>PoE, gestion centralisée, sécurité réseau</a:t>
                      </a:r>
                    </a:p>
                  </a:txBody>
                  <a:tcPr marL="9459" marR="9459" marT="9459" marB="0" anchor="ctr">
                    <a:lnL>
                      <a:noFill/>
                    </a:lnL>
                    <a:lnR>
                      <a:noFill/>
                    </a:lnR>
                    <a:lnT>
                      <a:noFill/>
                    </a:lnT>
                    <a:lnB>
                      <a:noFill/>
                    </a:lnB>
                    <a:noFill/>
                  </a:tcPr>
                </a:tc>
                <a:extLst>
                  <a:ext uri="{0D108BD9-81ED-4DB2-BD59-A6C34878D82A}">
                    <a16:rowId xmlns:a16="http://schemas.microsoft.com/office/drawing/2014/main" val="1099779793"/>
                  </a:ext>
                </a:extLst>
              </a:tr>
              <a:tr h="836336">
                <a:tc>
                  <a:txBody>
                    <a:bodyPr/>
                    <a:lstStyle/>
                    <a:p>
                      <a:pPr algn="l" fontAlgn="ctr"/>
                      <a:r>
                        <a:rPr lang="fr-FR" sz="1100" b="1" i="0" u="none" strike="noStrike">
                          <a:solidFill>
                            <a:srgbClr val="000000"/>
                          </a:solidFill>
                          <a:effectLst/>
                          <a:latin typeface="Aptos Narrow" panose="020B0004020202020204" pitchFamily="34" charset="0"/>
                        </a:rPr>
                        <a:t>Pourquoi ce choix ?</a:t>
                      </a:r>
                    </a:p>
                  </a:txBody>
                  <a:tcPr marL="9459" marR="9459" marT="9459" marB="0" anchor="ctr">
                    <a:lnL>
                      <a:noFill/>
                    </a:lnL>
                    <a:lnR>
                      <a:noFill/>
                    </a:lnR>
                    <a:lnT>
                      <a:noFill/>
                    </a:lnT>
                    <a:lnB>
                      <a:noFill/>
                    </a:lnB>
                    <a:noFill/>
                  </a:tcPr>
                </a:tc>
                <a:tc>
                  <a:txBody>
                    <a:bodyPr/>
                    <a:lstStyle/>
                    <a:p>
                      <a:pPr algn="l" fontAlgn="ctr"/>
                      <a:r>
                        <a:rPr lang="fr-FR" sz="1100" b="0" i="0" u="none" strike="noStrike" dirty="0">
                          <a:solidFill>
                            <a:srgbClr val="000000"/>
                          </a:solidFill>
                          <a:effectLst/>
                          <a:latin typeface="Aptos Narrow" panose="020B0004020202020204" pitchFamily="34" charset="0"/>
                        </a:rPr>
                        <a:t>Compatible avec la solution SD-WAN pour une gestion simplifiée du LAN</a:t>
                      </a:r>
                    </a:p>
                  </a:txBody>
                  <a:tcPr marL="9459" marR="9459" marT="9459" marB="0" anchor="ctr">
                    <a:lnL>
                      <a:noFill/>
                    </a:lnL>
                    <a:lnR>
                      <a:noFill/>
                    </a:lnR>
                    <a:lnT>
                      <a:noFill/>
                    </a:lnT>
                    <a:lnB>
                      <a:noFill/>
                    </a:lnB>
                    <a:noFill/>
                  </a:tcPr>
                </a:tc>
                <a:extLst>
                  <a:ext uri="{0D108BD9-81ED-4DB2-BD59-A6C34878D82A}">
                    <a16:rowId xmlns:a16="http://schemas.microsoft.com/office/drawing/2014/main" val="1489702678"/>
                  </a:ext>
                </a:extLst>
              </a:tr>
            </a:tbl>
          </a:graphicData>
        </a:graphic>
      </p:graphicFrame>
      <p:sp>
        <p:nvSpPr>
          <p:cNvPr id="9" name="ZoneTexte 8">
            <a:extLst>
              <a:ext uri="{FF2B5EF4-FFF2-40B4-BE49-F238E27FC236}">
                <a16:creationId xmlns:a16="http://schemas.microsoft.com/office/drawing/2014/main" id="{303FE9DC-F022-5213-7DC4-A9992F9DAE4F}"/>
              </a:ext>
            </a:extLst>
          </p:cNvPr>
          <p:cNvSpPr txBox="1"/>
          <p:nvPr/>
        </p:nvSpPr>
        <p:spPr>
          <a:xfrm>
            <a:off x="4774440" y="94283"/>
            <a:ext cx="4744464" cy="338554"/>
          </a:xfrm>
          <a:prstGeom prst="rect">
            <a:avLst/>
          </a:prstGeom>
          <a:noFill/>
        </p:spPr>
        <p:txBody>
          <a:bodyPr wrap="square">
            <a:spAutoFit/>
          </a:bodyPr>
          <a:lstStyle/>
          <a:p>
            <a:pPr algn="ctr"/>
            <a:r>
              <a:rPr lang="fr-FR" sz="1600" b="1" dirty="0">
                <a:solidFill>
                  <a:schemeClr val="bg1"/>
                </a:solidFill>
                <a:latin typeface="Calibri" panose="020F0502020204030204" pitchFamily="34" charset="0"/>
                <a:ea typeface="Calibri" panose="020F0502020204030204" pitchFamily="34" charset="0"/>
                <a:cs typeface="Calibri" panose="020F0502020204030204" pitchFamily="34" charset="0"/>
              </a:rPr>
              <a:t>5. Nouveau SI</a:t>
            </a:r>
          </a:p>
        </p:txBody>
      </p:sp>
      <p:sp>
        <p:nvSpPr>
          <p:cNvPr id="30" name="ZoneTexte 29">
            <a:extLst>
              <a:ext uri="{FF2B5EF4-FFF2-40B4-BE49-F238E27FC236}">
                <a16:creationId xmlns:a16="http://schemas.microsoft.com/office/drawing/2014/main" id="{CECB160C-4479-7AE2-9E49-672DFA11BD8E}"/>
              </a:ext>
            </a:extLst>
          </p:cNvPr>
          <p:cNvSpPr txBox="1"/>
          <p:nvPr/>
        </p:nvSpPr>
        <p:spPr>
          <a:xfrm>
            <a:off x="-36845" y="2433036"/>
            <a:ext cx="189224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1. Introduction &amp; Contexte</a:t>
            </a:r>
          </a:p>
        </p:txBody>
      </p:sp>
      <p:sp>
        <p:nvSpPr>
          <p:cNvPr id="31" name="ZoneTexte 30">
            <a:extLst>
              <a:ext uri="{FF2B5EF4-FFF2-40B4-BE49-F238E27FC236}">
                <a16:creationId xmlns:a16="http://schemas.microsoft.com/office/drawing/2014/main" id="{C69A4F65-AC64-C701-A279-311044897DC7}"/>
              </a:ext>
            </a:extLst>
          </p:cNvPr>
          <p:cNvSpPr txBox="1"/>
          <p:nvPr/>
        </p:nvSpPr>
        <p:spPr>
          <a:xfrm>
            <a:off x="-32814" y="2711031"/>
            <a:ext cx="177119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2. L’existant &amp; Limitations</a:t>
            </a:r>
          </a:p>
        </p:txBody>
      </p:sp>
      <p:sp>
        <p:nvSpPr>
          <p:cNvPr id="32" name="ZoneTexte 31">
            <a:extLst>
              <a:ext uri="{FF2B5EF4-FFF2-40B4-BE49-F238E27FC236}">
                <a16:creationId xmlns:a16="http://schemas.microsoft.com/office/drawing/2014/main" id="{3B8B56A0-B160-F85F-8ADD-81FF8401C0A7}"/>
              </a:ext>
            </a:extLst>
          </p:cNvPr>
          <p:cNvSpPr txBox="1"/>
          <p:nvPr/>
        </p:nvSpPr>
        <p:spPr>
          <a:xfrm>
            <a:off x="-32817" y="2988030"/>
            <a:ext cx="136191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3. Note de cadrage</a:t>
            </a:r>
          </a:p>
        </p:txBody>
      </p:sp>
      <p:sp>
        <p:nvSpPr>
          <p:cNvPr id="33" name="ZoneTexte 32">
            <a:extLst>
              <a:ext uri="{FF2B5EF4-FFF2-40B4-BE49-F238E27FC236}">
                <a16:creationId xmlns:a16="http://schemas.microsoft.com/office/drawing/2014/main" id="{A2CF2F0A-22A2-3C30-B89F-EE969A9DF9CA}"/>
              </a:ext>
            </a:extLst>
          </p:cNvPr>
          <p:cNvSpPr txBox="1"/>
          <p:nvPr/>
        </p:nvSpPr>
        <p:spPr>
          <a:xfrm>
            <a:off x="-32816" y="3265029"/>
            <a:ext cx="155702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4. Analyse des risques</a:t>
            </a:r>
          </a:p>
        </p:txBody>
      </p:sp>
      <p:sp>
        <p:nvSpPr>
          <p:cNvPr id="34" name="ZoneTexte 33">
            <a:extLst>
              <a:ext uri="{FF2B5EF4-FFF2-40B4-BE49-F238E27FC236}">
                <a16:creationId xmlns:a16="http://schemas.microsoft.com/office/drawing/2014/main" id="{D6F6AF71-B278-1813-EF86-CC80676E056A}"/>
              </a:ext>
            </a:extLst>
          </p:cNvPr>
          <p:cNvSpPr txBox="1"/>
          <p:nvPr/>
        </p:nvSpPr>
        <p:spPr>
          <a:xfrm>
            <a:off x="1235277" y="3542028"/>
            <a:ext cx="1063304" cy="276999"/>
          </a:xfrm>
          <a:prstGeom prst="rect">
            <a:avLst/>
          </a:prstGeom>
          <a:noFill/>
        </p:spPr>
        <p:txBody>
          <a:bodyPr wrap="none" rtlCol="0">
            <a:spAutoFit/>
          </a:bodyPr>
          <a:lstStyle/>
          <a:p>
            <a:r>
              <a:rPr lang="fr-FR" sz="1200" b="1" dirty="0">
                <a:solidFill>
                  <a:srgbClr val="C00000"/>
                </a:solidFill>
                <a:latin typeface="Calibri" panose="020F0502020204030204" pitchFamily="34" charset="0"/>
                <a:ea typeface="Calibri" panose="020F0502020204030204" pitchFamily="34" charset="0"/>
                <a:cs typeface="Calibri" panose="020F0502020204030204" pitchFamily="34" charset="0"/>
              </a:rPr>
              <a:t>5. Nouveau SI</a:t>
            </a:r>
          </a:p>
        </p:txBody>
      </p:sp>
      <p:sp>
        <p:nvSpPr>
          <p:cNvPr id="35" name="ZoneTexte 34">
            <a:extLst>
              <a:ext uri="{FF2B5EF4-FFF2-40B4-BE49-F238E27FC236}">
                <a16:creationId xmlns:a16="http://schemas.microsoft.com/office/drawing/2014/main" id="{FB24DEB8-26E5-1CA2-BBA8-E3907EFE0E04}"/>
              </a:ext>
            </a:extLst>
          </p:cNvPr>
          <p:cNvSpPr txBox="1"/>
          <p:nvPr/>
        </p:nvSpPr>
        <p:spPr>
          <a:xfrm>
            <a:off x="-13697" y="3821018"/>
            <a:ext cx="196835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6. Déploiement et formation</a:t>
            </a:r>
          </a:p>
        </p:txBody>
      </p:sp>
      <p:sp>
        <p:nvSpPr>
          <p:cNvPr id="36" name="ZoneTexte 35">
            <a:extLst>
              <a:ext uri="{FF2B5EF4-FFF2-40B4-BE49-F238E27FC236}">
                <a16:creationId xmlns:a16="http://schemas.microsoft.com/office/drawing/2014/main" id="{517A4704-7675-0D28-CF10-BE9DD6606D65}"/>
              </a:ext>
            </a:extLst>
          </p:cNvPr>
          <p:cNvSpPr txBox="1"/>
          <p:nvPr/>
        </p:nvSpPr>
        <p:spPr>
          <a:xfrm>
            <a:off x="-13697" y="4098017"/>
            <a:ext cx="1845955"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7. Contrat de maintenance</a:t>
            </a:r>
          </a:p>
        </p:txBody>
      </p:sp>
    </p:spTree>
    <p:extLst>
      <p:ext uri="{BB962C8B-B14F-4D97-AF65-F5344CB8AC3E}">
        <p14:creationId xmlns:p14="http://schemas.microsoft.com/office/powerpoint/2010/main" val="17928344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2D710-BA9A-630D-0A79-4122C4B40990}"/>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C7ECCD48-103F-8461-7F0E-F97BEE64B74C}"/>
              </a:ext>
            </a:extLst>
          </p:cNvPr>
          <p:cNvSpPr>
            <a:spLocks noGrp="1"/>
          </p:cNvSpPr>
          <p:nvPr>
            <p:ph type="dt" sz="half" idx="10"/>
          </p:nvPr>
        </p:nvSpPr>
        <p:spPr/>
        <p:txBody>
          <a:bodyPr/>
          <a:lstStyle/>
          <a:p>
            <a:fld id="{71A39EF6-AF95-4ACF-B35E-ACB6264B09CC}" type="datetime1">
              <a:rPr lang="fr-FR" smtClean="0"/>
              <a:t>04/03/2025</a:t>
            </a:fld>
            <a:endParaRPr lang="fr-FR"/>
          </a:p>
        </p:txBody>
      </p:sp>
      <p:sp>
        <p:nvSpPr>
          <p:cNvPr id="5" name="Espace réservé du numéro de diapositive 4">
            <a:extLst>
              <a:ext uri="{FF2B5EF4-FFF2-40B4-BE49-F238E27FC236}">
                <a16:creationId xmlns:a16="http://schemas.microsoft.com/office/drawing/2014/main" id="{51F14B01-0588-52EC-273E-A55C97C6466B}"/>
              </a:ext>
            </a:extLst>
          </p:cNvPr>
          <p:cNvSpPr>
            <a:spLocks noGrp="1"/>
          </p:cNvSpPr>
          <p:nvPr>
            <p:ph type="sldNum" sz="quarter" idx="12"/>
          </p:nvPr>
        </p:nvSpPr>
        <p:spPr/>
        <p:txBody>
          <a:bodyPr/>
          <a:lstStyle/>
          <a:p>
            <a:fld id="{C4B8AC06-870A-4C43-8EB6-F7945B1E9F37}" type="slidenum">
              <a:rPr lang="fr-FR" smtClean="0"/>
              <a:t>21</a:t>
            </a:fld>
            <a:endParaRPr lang="fr-FR"/>
          </a:p>
        </p:txBody>
      </p:sp>
      <p:sp>
        <p:nvSpPr>
          <p:cNvPr id="2" name="ZoneTexte 1">
            <a:extLst>
              <a:ext uri="{FF2B5EF4-FFF2-40B4-BE49-F238E27FC236}">
                <a16:creationId xmlns:a16="http://schemas.microsoft.com/office/drawing/2014/main" id="{BA3AB695-C0DD-D4CA-BC50-1EFD6867371E}"/>
              </a:ext>
            </a:extLst>
          </p:cNvPr>
          <p:cNvSpPr txBox="1"/>
          <p:nvPr/>
        </p:nvSpPr>
        <p:spPr>
          <a:xfrm>
            <a:off x="2280402" y="1268286"/>
            <a:ext cx="2785374" cy="307777"/>
          </a:xfrm>
          <a:prstGeom prst="rect">
            <a:avLst/>
          </a:prstGeom>
          <a:noFill/>
        </p:spPr>
        <p:txBody>
          <a:bodyPr wrap="square">
            <a:spAutoFit/>
          </a:bodyPr>
          <a:lstStyle/>
          <a:p>
            <a:r>
              <a:rPr lang="fr-FR" sz="1400" b="1" dirty="0">
                <a:latin typeface="Calibri" panose="020F0502020204030204" pitchFamily="34" charset="0"/>
                <a:ea typeface="Calibri" panose="020F0502020204030204" pitchFamily="34" charset="0"/>
                <a:cs typeface="Calibri" panose="020F0502020204030204" pitchFamily="34" charset="0"/>
              </a:rPr>
              <a:t>Informatique réseau</a:t>
            </a:r>
          </a:p>
        </p:txBody>
      </p:sp>
      <p:sp>
        <p:nvSpPr>
          <p:cNvPr id="10" name="ZoneTexte 9">
            <a:extLst>
              <a:ext uri="{FF2B5EF4-FFF2-40B4-BE49-F238E27FC236}">
                <a16:creationId xmlns:a16="http://schemas.microsoft.com/office/drawing/2014/main" id="{45AF0BE4-4A5D-D7D4-2798-175A658E37DA}"/>
              </a:ext>
            </a:extLst>
          </p:cNvPr>
          <p:cNvSpPr txBox="1"/>
          <p:nvPr/>
        </p:nvSpPr>
        <p:spPr>
          <a:xfrm>
            <a:off x="4099434" y="1576063"/>
            <a:ext cx="6094476" cy="307777"/>
          </a:xfrm>
          <a:prstGeom prst="rect">
            <a:avLst/>
          </a:prstGeom>
          <a:noFill/>
        </p:spPr>
        <p:txBody>
          <a:bodyPr wrap="square">
            <a:spAutoFit/>
          </a:bodyPr>
          <a:lstStyle/>
          <a:p>
            <a:pPr algn="ctr"/>
            <a:r>
              <a:rPr lang="en-US" sz="1400" dirty="0">
                <a:latin typeface="Calibri" panose="020F0502020204030204" pitchFamily="34" charset="0"/>
                <a:ea typeface="Calibri" panose="020F0502020204030204" pitchFamily="34" charset="0"/>
                <a:cs typeface="Calibri" panose="020F0502020204030204" pitchFamily="34" charset="0"/>
              </a:rPr>
              <a:t>Switch fibre 9500</a:t>
            </a:r>
            <a:endParaRPr lang="fr-FR" sz="1400"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8" name="Tableau 7">
            <a:extLst>
              <a:ext uri="{FF2B5EF4-FFF2-40B4-BE49-F238E27FC236}">
                <a16:creationId xmlns:a16="http://schemas.microsoft.com/office/drawing/2014/main" id="{BA5D8D6C-477F-3BB9-BBBD-12DF78338CE2}"/>
              </a:ext>
            </a:extLst>
          </p:cNvPr>
          <p:cNvGraphicFramePr>
            <a:graphicFrameLocks noGrp="1"/>
          </p:cNvGraphicFramePr>
          <p:nvPr>
            <p:extLst>
              <p:ext uri="{D42A27DB-BD31-4B8C-83A1-F6EECF244321}">
                <p14:modId xmlns:p14="http://schemas.microsoft.com/office/powerpoint/2010/main" val="1508335040"/>
              </p:ext>
            </p:extLst>
          </p:nvPr>
        </p:nvGraphicFramePr>
        <p:xfrm>
          <a:off x="4526490" y="3258622"/>
          <a:ext cx="5240362" cy="2747961"/>
        </p:xfrm>
        <a:graphic>
          <a:graphicData uri="http://schemas.openxmlformats.org/drawingml/2006/table">
            <a:tbl>
              <a:tblPr/>
              <a:tblGrid>
                <a:gridCol w="2620181">
                  <a:extLst>
                    <a:ext uri="{9D8B030D-6E8A-4147-A177-3AD203B41FA5}">
                      <a16:colId xmlns:a16="http://schemas.microsoft.com/office/drawing/2014/main" val="2222753239"/>
                    </a:ext>
                  </a:extLst>
                </a:gridCol>
                <a:gridCol w="2620181">
                  <a:extLst>
                    <a:ext uri="{9D8B030D-6E8A-4147-A177-3AD203B41FA5}">
                      <a16:colId xmlns:a16="http://schemas.microsoft.com/office/drawing/2014/main" val="1460339518"/>
                    </a:ext>
                  </a:extLst>
                </a:gridCol>
              </a:tblGrid>
              <a:tr h="238953">
                <a:tc>
                  <a:txBody>
                    <a:bodyPr/>
                    <a:lstStyle/>
                    <a:p>
                      <a:pPr algn="ctr" fontAlgn="ctr"/>
                      <a:r>
                        <a:rPr lang="fr-FR" sz="1100" b="1" i="0" u="none" strike="noStrike">
                          <a:solidFill>
                            <a:srgbClr val="000000"/>
                          </a:solidFill>
                          <a:effectLst/>
                          <a:latin typeface="Aptos Narrow" panose="020B0004020202020204" pitchFamily="34" charset="0"/>
                        </a:rPr>
                        <a:t>Caractéristique</a:t>
                      </a:r>
                    </a:p>
                  </a:txBody>
                  <a:tcPr marL="9459" marR="9459" marT="9459" marB="0" anchor="ctr">
                    <a:lnL>
                      <a:noFill/>
                    </a:lnL>
                    <a:lnR>
                      <a:noFill/>
                    </a:lnR>
                    <a:lnT>
                      <a:noFill/>
                    </a:lnT>
                    <a:lnB>
                      <a:noFill/>
                    </a:lnB>
                    <a:noFill/>
                  </a:tcPr>
                </a:tc>
                <a:tc>
                  <a:txBody>
                    <a:bodyPr/>
                    <a:lstStyle/>
                    <a:p>
                      <a:pPr algn="ctr" fontAlgn="ctr"/>
                      <a:r>
                        <a:rPr lang="fr-FR" sz="1100" b="1" i="0" u="none" strike="noStrike">
                          <a:solidFill>
                            <a:srgbClr val="000000"/>
                          </a:solidFill>
                          <a:effectLst/>
                          <a:latin typeface="Aptos Narrow" panose="020B0004020202020204" pitchFamily="34" charset="0"/>
                        </a:rPr>
                        <a:t>Description</a:t>
                      </a:r>
                    </a:p>
                  </a:txBody>
                  <a:tcPr marL="9459" marR="9459" marT="9459" marB="0" anchor="ctr">
                    <a:lnL>
                      <a:noFill/>
                    </a:lnL>
                    <a:lnR>
                      <a:noFill/>
                    </a:lnR>
                    <a:lnT>
                      <a:noFill/>
                    </a:lnT>
                    <a:lnB>
                      <a:noFill/>
                    </a:lnB>
                    <a:noFill/>
                  </a:tcPr>
                </a:tc>
                <a:extLst>
                  <a:ext uri="{0D108BD9-81ED-4DB2-BD59-A6C34878D82A}">
                    <a16:rowId xmlns:a16="http://schemas.microsoft.com/office/drawing/2014/main" val="3325647121"/>
                  </a:ext>
                </a:extLst>
              </a:tr>
              <a:tr h="477906">
                <a:tc>
                  <a:txBody>
                    <a:bodyPr/>
                    <a:lstStyle/>
                    <a:p>
                      <a:pPr algn="l" fontAlgn="ctr"/>
                      <a:r>
                        <a:rPr lang="fr-FR" sz="1100" b="1" i="0" u="none" strike="noStrike" dirty="0">
                          <a:solidFill>
                            <a:srgbClr val="000000"/>
                          </a:solidFill>
                          <a:effectLst/>
                          <a:latin typeface="Aptos Narrow" panose="020B0004020202020204" pitchFamily="34" charset="0"/>
                        </a:rPr>
                        <a:t>Rôle</a:t>
                      </a:r>
                    </a:p>
                  </a:txBody>
                  <a:tcPr marL="9459" marR="9459" marT="9459" marB="0" anchor="ctr">
                    <a:lnL>
                      <a:noFill/>
                    </a:lnL>
                    <a:lnR>
                      <a:noFill/>
                    </a:lnR>
                    <a:lnT>
                      <a:noFill/>
                    </a:lnT>
                    <a:lnB>
                      <a:noFill/>
                    </a:lnB>
                    <a:noFill/>
                  </a:tcPr>
                </a:tc>
                <a:tc>
                  <a:txBody>
                    <a:bodyPr/>
                    <a:lstStyle/>
                    <a:p>
                      <a:pPr algn="l" fontAlgn="ctr"/>
                      <a:r>
                        <a:rPr lang="fr-FR" sz="1100" b="0" i="0" u="none" strike="noStrike" dirty="0">
                          <a:solidFill>
                            <a:srgbClr val="000000"/>
                          </a:solidFill>
                          <a:effectLst/>
                          <a:latin typeface="Aptos Narrow" panose="020B0004020202020204" pitchFamily="34" charset="0"/>
                        </a:rPr>
                        <a:t>Interconnexion</a:t>
                      </a:r>
                    </a:p>
                  </a:txBody>
                  <a:tcPr marL="9459" marR="9459" marT="9459" marB="0" anchor="ctr">
                    <a:lnL>
                      <a:noFill/>
                    </a:lnL>
                    <a:lnR>
                      <a:noFill/>
                    </a:lnR>
                    <a:lnT>
                      <a:noFill/>
                    </a:lnT>
                    <a:lnB>
                      <a:noFill/>
                    </a:lnB>
                    <a:noFill/>
                  </a:tcPr>
                </a:tc>
                <a:extLst>
                  <a:ext uri="{0D108BD9-81ED-4DB2-BD59-A6C34878D82A}">
                    <a16:rowId xmlns:a16="http://schemas.microsoft.com/office/drawing/2014/main" val="3674734299"/>
                  </a:ext>
                </a:extLst>
              </a:tr>
              <a:tr h="597383">
                <a:tc>
                  <a:txBody>
                    <a:bodyPr/>
                    <a:lstStyle/>
                    <a:p>
                      <a:pPr algn="l" fontAlgn="ctr"/>
                      <a:r>
                        <a:rPr lang="fr-FR" sz="1100" b="1" i="0" u="none" strike="noStrike">
                          <a:solidFill>
                            <a:srgbClr val="000000"/>
                          </a:solidFill>
                          <a:effectLst/>
                          <a:latin typeface="Aptos Narrow" panose="020B0004020202020204" pitchFamily="34" charset="0"/>
                        </a:rPr>
                        <a:t>Avantages</a:t>
                      </a:r>
                    </a:p>
                  </a:txBody>
                  <a:tcPr marL="9459" marR="9459" marT="9459" marB="0" anchor="ctr">
                    <a:lnL>
                      <a:noFill/>
                    </a:lnL>
                    <a:lnR>
                      <a:noFill/>
                    </a:lnR>
                    <a:lnT>
                      <a:noFill/>
                    </a:lnT>
                    <a:lnB>
                      <a:noFill/>
                    </a:lnB>
                    <a:noFill/>
                  </a:tcPr>
                </a:tc>
                <a:tc>
                  <a:txBody>
                    <a:bodyPr/>
                    <a:lstStyle/>
                    <a:p>
                      <a:pPr algn="l" fontAlgn="ctr"/>
                      <a:r>
                        <a:rPr lang="fr-FR" sz="1100" b="0" i="0" u="none" strike="noStrike" dirty="0">
                          <a:solidFill>
                            <a:srgbClr val="000000"/>
                          </a:solidFill>
                          <a:effectLst/>
                          <a:latin typeface="Aptos Narrow" panose="020B0004020202020204" pitchFamily="34" charset="0"/>
                        </a:rPr>
                        <a:t>Flexibilité du réseau, haute performance</a:t>
                      </a:r>
                    </a:p>
                  </a:txBody>
                  <a:tcPr marL="9459" marR="9459" marT="9459" marB="0" anchor="ctr">
                    <a:lnL>
                      <a:noFill/>
                    </a:lnL>
                    <a:lnR>
                      <a:noFill/>
                    </a:lnR>
                    <a:lnT>
                      <a:noFill/>
                    </a:lnT>
                    <a:lnB>
                      <a:noFill/>
                    </a:lnB>
                    <a:noFill/>
                  </a:tcPr>
                </a:tc>
                <a:extLst>
                  <a:ext uri="{0D108BD9-81ED-4DB2-BD59-A6C34878D82A}">
                    <a16:rowId xmlns:a16="http://schemas.microsoft.com/office/drawing/2014/main" val="3412865110"/>
                  </a:ext>
                </a:extLst>
              </a:tr>
              <a:tr h="597383">
                <a:tc>
                  <a:txBody>
                    <a:bodyPr/>
                    <a:lstStyle/>
                    <a:p>
                      <a:pPr algn="l" fontAlgn="ctr"/>
                      <a:r>
                        <a:rPr lang="fr-FR" sz="1100" b="1" i="0" u="none" strike="noStrike">
                          <a:solidFill>
                            <a:srgbClr val="000000"/>
                          </a:solidFill>
                          <a:effectLst/>
                          <a:latin typeface="Aptos Narrow" panose="020B0004020202020204" pitchFamily="34" charset="0"/>
                        </a:rPr>
                        <a:t>Fonctionnalités</a:t>
                      </a:r>
                    </a:p>
                  </a:txBody>
                  <a:tcPr marL="9459" marR="9459" marT="9459" marB="0" anchor="ctr">
                    <a:lnL>
                      <a:noFill/>
                    </a:lnL>
                    <a:lnR>
                      <a:noFill/>
                    </a:lnR>
                    <a:lnT>
                      <a:noFill/>
                    </a:lnT>
                    <a:lnB>
                      <a:noFill/>
                    </a:lnB>
                    <a:noFill/>
                  </a:tcPr>
                </a:tc>
                <a:tc>
                  <a:txBody>
                    <a:bodyPr/>
                    <a:lstStyle/>
                    <a:p>
                      <a:pPr algn="l" fontAlgn="ctr"/>
                      <a:r>
                        <a:rPr lang="fr-FR" sz="1100" b="0" i="0" u="none" strike="noStrike" dirty="0">
                          <a:solidFill>
                            <a:srgbClr val="000000"/>
                          </a:solidFill>
                          <a:effectLst/>
                          <a:latin typeface="Aptos Narrow" panose="020B0004020202020204" pitchFamily="34" charset="0"/>
                        </a:rPr>
                        <a:t>Gestion centralisée, sécurité réseau</a:t>
                      </a:r>
                    </a:p>
                  </a:txBody>
                  <a:tcPr marL="9459" marR="9459" marT="9459" marB="0" anchor="ctr">
                    <a:lnL>
                      <a:noFill/>
                    </a:lnL>
                    <a:lnR>
                      <a:noFill/>
                    </a:lnR>
                    <a:lnT>
                      <a:noFill/>
                    </a:lnT>
                    <a:lnB>
                      <a:noFill/>
                    </a:lnB>
                    <a:noFill/>
                  </a:tcPr>
                </a:tc>
                <a:extLst>
                  <a:ext uri="{0D108BD9-81ED-4DB2-BD59-A6C34878D82A}">
                    <a16:rowId xmlns:a16="http://schemas.microsoft.com/office/drawing/2014/main" val="1099779793"/>
                  </a:ext>
                </a:extLst>
              </a:tr>
              <a:tr h="836336">
                <a:tc>
                  <a:txBody>
                    <a:bodyPr/>
                    <a:lstStyle/>
                    <a:p>
                      <a:pPr algn="l" fontAlgn="ctr"/>
                      <a:r>
                        <a:rPr lang="fr-FR" sz="1100" b="1" i="0" u="none" strike="noStrike">
                          <a:solidFill>
                            <a:srgbClr val="000000"/>
                          </a:solidFill>
                          <a:effectLst/>
                          <a:latin typeface="Aptos Narrow" panose="020B0004020202020204" pitchFamily="34" charset="0"/>
                        </a:rPr>
                        <a:t>Pourquoi ce choix ?</a:t>
                      </a:r>
                    </a:p>
                  </a:txBody>
                  <a:tcPr marL="9459" marR="9459" marT="9459" marB="0" anchor="ctr">
                    <a:lnL>
                      <a:noFill/>
                    </a:lnL>
                    <a:lnR>
                      <a:noFill/>
                    </a:lnR>
                    <a:lnT>
                      <a:noFill/>
                    </a:lnT>
                    <a:lnB>
                      <a:noFill/>
                    </a:lnB>
                    <a:noFill/>
                  </a:tcPr>
                </a:tc>
                <a:tc>
                  <a:txBody>
                    <a:bodyPr/>
                    <a:lstStyle/>
                    <a:p>
                      <a:pPr algn="l" fontAlgn="ctr"/>
                      <a:r>
                        <a:rPr lang="fr-FR" sz="1100" b="0" i="0" u="none" strike="noStrike" dirty="0">
                          <a:solidFill>
                            <a:srgbClr val="000000"/>
                          </a:solidFill>
                          <a:effectLst/>
                          <a:latin typeface="Aptos Narrow" panose="020B0004020202020204" pitchFamily="34" charset="0"/>
                        </a:rPr>
                        <a:t>Compatible avec la solution SD-WAN pour une gestion simplifiée du LAN</a:t>
                      </a:r>
                    </a:p>
                  </a:txBody>
                  <a:tcPr marL="9459" marR="9459" marT="9459" marB="0" anchor="ctr">
                    <a:lnL>
                      <a:noFill/>
                    </a:lnL>
                    <a:lnR>
                      <a:noFill/>
                    </a:lnR>
                    <a:lnT>
                      <a:noFill/>
                    </a:lnT>
                    <a:lnB>
                      <a:noFill/>
                    </a:lnB>
                    <a:noFill/>
                  </a:tcPr>
                </a:tc>
                <a:extLst>
                  <a:ext uri="{0D108BD9-81ED-4DB2-BD59-A6C34878D82A}">
                    <a16:rowId xmlns:a16="http://schemas.microsoft.com/office/drawing/2014/main" val="1489702678"/>
                  </a:ext>
                </a:extLst>
              </a:tr>
            </a:tbl>
          </a:graphicData>
        </a:graphic>
      </p:graphicFrame>
      <p:pic>
        <p:nvPicPr>
          <p:cNvPr id="23554" name="Picture 2" descr="Cisco Catalyst 9500 - Network Advantage - commutateur - 24 ports - Géré - Montable sur rack">
            <a:extLst>
              <a:ext uri="{FF2B5EF4-FFF2-40B4-BE49-F238E27FC236}">
                <a16:creationId xmlns:a16="http://schemas.microsoft.com/office/drawing/2014/main" id="{E995C41B-B023-E8D6-8929-8053E944EEE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4038" b="41680"/>
          <a:stretch/>
        </p:blipFill>
        <p:spPr bwMode="auto">
          <a:xfrm>
            <a:off x="5241671" y="1949904"/>
            <a:ext cx="3810000" cy="408122"/>
          </a:xfrm>
          <a:prstGeom prst="rect">
            <a:avLst/>
          </a:prstGeom>
          <a:noFill/>
          <a:extLst>
            <a:ext uri="{909E8E84-426E-40DD-AFC4-6F175D3DCCD1}">
              <a14:hiddenFill xmlns:a14="http://schemas.microsoft.com/office/drawing/2010/main">
                <a:solidFill>
                  <a:srgbClr val="FFFFFF"/>
                </a:solidFill>
              </a14:hiddenFill>
            </a:ext>
          </a:extLst>
        </p:spPr>
      </p:pic>
      <p:sp>
        <p:nvSpPr>
          <p:cNvPr id="3" name="ZoneTexte 2">
            <a:extLst>
              <a:ext uri="{FF2B5EF4-FFF2-40B4-BE49-F238E27FC236}">
                <a16:creationId xmlns:a16="http://schemas.microsoft.com/office/drawing/2014/main" id="{AB48B5FD-67D1-ABCF-27ED-F3BF00E9C6ED}"/>
              </a:ext>
            </a:extLst>
          </p:cNvPr>
          <p:cNvSpPr txBox="1"/>
          <p:nvPr/>
        </p:nvSpPr>
        <p:spPr>
          <a:xfrm>
            <a:off x="4774440" y="94283"/>
            <a:ext cx="4744464" cy="338554"/>
          </a:xfrm>
          <a:prstGeom prst="rect">
            <a:avLst/>
          </a:prstGeom>
          <a:noFill/>
        </p:spPr>
        <p:txBody>
          <a:bodyPr wrap="square">
            <a:spAutoFit/>
          </a:bodyPr>
          <a:lstStyle/>
          <a:p>
            <a:pPr algn="ctr"/>
            <a:r>
              <a:rPr lang="fr-FR" sz="1600" b="1" dirty="0">
                <a:solidFill>
                  <a:schemeClr val="bg1"/>
                </a:solidFill>
                <a:latin typeface="Calibri" panose="020F0502020204030204" pitchFamily="34" charset="0"/>
                <a:ea typeface="Calibri" panose="020F0502020204030204" pitchFamily="34" charset="0"/>
                <a:cs typeface="Calibri" panose="020F0502020204030204" pitchFamily="34" charset="0"/>
              </a:rPr>
              <a:t>5. Nouveau SI</a:t>
            </a:r>
          </a:p>
        </p:txBody>
      </p:sp>
      <p:sp>
        <p:nvSpPr>
          <p:cNvPr id="30" name="ZoneTexte 29">
            <a:extLst>
              <a:ext uri="{FF2B5EF4-FFF2-40B4-BE49-F238E27FC236}">
                <a16:creationId xmlns:a16="http://schemas.microsoft.com/office/drawing/2014/main" id="{3AAD3316-CE4D-FF1F-F282-67B16D1A6CE0}"/>
              </a:ext>
            </a:extLst>
          </p:cNvPr>
          <p:cNvSpPr txBox="1"/>
          <p:nvPr/>
        </p:nvSpPr>
        <p:spPr>
          <a:xfrm>
            <a:off x="-36845" y="2433036"/>
            <a:ext cx="189224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1. Introduction &amp; Contexte</a:t>
            </a:r>
          </a:p>
        </p:txBody>
      </p:sp>
      <p:sp>
        <p:nvSpPr>
          <p:cNvPr id="31" name="ZoneTexte 30">
            <a:extLst>
              <a:ext uri="{FF2B5EF4-FFF2-40B4-BE49-F238E27FC236}">
                <a16:creationId xmlns:a16="http://schemas.microsoft.com/office/drawing/2014/main" id="{D8A71B58-0711-2188-8AE9-331F6A502453}"/>
              </a:ext>
            </a:extLst>
          </p:cNvPr>
          <p:cNvSpPr txBox="1"/>
          <p:nvPr/>
        </p:nvSpPr>
        <p:spPr>
          <a:xfrm>
            <a:off x="-32814" y="2711031"/>
            <a:ext cx="177119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2. L’existant &amp; Limitations</a:t>
            </a:r>
          </a:p>
        </p:txBody>
      </p:sp>
      <p:sp>
        <p:nvSpPr>
          <p:cNvPr id="32" name="ZoneTexte 31">
            <a:extLst>
              <a:ext uri="{FF2B5EF4-FFF2-40B4-BE49-F238E27FC236}">
                <a16:creationId xmlns:a16="http://schemas.microsoft.com/office/drawing/2014/main" id="{1334D2E6-EC99-9A6B-6A65-9951B2F4BB5C}"/>
              </a:ext>
            </a:extLst>
          </p:cNvPr>
          <p:cNvSpPr txBox="1"/>
          <p:nvPr/>
        </p:nvSpPr>
        <p:spPr>
          <a:xfrm>
            <a:off x="-32817" y="2988030"/>
            <a:ext cx="136191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3. Note de cadrage</a:t>
            </a:r>
          </a:p>
        </p:txBody>
      </p:sp>
      <p:sp>
        <p:nvSpPr>
          <p:cNvPr id="33" name="ZoneTexte 32">
            <a:extLst>
              <a:ext uri="{FF2B5EF4-FFF2-40B4-BE49-F238E27FC236}">
                <a16:creationId xmlns:a16="http://schemas.microsoft.com/office/drawing/2014/main" id="{4192CFDF-02F7-A3E5-931F-4FFEBAA4CA31}"/>
              </a:ext>
            </a:extLst>
          </p:cNvPr>
          <p:cNvSpPr txBox="1"/>
          <p:nvPr/>
        </p:nvSpPr>
        <p:spPr>
          <a:xfrm>
            <a:off x="-32816" y="3265029"/>
            <a:ext cx="155702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4. Analyse des risques</a:t>
            </a:r>
          </a:p>
        </p:txBody>
      </p:sp>
      <p:sp>
        <p:nvSpPr>
          <p:cNvPr id="34" name="ZoneTexte 33">
            <a:extLst>
              <a:ext uri="{FF2B5EF4-FFF2-40B4-BE49-F238E27FC236}">
                <a16:creationId xmlns:a16="http://schemas.microsoft.com/office/drawing/2014/main" id="{B474E2C4-E3A3-F6E1-687F-0462BF3560F1}"/>
              </a:ext>
            </a:extLst>
          </p:cNvPr>
          <p:cNvSpPr txBox="1"/>
          <p:nvPr/>
        </p:nvSpPr>
        <p:spPr>
          <a:xfrm>
            <a:off x="1235277" y="3542028"/>
            <a:ext cx="1063304" cy="276999"/>
          </a:xfrm>
          <a:prstGeom prst="rect">
            <a:avLst/>
          </a:prstGeom>
          <a:noFill/>
        </p:spPr>
        <p:txBody>
          <a:bodyPr wrap="none" rtlCol="0">
            <a:spAutoFit/>
          </a:bodyPr>
          <a:lstStyle/>
          <a:p>
            <a:r>
              <a:rPr lang="fr-FR" sz="1200" b="1" dirty="0">
                <a:solidFill>
                  <a:srgbClr val="C00000"/>
                </a:solidFill>
                <a:latin typeface="Calibri" panose="020F0502020204030204" pitchFamily="34" charset="0"/>
                <a:ea typeface="Calibri" panose="020F0502020204030204" pitchFamily="34" charset="0"/>
                <a:cs typeface="Calibri" panose="020F0502020204030204" pitchFamily="34" charset="0"/>
              </a:rPr>
              <a:t>5. Nouveau SI</a:t>
            </a:r>
          </a:p>
        </p:txBody>
      </p:sp>
      <p:sp>
        <p:nvSpPr>
          <p:cNvPr id="35" name="ZoneTexte 34">
            <a:extLst>
              <a:ext uri="{FF2B5EF4-FFF2-40B4-BE49-F238E27FC236}">
                <a16:creationId xmlns:a16="http://schemas.microsoft.com/office/drawing/2014/main" id="{3F51D2AD-A184-00B1-6A77-BC6C7DE65A17}"/>
              </a:ext>
            </a:extLst>
          </p:cNvPr>
          <p:cNvSpPr txBox="1"/>
          <p:nvPr/>
        </p:nvSpPr>
        <p:spPr>
          <a:xfrm>
            <a:off x="-13697" y="3821018"/>
            <a:ext cx="196835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6. Déploiement et formation</a:t>
            </a:r>
          </a:p>
        </p:txBody>
      </p:sp>
      <p:sp>
        <p:nvSpPr>
          <p:cNvPr id="36" name="ZoneTexte 35">
            <a:extLst>
              <a:ext uri="{FF2B5EF4-FFF2-40B4-BE49-F238E27FC236}">
                <a16:creationId xmlns:a16="http://schemas.microsoft.com/office/drawing/2014/main" id="{16746BDC-F371-38DF-A167-BCB5838C9040}"/>
              </a:ext>
            </a:extLst>
          </p:cNvPr>
          <p:cNvSpPr txBox="1"/>
          <p:nvPr/>
        </p:nvSpPr>
        <p:spPr>
          <a:xfrm>
            <a:off x="-13697" y="4098017"/>
            <a:ext cx="1845955"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7. Contrat de maintenance</a:t>
            </a:r>
          </a:p>
        </p:txBody>
      </p:sp>
    </p:spTree>
    <p:extLst>
      <p:ext uri="{BB962C8B-B14F-4D97-AF65-F5344CB8AC3E}">
        <p14:creationId xmlns:p14="http://schemas.microsoft.com/office/powerpoint/2010/main" val="36568068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4C366-7A3A-D259-B760-7F9C074E34B1}"/>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133DA3D7-B36F-F356-3D81-C772756C9F83}"/>
              </a:ext>
            </a:extLst>
          </p:cNvPr>
          <p:cNvSpPr>
            <a:spLocks noGrp="1"/>
          </p:cNvSpPr>
          <p:nvPr>
            <p:ph type="dt" sz="half" idx="10"/>
          </p:nvPr>
        </p:nvSpPr>
        <p:spPr/>
        <p:txBody>
          <a:bodyPr/>
          <a:lstStyle/>
          <a:p>
            <a:fld id="{71A39EF6-AF95-4ACF-B35E-ACB6264B09CC}" type="datetime1">
              <a:rPr lang="fr-FR" smtClean="0"/>
              <a:t>04/03/2025</a:t>
            </a:fld>
            <a:endParaRPr lang="fr-FR"/>
          </a:p>
        </p:txBody>
      </p:sp>
      <p:sp>
        <p:nvSpPr>
          <p:cNvPr id="5" name="Espace réservé du numéro de diapositive 4">
            <a:extLst>
              <a:ext uri="{FF2B5EF4-FFF2-40B4-BE49-F238E27FC236}">
                <a16:creationId xmlns:a16="http://schemas.microsoft.com/office/drawing/2014/main" id="{9E75F5A3-8AC8-E225-68CB-770F5AE2E358}"/>
              </a:ext>
            </a:extLst>
          </p:cNvPr>
          <p:cNvSpPr>
            <a:spLocks noGrp="1"/>
          </p:cNvSpPr>
          <p:nvPr>
            <p:ph type="sldNum" sz="quarter" idx="12"/>
          </p:nvPr>
        </p:nvSpPr>
        <p:spPr/>
        <p:txBody>
          <a:bodyPr/>
          <a:lstStyle/>
          <a:p>
            <a:fld id="{C4B8AC06-870A-4C43-8EB6-F7945B1E9F37}" type="slidenum">
              <a:rPr lang="fr-FR" smtClean="0"/>
              <a:t>22</a:t>
            </a:fld>
            <a:endParaRPr lang="fr-FR"/>
          </a:p>
        </p:txBody>
      </p:sp>
      <p:sp>
        <p:nvSpPr>
          <p:cNvPr id="2" name="ZoneTexte 1">
            <a:extLst>
              <a:ext uri="{FF2B5EF4-FFF2-40B4-BE49-F238E27FC236}">
                <a16:creationId xmlns:a16="http://schemas.microsoft.com/office/drawing/2014/main" id="{DC60FDA7-51AE-C845-BD8B-FA5F94B134D8}"/>
              </a:ext>
            </a:extLst>
          </p:cNvPr>
          <p:cNvSpPr txBox="1"/>
          <p:nvPr/>
        </p:nvSpPr>
        <p:spPr>
          <a:xfrm>
            <a:off x="2280402" y="1268286"/>
            <a:ext cx="2785374" cy="307777"/>
          </a:xfrm>
          <a:prstGeom prst="rect">
            <a:avLst/>
          </a:prstGeom>
          <a:noFill/>
        </p:spPr>
        <p:txBody>
          <a:bodyPr wrap="square">
            <a:spAutoFit/>
          </a:bodyPr>
          <a:lstStyle/>
          <a:p>
            <a:r>
              <a:rPr lang="fr-FR" sz="1400" b="1" dirty="0">
                <a:latin typeface="Calibri" panose="020F0502020204030204" pitchFamily="34" charset="0"/>
                <a:ea typeface="Calibri" panose="020F0502020204030204" pitchFamily="34" charset="0"/>
                <a:cs typeface="Calibri" panose="020F0502020204030204" pitchFamily="34" charset="0"/>
              </a:rPr>
              <a:t>Informatique réseau</a:t>
            </a:r>
          </a:p>
        </p:txBody>
      </p:sp>
      <p:sp>
        <p:nvSpPr>
          <p:cNvPr id="10" name="ZoneTexte 9">
            <a:extLst>
              <a:ext uri="{FF2B5EF4-FFF2-40B4-BE49-F238E27FC236}">
                <a16:creationId xmlns:a16="http://schemas.microsoft.com/office/drawing/2014/main" id="{CCB303B2-7563-0219-9DD2-B76DC97F40F2}"/>
              </a:ext>
            </a:extLst>
          </p:cNvPr>
          <p:cNvSpPr txBox="1"/>
          <p:nvPr/>
        </p:nvSpPr>
        <p:spPr>
          <a:xfrm>
            <a:off x="4099434" y="1576063"/>
            <a:ext cx="6094476" cy="307777"/>
          </a:xfrm>
          <a:prstGeom prst="rect">
            <a:avLst/>
          </a:prstGeom>
          <a:noFill/>
        </p:spPr>
        <p:txBody>
          <a:bodyPr wrap="square">
            <a:spAutoFit/>
          </a:bodyPr>
          <a:lstStyle/>
          <a:p>
            <a:pPr algn="ctr"/>
            <a:r>
              <a:rPr lang="fr-FR" sz="1400" dirty="0"/>
              <a:t>Point d'accès Wi-Fi : Aruba Instant On AP22</a:t>
            </a:r>
            <a:endParaRPr lang="fr-FR" sz="1400" dirty="0">
              <a:latin typeface="Calibri" panose="020F0502020204030204" pitchFamily="34" charset="0"/>
              <a:ea typeface="Calibri" panose="020F0502020204030204" pitchFamily="34" charset="0"/>
              <a:cs typeface="Calibri" panose="020F0502020204030204" pitchFamily="34" charset="0"/>
            </a:endParaRPr>
          </a:p>
        </p:txBody>
      </p:sp>
      <p:pic>
        <p:nvPicPr>
          <p:cNvPr id="8194" name="Picture 2" descr="HPE R4W02A">
            <a:extLst>
              <a:ext uri="{FF2B5EF4-FFF2-40B4-BE49-F238E27FC236}">
                <a16:creationId xmlns:a16="http://schemas.microsoft.com/office/drawing/2014/main" id="{65E3AFA8-AD36-43B2-7DB6-C25949F60E5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1924" b="8329"/>
          <a:stretch/>
        </p:blipFill>
        <p:spPr bwMode="auto">
          <a:xfrm>
            <a:off x="6303899" y="1914454"/>
            <a:ext cx="1685544" cy="134416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Tableau 6">
            <a:extLst>
              <a:ext uri="{FF2B5EF4-FFF2-40B4-BE49-F238E27FC236}">
                <a16:creationId xmlns:a16="http://schemas.microsoft.com/office/drawing/2014/main" id="{ADC883D4-63BD-8F09-2A2C-A2A693F6CFBA}"/>
              </a:ext>
            </a:extLst>
          </p:cNvPr>
          <p:cNvGraphicFramePr>
            <a:graphicFrameLocks noGrp="1"/>
          </p:cNvGraphicFramePr>
          <p:nvPr>
            <p:extLst>
              <p:ext uri="{D42A27DB-BD31-4B8C-83A1-F6EECF244321}">
                <p14:modId xmlns:p14="http://schemas.microsoft.com/office/powerpoint/2010/main" val="4191946257"/>
              </p:ext>
            </p:extLst>
          </p:nvPr>
        </p:nvGraphicFramePr>
        <p:xfrm>
          <a:off x="4491863" y="3525424"/>
          <a:ext cx="5309616" cy="2497414"/>
        </p:xfrm>
        <a:graphic>
          <a:graphicData uri="http://schemas.openxmlformats.org/drawingml/2006/table">
            <a:tbl>
              <a:tblPr/>
              <a:tblGrid>
                <a:gridCol w="2654808">
                  <a:extLst>
                    <a:ext uri="{9D8B030D-6E8A-4147-A177-3AD203B41FA5}">
                      <a16:colId xmlns:a16="http://schemas.microsoft.com/office/drawing/2014/main" val="2231042935"/>
                    </a:ext>
                  </a:extLst>
                </a:gridCol>
                <a:gridCol w="2654808">
                  <a:extLst>
                    <a:ext uri="{9D8B030D-6E8A-4147-A177-3AD203B41FA5}">
                      <a16:colId xmlns:a16="http://schemas.microsoft.com/office/drawing/2014/main" val="1014730454"/>
                    </a:ext>
                  </a:extLst>
                </a:gridCol>
              </a:tblGrid>
              <a:tr h="227038">
                <a:tc>
                  <a:txBody>
                    <a:bodyPr/>
                    <a:lstStyle/>
                    <a:p>
                      <a:pPr algn="ctr" fontAlgn="ctr"/>
                      <a:r>
                        <a:rPr lang="fr-FR" sz="1100" b="1" i="0" u="none" strike="noStrike">
                          <a:solidFill>
                            <a:srgbClr val="000000"/>
                          </a:solidFill>
                          <a:effectLst/>
                          <a:latin typeface="Aptos Narrow" panose="020B0004020202020204" pitchFamily="34" charset="0"/>
                        </a:rPr>
                        <a:t>Caractéristique</a:t>
                      </a:r>
                    </a:p>
                  </a:txBody>
                  <a:tcPr marL="9525" marR="9525" marT="9525" marB="0" anchor="ctr">
                    <a:lnL>
                      <a:noFill/>
                    </a:lnL>
                    <a:lnR>
                      <a:noFill/>
                    </a:lnR>
                    <a:lnT>
                      <a:noFill/>
                    </a:lnT>
                    <a:lnB>
                      <a:noFill/>
                    </a:lnB>
                    <a:noFill/>
                  </a:tcPr>
                </a:tc>
                <a:tc>
                  <a:txBody>
                    <a:bodyPr/>
                    <a:lstStyle/>
                    <a:p>
                      <a:pPr algn="ctr" fontAlgn="ctr"/>
                      <a:r>
                        <a:rPr lang="fr-FR" sz="1100" b="1" i="0" u="none" strike="noStrike">
                          <a:solidFill>
                            <a:srgbClr val="000000"/>
                          </a:solidFill>
                          <a:effectLst/>
                          <a:latin typeface="Aptos Narrow" panose="020B0004020202020204" pitchFamily="34" charset="0"/>
                        </a:rPr>
                        <a:t>Description</a:t>
                      </a:r>
                    </a:p>
                  </a:txBody>
                  <a:tcPr marL="9525" marR="9525" marT="9525" marB="0" anchor="ctr">
                    <a:lnL>
                      <a:noFill/>
                    </a:lnL>
                    <a:lnR>
                      <a:noFill/>
                    </a:lnR>
                    <a:lnT>
                      <a:noFill/>
                    </a:lnT>
                    <a:lnB>
                      <a:noFill/>
                    </a:lnB>
                    <a:noFill/>
                  </a:tcPr>
                </a:tc>
                <a:extLst>
                  <a:ext uri="{0D108BD9-81ED-4DB2-BD59-A6C34878D82A}">
                    <a16:rowId xmlns:a16="http://schemas.microsoft.com/office/drawing/2014/main" val="2496239257"/>
                  </a:ext>
                </a:extLst>
              </a:tr>
              <a:tr h="454075">
                <a:tc>
                  <a:txBody>
                    <a:bodyPr/>
                    <a:lstStyle/>
                    <a:p>
                      <a:pPr algn="l" fontAlgn="ctr"/>
                      <a:r>
                        <a:rPr lang="fr-FR" sz="1100" b="1" i="0" u="none" strike="noStrike">
                          <a:solidFill>
                            <a:srgbClr val="000000"/>
                          </a:solidFill>
                          <a:effectLst/>
                          <a:latin typeface="Aptos Narrow" panose="020B0004020202020204" pitchFamily="34" charset="0"/>
                        </a:rPr>
                        <a:t>Rôle</a:t>
                      </a:r>
                    </a:p>
                  </a:txBody>
                  <a:tcPr marL="9525" marR="9525" marT="9525" marB="0" anchor="ctr">
                    <a:lnL>
                      <a:noFill/>
                    </a:lnL>
                    <a:lnR>
                      <a:noFill/>
                    </a:lnR>
                    <a:lnT>
                      <a:noFill/>
                    </a:lnT>
                    <a:lnB>
                      <a:noFill/>
                    </a:lnB>
                    <a:noFill/>
                  </a:tcPr>
                </a:tc>
                <a:tc>
                  <a:txBody>
                    <a:bodyPr/>
                    <a:lstStyle/>
                    <a:p>
                      <a:pPr algn="l" fontAlgn="ctr"/>
                      <a:r>
                        <a:rPr lang="fr-FR" sz="1100" b="0" i="0" u="none" strike="noStrike">
                          <a:solidFill>
                            <a:srgbClr val="000000"/>
                          </a:solidFill>
                          <a:effectLst/>
                          <a:latin typeface="Aptos Narrow" panose="020B0004020202020204" pitchFamily="34" charset="0"/>
                        </a:rPr>
                        <a:t>Couverture Wi-Fi professionnelle</a:t>
                      </a:r>
                    </a:p>
                  </a:txBody>
                  <a:tcPr marL="9525" marR="9525" marT="9525" marB="0" anchor="ctr">
                    <a:lnL>
                      <a:noFill/>
                    </a:lnL>
                    <a:lnR>
                      <a:noFill/>
                    </a:lnR>
                    <a:lnT>
                      <a:noFill/>
                    </a:lnT>
                    <a:lnB>
                      <a:noFill/>
                    </a:lnB>
                    <a:noFill/>
                  </a:tcPr>
                </a:tc>
                <a:extLst>
                  <a:ext uri="{0D108BD9-81ED-4DB2-BD59-A6C34878D82A}">
                    <a16:rowId xmlns:a16="http://schemas.microsoft.com/office/drawing/2014/main" val="1496787030"/>
                  </a:ext>
                </a:extLst>
              </a:tr>
              <a:tr h="454075">
                <a:tc>
                  <a:txBody>
                    <a:bodyPr/>
                    <a:lstStyle/>
                    <a:p>
                      <a:pPr algn="l" fontAlgn="ctr"/>
                      <a:r>
                        <a:rPr lang="fr-FR" sz="1100" b="1" i="0" u="none" strike="noStrike">
                          <a:solidFill>
                            <a:srgbClr val="000000"/>
                          </a:solidFill>
                          <a:effectLst/>
                          <a:latin typeface="Aptos Narrow" panose="020B0004020202020204" pitchFamily="34" charset="0"/>
                        </a:rPr>
                        <a:t>Avantages</a:t>
                      </a:r>
                    </a:p>
                  </a:txBody>
                  <a:tcPr marL="9525" marR="9525" marT="9525" marB="0" anchor="ctr">
                    <a:lnL>
                      <a:noFill/>
                    </a:lnL>
                    <a:lnR>
                      <a:noFill/>
                    </a:lnR>
                    <a:lnT>
                      <a:noFill/>
                    </a:lnT>
                    <a:lnB>
                      <a:noFill/>
                    </a:lnB>
                    <a:noFill/>
                  </a:tcPr>
                </a:tc>
                <a:tc>
                  <a:txBody>
                    <a:bodyPr/>
                    <a:lstStyle/>
                    <a:p>
                      <a:pPr algn="l" fontAlgn="ctr"/>
                      <a:r>
                        <a:rPr lang="fr-FR" sz="1100" b="0" i="0" u="none" strike="noStrike" dirty="0">
                          <a:solidFill>
                            <a:srgbClr val="000000"/>
                          </a:solidFill>
                          <a:effectLst/>
                          <a:latin typeface="Aptos Narrow" panose="020B0004020202020204" pitchFamily="34" charset="0"/>
                        </a:rPr>
                        <a:t>Connexion stable, gestion centralisée (WLC intégré)</a:t>
                      </a:r>
                    </a:p>
                  </a:txBody>
                  <a:tcPr marL="9525" marR="9525" marT="9525" marB="0" anchor="ctr">
                    <a:lnL>
                      <a:noFill/>
                    </a:lnL>
                    <a:lnR>
                      <a:noFill/>
                    </a:lnR>
                    <a:lnT>
                      <a:noFill/>
                    </a:lnT>
                    <a:lnB>
                      <a:noFill/>
                    </a:lnB>
                    <a:noFill/>
                  </a:tcPr>
                </a:tc>
                <a:extLst>
                  <a:ext uri="{0D108BD9-81ED-4DB2-BD59-A6C34878D82A}">
                    <a16:rowId xmlns:a16="http://schemas.microsoft.com/office/drawing/2014/main" val="224470189"/>
                  </a:ext>
                </a:extLst>
              </a:tr>
              <a:tr h="454075">
                <a:tc>
                  <a:txBody>
                    <a:bodyPr/>
                    <a:lstStyle/>
                    <a:p>
                      <a:pPr algn="l" fontAlgn="ctr"/>
                      <a:r>
                        <a:rPr lang="fr-FR" sz="1100" b="1" i="0" u="none" strike="noStrike">
                          <a:solidFill>
                            <a:srgbClr val="000000"/>
                          </a:solidFill>
                          <a:effectLst/>
                          <a:latin typeface="Aptos Narrow" panose="020B0004020202020204" pitchFamily="34" charset="0"/>
                        </a:rPr>
                        <a:t>Fonctionnalités</a:t>
                      </a:r>
                    </a:p>
                  </a:txBody>
                  <a:tcPr marL="9525" marR="9525" marT="9525" marB="0" anchor="ctr">
                    <a:lnL>
                      <a:noFill/>
                    </a:lnL>
                    <a:lnR>
                      <a:noFill/>
                    </a:lnR>
                    <a:lnT>
                      <a:noFill/>
                    </a:lnT>
                    <a:lnB>
                      <a:noFill/>
                    </a:lnB>
                    <a:noFill/>
                  </a:tcPr>
                </a:tc>
                <a:tc>
                  <a:txBody>
                    <a:bodyPr/>
                    <a:lstStyle/>
                    <a:p>
                      <a:pPr algn="l" fontAlgn="ctr"/>
                      <a:r>
                        <a:rPr lang="fr-FR" sz="1100" b="0" i="0" u="none" strike="noStrike">
                          <a:solidFill>
                            <a:srgbClr val="000000"/>
                          </a:solidFill>
                          <a:effectLst/>
                          <a:latin typeface="Aptos Narrow" panose="020B0004020202020204" pitchFamily="34" charset="0"/>
                        </a:rPr>
                        <a:t>Dual Band, réseau invité sécurisé</a:t>
                      </a:r>
                    </a:p>
                  </a:txBody>
                  <a:tcPr marL="9525" marR="9525" marT="9525" marB="0" anchor="ctr">
                    <a:lnL>
                      <a:noFill/>
                    </a:lnL>
                    <a:lnR>
                      <a:noFill/>
                    </a:lnR>
                    <a:lnT>
                      <a:noFill/>
                    </a:lnT>
                    <a:lnB>
                      <a:noFill/>
                    </a:lnB>
                    <a:noFill/>
                  </a:tcPr>
                </a:tc>
                <a:extLst>
                  <a:ext uri="{0D108BD9-81ED-4DB2-BD59-A6C34878D82A}">
                    <a16:rowId xmlns:a16="http://schemas.microsoft.com/office/drawing/2014/main" val="2708439930"/>
                  </a:ext>
                </a:extLst>
              </a:tr>
              <a:tr h="908151">
                <a:tc>
                  <a:txBody>
                    <a:bodyPr/>
                    <a:lstStyle/>
                    <a:p>
                      <a:pPr algn="l" fontAlgn="ctr"/>
                      <a:r>
                        <a:rPr lang="fr-FR" sz="1100" b="1" i="0" u="none" strike="noStrike">
                          <a:solidFill>
                            <a:srgbClr val="000000"/>
                          </a:solidFill>
                          <a:effectLst/>
                          <a:latin typeface="Aptos Narrow" panose="020B0004020202020204" pitchFamily="34" charset="0"/>
                        </a:rPr>
                        <a:t>Pourquoi ce choix ?</a:t>
                      </a:r>
                    </a:p>
                  </a:txBody>
                  <a:tcPr marL="9525" marR="9525" marT="9525" marB="0" anchor="ctr">
                    <a:lnL>
                      <a:noFill/>
                    </a:lnL>
                    <a:lnR>
                      <a:noFill/>
                    </a:lnR>
                    <a:lnT>
                      <a:noFill/>
                    </a:lnT>
                    <a:lnB>
                      <a:noFill/>
                    </a:lnB>
                    <a:noFill/>
                  </a:tcPr>
                </a:tc>
                <a:tc>
                  <a:txBody>
                    <a:bodyPr/>
                    <a:lstStyle/>
                    <a:p>
                      <a:pPr algn="l" fontAlgn="ctr"/>
                      <a:r>
                        <a:rPr lang="fr-FR" sz="1100" b="0" i="0" u="none" strike="noStrike" dirty="0">
                          <a:solidFill>
                            <a:srgbClr val="000000"/>
                          </a:solidFill>
                          <a:effectLst/>
                          <a:latin typeface="Aptos Narrow" panose="020B0004020202020204" pitchFamily="34" charset="0"/>
                        </a:rPr>
                        <a:t>Adapté aux environnements industriels avec besoin en mobilité, intégrable au SD-WAN</a:t>
                      </a:r>
                    </a:p>
                  </a:txBody>
                  <a:tcPr marL="9525" marR="9525" marT="9525" marB="0" anchor="ctr">
                    <a:lnL>
                      <a:noFill/>
                    </a:lnL>
                    <a:lnR>
                      <a:noFill/>
                    </a:lnR>
                    <a:lnT>
                      <a:noFill/>
                    </a:lnT>
                    <a:lnB>
                      <a:noFill/>
                    </a:lnB>
                    <a:noFill/>
                  </a:tcPr>
                </a:tc>
                <a:extLst>
                  <a:ext uri="{0D108BD9-81ED-4DB2-BD59-A6C34878D82A}">
                    <a16:rowId xmlns:a16="http://schemas.microsoft.com/office/drawing/2014/main" val="3275885695"/>
                  </a:ext>
                </a:extLst>
              </a:tr>
            </a:tbl>
          </a:graphicData>
        </a:graphic>
      </p:graphicFrame>
      <p:sp>
        <p:nvSpPr>
          <p:cNvPr id="9" name="ZoneTexte 8">
            <a:extLst>
              <a:ext uri="{FF2B5EF4-FFF2-40B4-BE49-F238E27FC236}">
                <a16:creationId xmlns:a16="http://schemas.microsoft.com/office/drawing/2014/main" id="{FA304281-A438-3EBC-DE43-7DE1DD01613F}"/>
              </a:ext>
            </a:extLst>
          </p:cNvPr>
          <p:cNvSpPr txBox="1"/>
          <p:nvPr/>
        </p:nvSpPr>
        <p:spPr>
          <a:xfrm>
            <a:off x="4774440" y="94283"/>
            <a:ext cx="4744464" cy="338554"/>
          </a:xfrm>
          <a:prstGeom prst="rect">
            <a:avLst/>
          </a:prstGeom>
          <a:noFill/>
        </p:spPr>
        <p:txBody>
          <a:bodyPr wrap="square">
            <a:spAutoFit/>
          </a:bodyPr>
          <a:lstStyle/>
          <a:p>
            <a:pPr algn="ctr"/>
            <a:r>
              <a:rPr lang="fr-FR" sz="1600" b="1" dirty="0">
                <a:solidFill>
                  <a:schemeClr val="bg1"/>
                </a:solidFill>
                <a:latin typeface="Calibri" panose="020F0502020204030204" pitchFamily="34" charset="0"/>
                <a:ea typeface="Calibri" panose="020F0502020204030204" pitchFamily="34" charset="0"/>
                <a:cs typeface="Calibri" panose="020F0502020204030204" pitchFamily="34" charset="0"/>
              </a:rPr>
              <a:t>5. Nouveau SI</a:t>
            </a:r>
          </a:p>
        </p:txBody>
      </p:sp>
      <p:sp>
        <p:nvSpPr>
          <p:cNvPr id="30" name="ZoneTexte 29">
            <a:extLst>
              <a:ext uri="{FF2B5EF4-FFF2-40B4-BE49-F238E27FC236}">
                <a16:creationId xmlns:a16="http://schemas.microsoft.com/office/drawing/2014/main" id="{8972157A-F1AF-0C37-9428-0E72C23AD178}"/>
              </a:ext>
            </a:extLst>
          </p:cNvPr>
          <p:cNvSpPr txBox="1"/>
          <p:nvPr/>
        </p:nvSpPr>
        <p:spPr>
          <a:xfrm>
            <a:off x="-36845" y="2433036"/>
            <a:ext cx="189224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1. Introduction &amp; Contexte</a:t>
            </a:r>
          </a:p>
        </p:txBody>
      </p:sp>
      <p:sp>
        <p:nvSpPr>
          <p:cNvPr id="31" name="ZoneTexte 30">
            <a:extLst>
              <a:ext uri="{FF2B5EF4-FFF2-40B4-BE49-F238E27FC236}">
                <a16:creationId xmlns:a16="http://schemas.microsoft.com/office/drawing/2014/main" id="{3DE006C2-D550-65F5-DD6F-C9BE345D96CC}"/>
              </a:ext>
            </a:extLst>
          </p:cNvPr>
          <p:cNvSpPr txBox="1"/>
          <p:nvPr/>
        </p:nvSpPr>
        <p:spPr>
          <a:xfrm>
            <a:off x="-32814" y="2711031"/>
            <a:ext cx="177119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2. L’existant &amp; Limitations</a:t>
            </a:r>
          </a:p>
        </p:txBody>
      </p:sp>
      <p:sp>
        <p:nvSpPr>
          <p:cNvPr id="32" name="ZoneTexte 31">
            <a:extLst>
              <a:ext uri="{FF2B5EF4-FFF2-40B4-BE49-F238E27FC236}">
                <a16:creationId xmlns:a16="http://schemas.microsoft.com/office/drawing/2014/main" id="{FE8FE29F-AEA8-D578-6926-9109D728DFB3}"/>
              </a:ext>
            </a:extLst>
          </p:cNvPr>
          <p:cNvSpPr txBox="1"/>
          <p:nvPr/>
        </p:nvSpPr>
        <p:spPr>
          <a:xfrm>
            <a:off x="-32817" y="2988030"/>
            <a:ext cx="136191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3. Note de cadrage</a:t>
            </a:r>
          </a:p>
        </p:txBody>
      </p:sp>
      <p:sp>
        <p:nvSpPr>
          <p:cNvPr id="33" name="ZoneTexte 32">
            <a:extLst>
              <a:ext uri="{FF2B5EF4-FFF2-40B4-BE49-F238E27FC236}">
                <a16:creationId xmlns:a16="http://schemas.microsoft.com/office/drawing/2014/main" id="{F0D6F4DA-835D-92BF-6998-0D0A79408E98}"/>
              </a:ext>
            </a:extLst>
          </p:cNvPr>
          <p:cNvSpPr txBox="1"/>
          <p:nvPr/>
        </p:nvSpPr>
        <p:spPr>
          <a:xfrm>
            <a:off x="-32816" y="3265029"/>
            <a:ext cx="155702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4. Analyse des risques</a:t>
            </a:r>
          </a:p>
        </p:txBody>
      </p:sp>
      <p:sp>
        <p:nvSpPr>
          <p:cNvPr id="34" name="ZoneTexte 33">
            <a:extLst>
              <a:ext uri="{FF2B5EF4-FFF2-40B4-BE49-F238E27FC236}">
                <a16:creationId xmlns:a16="http://schemas.microsoft.com/office/drawing/2014/main" id="{ED98D901-452B-EBA8-A5B3-75E74D5C4232}"/>
              </a:ext>
            </a:extLst>
          </p:cNvPr>
          <p:cNvSpPr txBox="1"/>
          <p:nvPr/>
        </p:nvSpPr>
        <p:spPr>
          <a:xfrm>
            <a:off x="1235277" y="3542028"/>
            <a:ext cx="1063304" cy="276999"/>
          </a:xfrm>
          <a:prstGeom prst="rect">
            <a:avLst/>
          </a:prstGeom>
          <a:noFill/>
        </p:spPr>
        <p:txBody>
          <a:bodyPr wrap="none" rtlCol="0">
            <a:spAutoFit/>
          </a:bodyPr>
          <a:lstStyle/>
          <a:p>
            <a:r>
              <a:rPr lang="fr-FR" sz="1200" b="1" dirty="0">
                <a:solidFill>
                  <a:srgbClr val="C00000"/>
                </a:solidFill>
                <a:latin typeface="Calibri" panose="020F0502020204030204" pitchFamily="34" charset="0"/>
                <a:ea typeface="Calibri" panose="020F0502020204030204" pitchFamily="34" charset="0"/>
                <a:cs typeface="Calibri" panose="020F0502020204030204" pitchFamily="34" charset="0"/>
              </a:rPr>
              <a:t>5. Nouveau SI</a:t>
            </a:r>
          </a:p>
        </p:txBody>
      </p:sp>
      <p:sp>
        <p:nvSpPr>
          <p:cNvPr id="35" name="ZoneTexte 34">
            <a:extLst>
              <a:ext uri="{FF2B5EF4-FFF2-40B4-BE49-F238E27FC236}">
                <a16:creationId xmlns:a16="http://schemas.microsoft.com/office/drawing/2014/main" id="{AD61B02A-30CA-8DB2-D78B-5F52B7F633FE}"/>
              </a:ext>
            </a:extLst>
          </p:cNvPr>
          <p:cNvSpPr txBox="1"/>
          <p:nvPr/>
        </p:nvSpPr>
        <p:spPr>
          <a:xfrm>
            <a:off x="-13697" y="3821018"/>
            <a:ext cx="196835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6. Déploiement et formation</a:t>
            </a:r>
          </a:p>
        </p:txBody>
      </p:sp>
      <p:sp>
        <p:nvSpPr>
          <p:cNvPr id="36" name="ZoneTexte 35">
            <a:extLst>
              <a:ext uri="{FF2B5EF4-FFF2-40B4-BE49-F238E27FC236}">
                <a16:creationId xmlns:a16="http://schemas.microsoft.com/office/drawing/2014/main" id="{D67CB69D-0FBF-F1E5-0D12-DF06151E283E}"/>
              </a:ext>
            </a:extLst>
          </p:cNvPr>
          <p:cNvSpPr txBox="1"/>
          <p:nvPr/>
        </p:nvSpPr>
        <p:spPr>
          <a:xfrm>
            <a:off x="-13697" y="4098017"/>
            <a:ext cx="1845955"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7. Contrat de maintenance</a:t>
            </a:r>
          </a:p>
        </p:txBody>
      </p:sp>
    </p:spTree>
    <p:extLst>
      <p:ext uri="{BB962C8B-B14F-4D97-AF65-F5344CB8AC3E}">
        <p14:creationId xmlns:p14="http://schemas.microsoft.com/office/powerpoint/2010/main" val="24679074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87E07-8CEB-EE5C-1765-300FABDC1E3D}"/>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86E35F1C-43DD-6419-5982-22E5EC471052}"/>
              </a:ext>
            </a:extLst>
          </p:cNvPr>
          <p:cNvSpPr>
            <a:spLocks noGrp="1"/>
          </p:cNvSpPr>
          <p:nvPr>
            <p:ph type="dt" sz="half" idx="10"/>
          </p:nvPr>
        </p:nvSpPr>
        <p:spPr/>
        <p:txBody>
          <a:bodyPr/>
          <a:lstStyle/>
          <a:p>
            <a:fld id="{71A39EF6-AF95-4ACF-B35E-ACB6264B09CC}" type="datetime1">
              <a:rPr lang="fr-FR" smtClean="0"/>
              <a:t>04/03/2025</a:t>
            </a:fld>
            <a:endParaRPr lang="fr-FR"/>
          </a:p>
        </p:txBody>
      </p:sp>
      <p:sp>
        <p:nvSpPr>
          <p:cNvPr id="5" name="Espace réservé du numéro de diapositive 4">
            <a:extLst>
              <a:ext uri="{FF2B5EF4-FFF2-40B4-BE49-F238E27FC236}">
                <a16:creationId xmlns:a16="http://schemas.microsoft.com/office/drawing/2014/main" id="{3B74ABC0-08BB-7D0E-C26B-6323022D1A8B}"/>
              </a:ext>
            </a:extLst>
          </p:cNvPr>
          <p:cNvSpPr>
            <a:spLocks noGrp="1"/>
          </p:cNvSpPr>
          <p:nvPr>
            <p:ph type="sldNum" sz="quarter" idx="12"/>
          </p:nvPr>
        </p:nvSpPr>
        <p:spPr/>
        <p:txBody>
          <a:bodyPr/>
          <a:lstStyle/>
          <a:p>
            <a:fld id="{C4B8AC06-870A-4C43-8EB6-F7945B1E9F37}" type="slidenum">
              <a:rPr lang="fr-FR" smtClean="0"/>
              <a:t>23</a:t>
            </a:fld>
            <a:endParaRPr lang="fr-FR"/>
          </a:p>
        </p:txBody>
      </p:sp>
      <p:sp>
        <p:nvSpPr>
          <p:cNvPr id="2" name="ZoneTexte 1">
            <a:extLst>
              <a:ext uri="{FF2B5EF4-FFF2-40B4-BE49-F238E27FC236}">
                <a16:creationId xmlns:a16="http://schemas.microsoft.com/office/drawing/2014/main" id="{3650E151-ED15-ACAC-D5CE-6FC1785A6DBE}"/>
              </a:ext>
            </a:extLst>
          </p:cNvPr>
          <p:cNvSpPr txBox="1"/>
          <p:nvPr/>
        </p:nvSpPr>
        <p:spPr>
          <a:xfrm>
            <a:off x="2280402" y="1268286"/>
            <a:ext cx="2785374" cy="307777"/>
          </a:xfrm>
          <a:prstGeom prst="rect">
            <a:avLst/>
          </a:prstGeom>
          <a:noFill/>
        </p:spPr>
        <p:txBody>
          <a:bodyPr wrap="square">
            <a:spAutoFit/>
          </a:bodyPr>
          <a:lstStyle/>
          <a:p>
            <a:r>
              <a:rPr lang="fr-FR" sz="1400" b="1" dirty="0">
                <a:latin typeface="Calibri" panose="020F0502020204030204" pitchFamily="34" charset="0"/>
                <a:ea typeface="Calibri" panose="020F0502020204030204" pitchFamily="34" charset="0"/>
                <a:cs typeface="Calibri" panose="020F0502020204030204" pitchFamily="34" charset="0"/>
              </a:rPr>
              <a:t>Informatique réseau</a:t>
            </a:r>
          </a:p>
        </p:txBody>
      </p:sp>
      <p:sp>
        <p:nvSpPr>
          <p:cNvPr id="10" name="ZoneTexte 9">
            <a:extLst>
              <a:ext uri="{FF2B5EF4-FFF2-40B4-BE49-F238E27FC236}">
                <a16:creationId xmlns:a16="http://schemas.microsoft.com/office/drawing/2014/main" id="{CF7E95D7-1835-3187-DCA7-EE89D7C94A51}"/>
              </a:ext>
            </a:extLst>
          </p:cNvPr>
          <p:cNvSpPr txBox="1"/>
          <p:nvPr/>
        </p:nvSpPr>
        <p:spPr>
          <a:xfrm>
            <a:off x="4099434" y="1576063"/>
            <a:ext cx="6094476" cy="307777"/>
          </a:xfrm>
          <a:prstGeom prst="rect">
            <a:avLst/>
          </a:prstGeom>
          <a:noFill/>
        </p:spPr>
        <p:txBody>
          <a:bodyPr wrap="square" lIns="91440" tIns="45720" rIns="91440" bIns="45720" anchor="t">
            <a:spAutoFit/>
          </a:bodyPr>
          <a:lstStyle/>
          <a:p>
            <a:pPr algn="ctr"/>
            <a:r>
              <a:rPr lang="fr-FR" sz="1400" dirty="0"/>
              <a:t>Firewall : </a:t>
            </a:r>
            <a:r>
              <a:rPr lang="fr-FR" sz="1400" dirty="0" err="1"/>
              <a:t>pfSense</a:t>
            </a:r>
            <a:r>
              <a:rPr lang="fr-FR" sz="1400" dirty="0"/>
              <a:t> et VPN</a:t>
            </a:r>
            <a:endParaRPr lang="fr-FR" sz="1400" dirty="0" err="1">
              <a:latin typeface="Aptos"/>
              <a:ea typeface="Calibri" panose="020F0502020204030204" pitchFamily="34" charset="0"/>
              <a:cs typeface="Calibri" panose="020F0502020204030204" pitchFamily="34" charset="0"/>
            </a:endParaRPr>
          </a:p>
        </p:txBody>
      </p:sp>
      <p:graphicFrame>
        <p:nvGraphicFramePr>
          <p:cNvPr id="16" name="Tableau 15">
            <a:extLst>
              <a:ext uri="{FF2B5EF4-FFF2-40B4-BE49-F238E27FC236}">
                <a16:creationId xmlns:a16="http://schemas.microsoft.com/office/drawing/2014/main" id="{2D2DC1EA-E994-7724-496D-58309C22E870}"/>
              </a:ext>
            </a:extLst>
          </p:cNvPr>
          <p:cNvGraphicFramePr>
            <a:graphicFrameLocks noGrp="1"/>
          </p:cNvGraphicFramePr>
          <p:nvPr>
            <p:extLst>
              <p:ext uri="{D42A27DB-BD31-4B8C-83A1-F6EECF244321}">
                <p14:modId xmlns:p14="http://schemas.microsoft.com/office/powerpoint/2010/main" val="1757529656"/>
              </p:ext>
            </p:extLst>
          </p:nvPr>
        </p:nvGraphicFramePr>
        <p:xfrm>
          <a:off x="4227575" y="3149455"/>
          <a:ext cx="5838190" cy="2811971"/>
        </p:xfrm>
        <a:graphic>
          <a:graphicData uri="http://schemas.openxmlformats.org/drawingml/2006/table">
            <a:tbl>
              <a:tblPr/>
              <a:tblGrid>
                <a:gridCol w="2919095">
                  <a:extLst>
                    <a:ext uri="{9D8B030D-6E8A-4147-A177-3AD203B41FA5}">
                      <a16:colId xmlns:a16="http://schemas.microsoft.com/office/drawing/2014/main" val="1343207650"/>
                    </a:ext>
                  </a:extLst>
                </a:gridCol>
                <a:gridCol w="2919095">
                  <a:extLst>
                    <a:ext uri="{9D8B030D-6E8A-4147-A177-3AD203B41FA5}">
                      <a16:colId xmlns:a16="http://schemas.microsoft.com/office/drawing/2014/main" val="1366365359"/>
                    </a:ext>
                  </a:extLst>
                </a:gridCol>
              </a:tblGrid>
              <a:tr h="224958">
                <a:tc>
                  <a:txBody>
                    <a:bodyPr/>
                    <a:lstStyle/>
                    <a:p>
                      <a:pPr algn="ctr" fontAlgn="ctr"/>
                      <a:r>
                        <a:rPr lang="fr-FR" sz="1000" b="1" i="0" u="none" strike="noStrike">
                          <a:solidFill>
                            <a:srgbClr val="000000"/>
                          </a:solidFill>
                          <a:effectLst/>
                          <a:latin typeface="Aptos Narrow" panose="020B0004020202020204" pitchFamily="34" charset="0"/>
                        </a:rPr>
                        <a:t>Caractéristique</a:t>
                      </a:r>
                    </a:p>
                  </a:txBody>
                  <a:tcPr marL="8703" marR="8703" marT="8703" marB="0" anchor="ctr">
                    <a:lnL>
                      <a:noFill/>
                    </a:lnL>
                    <a:lnR>
                      <a:noFill/>
                    </a:lnR>
                    <a:lnT>
                      <a:noFill/>
                    </a:lnT>
                    <a:lnB>
                      <a:noFill/>
                    </a:lnB>
                    <a:noFill/>
                  </a:tcPr>
                </a:tc>
                <a:tc>
                  <a:txBody>
                    <a:bodyPr/>
                    <a:lstStyle/>
                    <a:p>
                      <a:pPr algn="ctr" fontAlgn="ctr"/>
                      <a:r>
                        <a:rPr lang="fr-FR" sz="1000" b="1" i="0" u="none" strike="noStrike">
                          <a:solidFill>
                            <a:srgbClr val="000000"/>
                          </a:solidFill>
                          <a:effectLst/>
                          <a:latin typeface="Aptos Narrow" panose="020B0004020202020204" pitchFamily="34" charset="0"/>
                        </a:rPr>
                        <a:t>Description</a:t>
                      </a:r>
                    </a:p>
                  </a:txBody>
                  <a:tcPr marL="8703" marR="8703" marT="8703" marB="0" anchor="ctr">
                    <a:lnL>
                      <a:noFill/>
                    </a:lnL>
                    <a:lnR>
                      <a:noFill/>
                    </a:lnR>
                    <a:lnT>
                      <a:noFill/>
                    </a:lnT>
                    <a:lnB>
                      <a:noFill/>
                    </a:lnB>
                    <a:noFill/>
                  </a:tcPr>
                </a:tc>
                <a:extLst>
                  <a:ext uri="{0D108BD9-81ED-4DB2-BD59-A6C34878D82A}">
                    <a16:rowId xmlns:a16="http://schemas.microsoft.com/office/drawing/2014/main" val="858731075"/>
                  </a:ext>
                </a:extLst>
              </a:tr>
              <a:tr h="449915">
                <a:tc>
                  <a:txBody>
                    <a:bodyPr/>
                    <a:lstStyle/>
                    <a:p>
                      <a:pPr algn="l" fontAlgn="ctr"/>
                      <a:r>
                        <a:rPr lang="fr-FR" sz="1000" b="1" i="0" u="none" strike="noStrike">
                          <a:solidFill>
                            <a:srgbClr val="000000"/>
                          </a:solidFill>
                          <a:effectLst/>
                          <a:latin typeface="Aptos Narrow" panose="020B0004020202020204" pitchFamily="34" charset="0"/>
                        </a:rPr>
                        <a:t>Rôle</a:t>
                      </a:r>
                    </a:p>
                  </a:txBody>
                  <a:tcPr marL="8703" marR="8703" marT="8703" marB="0" anchor="ctr">
                    <a:lnL>
                      <a:noFill/>
                    </a:lnL>
                    <a:lnR>
                      <a:noFill/>
                    </a:lnR>
                    <a:lnT>
                      <a:noFill/>
                    </a:lnT>
                    <a:lnB>
                      <a:noFill/>
                    </a:lnB>
                    <a:noFill/>
                  </a:tcPr>
                </a:tc>
                <a:tc>
                  <a:txBody>
                    <a:bodyPr/>
                    <a:lstStyle/>
                    <a:p>
                      <a:pPr algn="l" fontAlgn="ctr"/>
                      <a:r>
                        <a:rPr lang="fr-FR" sz="1000" b="0" i="0" u="none" strike="noStrike" dirty="0">
                          <a:solidFill>
                            <a:srgbClr val="000000"/>
                          </a:solidFill>
                          <a:effectLst/>
                          <a:latin typeface="Aptos Narrow" panose="020B0004020202020204" pitchFamily="34" charset="0"/>
                        </a:rPr>
                        <a:t>Sécurité réseau avec intégration SD-WAN</a:t>
                      </a:r>
                    </a:p>
                  </a:txBody>
                  <a:tcPr marL="8703" marR="8703" marT="8703" marB="0" anchor="ctr">
                    <a:lnL>
                      <a:noFill/>
                    </a:lnL>
                    <a:lnR>
                      <a:noFill/>
                    </a:lnR>
                    <a:lnT>
                      <a:noFill/>
                    </a:lnT>
                    <a:lnB>
                      <a:noFill/>
                    </a:lnB>
                    <a:noFill/>
                  </a:tcPr>
                </a:tc>
                <a:extLst>
                  <a:ext uri="{0D108BD9-81ED-4DB2-BD59-A6C34878D82A}">
                    <a16:rowId xmlns:a16="http://schemas.microsoft.com/office/drawing/2014/main" val="3126353448"/>
                  </a:ext>
                </a:extLst>
              </a:tr>
              <a:tr h="674873">
                <a:tc>
                  <a:txBody>
                    <a:bodyPr/>
                    <a:lstStyle/>
                    <a:p>
                      <a:pPr algn="l" fontAlgn="ctr"/>
                      <a:r>
                        <a:rPr lang="fr-FR" sz="1000" b="1" i="0" u="none" strike="noStrike">
                          <a:solidFill>
                            <a:srgbClr val="000000"/>
                          </a:solidFill>
                          <a:effectLst/>
                          <a:latin typeface="Aptos Narrow" panose="020B0004020202020204" pitchFamily="34" charset="0"/>
                        </a:rPr>
                        <a:t>Avantages</a:t>
                      </a:r>
                    </a:p>
                  </a:txBody>
                  <a:tcPr marL="8703" marR="8703" marT="8703" marB="0" anchor="ctr">
                    <a:lnL>
                      <a:noFill/>
                    </a:lnL>
                    <a:lnR>
                      <a:noFill/>
                    </a:lnR>
                    <a:lnT>
                      <a:noFill/>
                    </a:lnT>
                    <a:lnB>
                      <a:noFill/>
                    </a:lnB>
                    <a:noFill/>
                  </a:tcPr>
                </a:tc>
                <a:tc>
                  <a:txBody>
                    <a:bodyPr/>
                    <a:lstStyle/>
                    <a:p>
                      <a:pPr algn="l" fontAlgn="ctr"/>
                      <a:r>
                        <a:rPr lang="fr-FR" sz="1000" b="0" i="0" u="none" strike="noStrike">
                          <a:solidFill>
                            <a:srgbClr val="000000"/>
                          </a:solidFill>
                          <a:effectLst/>
                          <a:latin typeface="Aptos Narrow" panose="020B0004020202020204" pitchFamily="34" charset="0"/>
                        </a:rPr>
                        <a:t>Protection contre les cybermenaces, routage sécurisé</a:t>
                      </a:r>
                    </a:p>
                  </a:txBody>
                  <a:tcPr marL="8703" marR="8703" marT="8703" marB="0" anchor="ctr">
                    <a:lnL>
                      <a:noFill/>
                    </a:lnL>
                    <a:lnR>
                      <a:noFill/>
                    </a:lnR>
                    <a:lnT>
                      <a:noFill/>
                    </a:lnT>
                    <a:lnB>
                      <a:noFill/>
                    </a:lnB>
                    <a:noFill/>
                  </a:tcPr>
                </a:tc>
                <a:extLst>
                  <a:ext uri="{0D108BD9-81ED-4DB2-BD59-A6C34878D82A}">
                    <a16:rowId xmlns:a16="http://schemas.microsoft.com/office/drawing/2014/main" val="2971730744"/>
                  </a:ext>
                </a:extLst>
              </a:tr>
              <a:tr h="674873">
                <a:tc>
                  <a:txBody>
                    <a:bodyPr/>
                    <a:lstStyle/>
                    <a:p>
                      <a:pPr algn="l" fontAlgn="ctr"/>
                      <a:r>
                        <a:rPr lang="fr-FR" sz="1000" b="1" i="0" u="none" strike="noStrike">
                          <a:solidFill>
                            <a:srgbClr val="000000"/>
                          </a:solidFill>
                          <a:effectLst/>
                          <a:latin typeface="Aptos Narrow" panose="020B0004020202020204" pitchFamily="34" charset="0"/>
                        </a:rPr>
                        <a:t>Fonctionnalités</a:t>
                      </a:r>
                    </a:p>
                  </a:txBody>
                  <a:tcPr marL="8703" marR="8703" marT="8703" marB="0" anchor="ctr">
                    <a:lnL>
                      <a:noFill/>
                    </a:lnL>
                    <a:lnR>
                      <a:noFill/>
                    </a:lnR>
                    <a:lnT>
                      <a:noFill/>
                    </a:lnT>
                    <a:lnB>
                      <a:noFill/>
                    </a:lnB>
                    <a:noFill/>
                  </a:tcPr>
                </a:tc>
                <a:tc>
                  <a:txBody>
                    <a:bodyPr/>
                    <a:lstStyle/>
                    <a:p>
                      <a:pPr algn="l" fontAlgn="ctr"/>
                      <a:r>
                        <a:rPr lang="fr-FR" sz="1000" b="0" i="0" u="none" strike="noStrike">
                          <a:solidFill>
                            <a:srgbClr val="000000"/>
                          </a:solidFill>
                          <a:effectLst/>
                          <a:latin typeface="Aptos Narrow" panose="020B0004020202020204" pitchFamily="34" charset="0"/>
                        </a:rPr>
                        <a:t>IPS/IDS, VPN sécurisé, gestion du trafic SD-WAN</a:t>
                      </a:r>
                    </a:p>
                  </a:txBody>
                  <a:tcPr marL="8703" marR="8703" marT="8703" marB="0" anchor="ctr">
                    <a:lnL>
                      <a:noFill/>
                    </a:lnL>
                    <a:lnR>
                      <a:noFill/>
                    </a:lnR>
                    <a:lnT>
                      <a:noFill/>
                    </a:lnT>
                    <a:lnB>
                      <a:noFill/>
                    </a:lnB>
                    <a:noFill/>
                  </a:tcPr>
                </a:tc>
                <a:extLst>
                  <a:ext uri="{0D108BD9-81ED-4DB2-BD59-A6C34878D82A}">
                    <a16:rowId xmlns:a16="http://schemas.microsoft.com/office/drawing/2014/main" val="2826029171"/>
                  </a:ext>
                </a:extLst>
              </a:tr>
              <a:tr h="787352">
                <a:tc>
                  <a:txBody>
                    <a:bodyPr/>
                    <a:lstStyle/>
                    <a:p>
                      <a:pPr algn="l" fontAlgn="ctr"/>
                      <a:r>
                        <a:rPr lang="fr-FR" sz="1000" b="1" i="0" u="none" strike="noStrike">
                          <a:solidFill>
                            <a:srgbClr val="000000"/>
                          </a:solidFill>
                          <a:effectLst/>
                          <a:latin typeface="Aptos Narrow" panose="020B0004020202020204" pitchFamily="34" charset="0"/>
                        </a:rPr>
                        <a:t>Pourquoi ce choix ?</a:t>
                      </a:r>
                    </a:p>
                  </a:txBody>
                  <a:tcPr marL="8703" marR="8703" marT="8703" marB="0" anchor="ctr">
                    <a:lnL>
                      <a:noFill/>
                    </a:lnL>
                    <a:lnR>
                      <a:noFill/>
                    </a:lnR>
                    <a:lnT>
                      <a:noFill/>
                    </a:lnT>
                    <a:lnB>
                      <a:noFill/>
                    </a:lnB>
                    <a:noFill/>
                  </a:tcPr>
                </a:tc>
                <a:tc>
                  <a:txBody>
                    <a:bodyPr/>
                    <a:lstStyle/>
                    <a:p>
                      <a:pPr algn="l" fontAlgn="ctr"/>
                      <a:r>
                        <a:rPr lang="fr-FR" sz="1000" b="0" i="0" u="none" strike="noStrike" dirty="0">
                          <a:solidFill>
                            <a:srgbClr val="000000"/>
                          </a:solidFill>
                          <a:effectLst/>
                          <a:latin typeface="Aptos Narrow" panose="020B0004020202020204" pitchFamily="34" charset="0"/>
                        </a:rPr>
                        <a:t>Optimise la sécurité et le routage intelligent dans un environnement SD-WAN</a:t>
                      </a:r>
                    </a:p>
                  </a:txBody>
                  <a:tcPr marL="8703" marR="8703" marT="8703" marB="0" anchor="ctr">
                    <a:lnL>
                      <a:noFill/>
                    </a:lnL>
                    <a:lnR>
                      <a:noFill/>
                    </a:lnR>
                    <a:lnT>
                      <a:noFill/>
                    </a:lnT>
                    <a:lnB>
                      <a:noFill/>
                    </a:lnB>
                    <a:noFill/>
                  </a:tcPr>
                </a:tc>
                <a:extLst>
                  <a:ext uri="{0D108BD9-81ED-4DB2-BD59-A6C34878D82A}">
                    <a16:rowId xmlns:a16="http://schemas.microsoft.com/office/drawing/2014/main" val="1124093219"/>
                  </a:ext>
                </a:extLst>
              </a:tr>
            </a:tbl>
          </a:graphicData>
        </a:graphic>
      </p:graphicFrame>
      <p:sp>
        <p:nvSpPr>
          <p:cNvPr id="17" name="ZoneTexte 16">
            <a:extLst>
              <a:ext uri="{FF2B5EF4-FFF2-40B4-BE49-F238E27FC236}">
                <a16:creationId xmlns:a16="http://schemas.microsoft.com/office/drawing/2014/main" id="{3A1B8D98-2CA7-2881-D671-155BEBA0044D}"/>
              </a:ext>
            </a:extLst>
          </p:cNvPr>
          <p:cNvSpPr txBox="1"/>
          <p:nvPr/>
        </p:nvSpPr>
        <p:spPr>
          <a:xfrm>
            <a:off x="4774440" y="94283"/>
            <a:ext cx="4744464" cy="338554"/>
          </a:xfrm>
          <a:prstGeom prst="rect">
            <a:avLst/>
          </a:prstGeom>
          <a:noFill/>
        </p:spPr>
        <p:txBody>
          <a:bodyPr wrap="square">
            <a:spAutoFit/>
          </a:bodyPr>
          <a:lstStyle/>
          <a:p>
            <a:pPr algn="ctr"/>
            <a:r>
              <a:rPr lang="fr-FR" sz="1600" b="1" dirty="0">
                <a:solidFill>
                  <a:schemeClr val="bg1"/>
                </a:solidFill>
                <a:latin typeface="Calibri" panose="020F0502020204030204" pitchFamily="34" charset="0"/>
                <a:ea typeface="Calibri" panose="020F0502020204030204" pitchFamily="34" charset="0"/>
                <a:cs typeface="Calibri" panose="020F0502020204030204" pitchFamily="34" charset="0"/>
              </a:rPr>
              <a:t>5. Nouveau SI</a:t>
            </a:r>
          </a:p>
        </p:txBody>
      </p:sp>
      <p:pic>
        <p:nvPicPr>
          <p:cNvPr id="3" name="Image 2" descr="Une image contenant Appareils électroniques, texte, conception&#10;&#10;Le contenu généré par l’IA peut être incorrect.">
            <a:extLst>
              <a:ext uri="{FF2B5EF4-FFF2-40B4-BE49-F238E27FC236}">
                <a16:creationId xmlns:a16="http://schemas.microsoft.com/office/drawing/2014/main" id="{9D9C0F49-23AE-B760-F56B-B558D0999568}"/>
              </a:ext>
            </a:extLst>
          </p:cNvPr>
          <p:cNvPicPr>
            <a:picLocks noChangeAspect="1"/>
          </p:cNvPicPr>
          <p:nvPr/>
        </p:nvPicPr>
        <p:blipFill>
          <a:blip r:embed="rId2"/>
          <a:srcRect t="27835" r="-521" b="25740"/>
          <a:stretch/>
        </p:blipFill>
        <p:spPr>
          <a:xfrm>
            <a:off x="6099717" y="2048113"/>
            <a:ext cx="2092723" cy="958611"/>
          </a:xfrm>
          <a:prstGeom prst="rect">
            <a:avLst/>
          </a:prstGeom>
        </p:spPr>
      </p:pic>
      <p:sp>
        <p:nvSpPr>
          <p:cNvPr id="14" name="ZoneTexte 13">
            <a:extLst>
              <a:ext uri="{FF2B5EF4-FFF2-40B4-BE49-F238E27FC236}">
                <a16:creationId xmlns:a16="http://schemas.microsoft.com/office/drawing/2014/main" id="{A1B26D33-F41B-26C7-73EC-180ADAFFFB9D}"/>
              </a:ext>
            </a:extLst>
          </p:cNvPr>
          <p:cNvSpPr txBox="1"/>
          <p:nvPr/>
        </p:nvSpPr>
        <p:spPr>
          <a:xfrm>
            <a:off x="-36845" y="2433036"/>
            <a:ext cx="189224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1. Introduction &amp; Contexte</a:t>
            </a:r>
          </a:p>
        </p:txBody>
      </p:sp>
      <p:sp>
        <p:nvSpPr>
          <p:cNvPr id="15" name="ZoneTexte 14">
            <a:extLst>
              <a:ext uri="{FF2B5EF4-FFF2-40B4-BE49-F238E27FC236}">
                <a16:creationId xmlns:a16="http://schemas.microsoft.com/office/drawing/2014/main" id="{926D8CB8-076E-7FFE-2724-C0881148E128}"/>
              </a:ext>
            </a:extLst>
          </p:cNvPr>
          <p:cNvSpPr txBox="1"/>
          <p:nvPr/>
        </p:nvSpPr>
        <p:spPr>
          <a:xfrm>
            <a:off x="-32814" y="2711031"/>
            <a:ext cx="177119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2. L’existant &amp; Limitations</a:t>
            </a:r>
          </a:p>
        </p:txBody>
      </p:sp>
      <p:sp>
        <p:nvSpPr>
          <p:cNvPr id="22" name="ZoneTexte 21">
            <a:extLst>
              <a:ext uri="{FF2B5EF4-FFF2-40B4-BE49-F238E27FC236}">
                <a16:creationId xmlns:a16="http://schemas.microsoft.com/office/drawing/2014/main" id="{3F222EFF-5198-4125-46C5-819B6E0D63B9}"/>
              </a:ext>
            </a:extLst>
          </p:cNvPr>
          <p:cNvSpPr txBox="1"/>
          <p:nvPr/>
        </p:nvSpPr>
        <p:spPr>
          <a:xfrm>
            <a:off x="-32817" y="2988030"/>
            <a:ext cx="136191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3. Note de cadrage</a:t>
            </a:r>
          </a:p>
        </p:txBody>
      </p:sp>
      <p:sp>
        <p:nvSpPr>
          <p:cNvPr id="23" name="ZoneTexte 22">
            <a:extLst>
              <a:ext uri="{FF2B5EF4-FFF2-40B4-BE49-F238E27FC236}">
                <a16:creationId xmlns:a16="http://schemas.microsoft.com/office/drawing/2014/main" id="{FE73C706-D40D-A76E-2D3C-9B0320FB16CB}"/>
              </a:ext>
            </a:extLst>
          </p:cNvPr>
          <p:cNvSpPr txBox="1"/>
          <p:nvPr/>
        </p:nvSpPr>
        <p:spPr>
          <a:xfrm>
            <a:off x="-32816" y="3265029"/>
            <a:ext cx="155702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4. Analyse des risques</a:t>
            </a:r>
          </a:p>
        </p:txBody>
      </p:sp>
      <p:sp>
        <p:nvSpPr>
          <p:cNvPr id="35" name="ZoneTexte 34">
            <a:extLst>
              <a:ext uri="{FF2B5EF4-FFF2-40B4-BE49-F238E27FC236}">
                <a16:creationId xmlns:a16="http://schemas.microsoft.com/office/drawing/2014/main" id="{9E2D3E0C-BFF1-9F2D-8FFA-84AEA4B25AE1}"/>
              </a:ext>
            </a:extLst>
          </p:cNvPr>
          <p:cNvSpPr txBox="1"/>
          <p:nvPr/>
        </p:nvSpPr>
        <p:spPr>
          <a:xfrm>
            <a:off x="1235277" y="3542028"/>
            <a:ext cx="1063304" cy="276999"/>
          </a:xfrm>
          <a:prstGeom prst="rect">
            <a:avLst/>
          </a:prstGeom>
          <a:noFill/>
        </p:spPr>
        <p:txBody>
          <a:bodyPr wrap="none" rtlCol="0">
            <a:spAutoFit/>
          </a:bodyPr>
          <a:lstStyle/>
          <a:p>
            <a:r>
              <a:rPr lang="fr-FR" sz="1200" b="1" dirty="0">
                <a:solidFill>
                  <a:srgbClr val="C00000"/>
                </a:solidFill>
                <a:latin typeface="Calibri" panose="020F0502020204030204" pitchFamily="34" charset="0"/>
                <a:ea typeface="Calibri" panose="020F0502020204030204" pitchFamily="34" charset="0"/>
                <a:cs typeface="Calibri" panose="020F0502020204030204" pitchFamily="34" charset="0"/>
              </a:rPr>
              <a:t>5. Nouveau SI</a:t>
            </a:r>
          </a:p>
        </p:txBody>
      </p:sp>
      <p:sp>
        <p:nvSpPr>
          <p:cNvPr id="36" name="ZoneTexte 35">
            <a:extLst>
              <a:ext uri="{FF2B5EF4-FFF2-40B4-BE49-F238E27FC236}">
                <a16:creationId xmlns:a16="http://schemas.microsoft.com/office/drawing/2014/main" id="{A7D1F528-7835-D527-8157-54BCE331049C}"/>
              </a:ext>
            </a:extLst>
          </p:cNvPr>
          <p:cNvSpPr txBox="1"/>
          <p:nvPr/>
        </p:nvSpPr>
        <p:spPr>
          <a:xfrm>
            <a:off x="-13697" y="3821018"/>
            <a:ext cx="196835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6. Déploiement et formation</a:t>
            </a:r>
          </a:p>
        </p:txBody>
      </p:sp>
      <p:sp>
        <p:nvSpPr>
          <p:cNvPr id="37" name="ZoneTexte 36">
            <a:extLst>
              <a:ext uri="{FF2B5EF4-FFF2-40B4-BE49-F238E27FC236}">
                <a16:creationId xmlns:a16="http://schemas.microsoft.com/office/drawing/2014/main" id="{F1A696CC-C557-5A70-A38C-A19F10241C4E}"/>
              </a:ext>
            </a:extLst>
          </p:cNvPr>
          <p:cNvSpPr txBox="1"/>
          <p:nvPr/>
        </p:nvSpPr>
        <p:spPr>
          <a:xfrm>
            <a:off x="-13697" y="4098017"/>
            <a:ext cx="1845955"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7. Contrat de maintenance</a:t>
            </a:r>
          </a:p>
        </p:txBody>
      </p:sp>
    </p:spTree>
    <p:extLst>
      <p:ext uri="{BB962C8B-B14F-4D97-AF65-F5344CB8AC3E}">
        <p14:creationId xmlns:p14="http://schemas.microsoft.com/office/powerpoint/2010/main" val="35914182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3E05B-016B-B94F-F4FA-ED61441433DE}"/>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6A34A821-0B0D-46DB-55AE-75969A5B843A}"/>
              </a:ext>
            </a:extLst>
          </p:cNvPr>
          <p:cNvSpPr>
            <a:spLocks noGrp="1"/>
          </p:cNvSpPr>
          <p:nvPr>
            <p:ph type="dt" sz="half" idx="10"/>
          </p:nvPr>
        </p:nvSpPr>
        <p:spPr/>
        <p:txBody>
          <a:bodyPr/>
          <a:lstStyle/>
          <a:p>
            <a:fld id="{71A39EF6-AF95-4ACF-B35E-ACB6264B09CC}" type="datetime1">
              <a:rPr lang="fr-FR" smtClean="0"/>
              <a:t>04/03/2025</a:t>
            </a:fld>
            <a:endParaRPr lang="fr-FR"/>
          </a:p>
        </p:txBody>
      </p:sp>
      <p:sp>
        <p:nvSpPr>
          <p:cNvPr id="5" name="Espace réservé du numéro de diapositive 4">
            <a:extLst>
              <a:ext uri="{FF2B5EF4-FFF2-40B4-BE49-F238E27FC236}">
                <a16:creationId xmlns:a16="http://schemas.microsoft.com/office/drawing/2014/main" id="{AC9EAD45-FE65-285A-1026-3C6A41CE6ABB}"/>
              </a:ext>
            </a:extLst>
          </p:cNvPr>
          <p:cNvSpPr>
            <a:spLocks noGrp="1"/>
          </p:cNvSpPr>
          <p:nvPr>
            <p:ph type="sldNum" sz="quarter" idx="12"/>
          </p:nvPr>
        </p:nvSpPr>
        <p:spPr/>
        <p:txBody>
          <a:bodyPr/>
          <a:lstStyle/>
          <a:p>
            <a:fld id="{C4B8AC06-870A-4C43-8EB6-F7945B1E9F37}" type="slidenum">
              <a:rPr lang="fr-FR" smtClean="0"/>
              <a:t>24</a:t>
            </a:fld>
            <a:endParaRPr lang="fr-FR"/>
          </a:p>
        </p:txBody>
      </p:sp>
      <p:sp>
        <p:nvSpPr>
          <p:cNvPr id="2" name="ZoneTexte 1">
            <a:extLst>
              <a:ext uri="{FF2B5EF4-FFF2-40B4-BE49-F238E27FC236}">
                <a16:creationId xmlns:a16="http://schemas.microsoft.com/office/drawing/2014/main" id="{5DEE6284-E822-E817-84F9-3CA78508282D}"/>
              </a:ext>
            </a:extLst>
          </p:cNvPr>
          <p:cNvSpPr txBox="1"/>
          <p:nvPr/>
        </p:nvSpPr>
        <p:spPr>
          <a:xfrm>
            <a:off x="2280402" y="1268286"/>
            <a:ext cx="2785374" cy="307777"/>
          </a:xfrm>
          <a:prstGeom prst="rect">
            <a:avLst/>
          </a:prstGeom>
          <a:noFill/>
        </p:spPr>
        <p:txBody>
          <a:bodyPr wrap="square">
            <a:spAutoFit/>
          </a:bodyPr>
          <a:lstStyle/>
          <a:p>
            <a:r>
              <a:rPr lang="fr-FR" sz="1400" b="1" dirty="0">
                <a:latin typeface="Calibri" panose="020F0502020204030204" pitchFamily="34" charset="0"/>
                <a:ea typeface="Calibri" panose="020F0502020204030204" pitchFamily="34" charset="0"/>
                <a:cs typeface="Calibri" panose="020F0502020204030204" pitchFamily="34" charset="0"/>
              </a:rPr>
              <a:t>Informatique système</a:t>
            </a:r>
          </a:p>
        </p:txBody>
      </p:sp>
      <p:sp>
        <p:nvSpPr>
          <p:cNvPr id="10" name="ZoneTexte 9">
            <a:extLst>
              <a:ext uri="{FF2B5EF4-FFF2-40B4-BE49-F238E27FC236}">
                <a16:creationId xmlns:a16="http://schemas.microsoft.com/office/drawing/2014/main" id="{AC07EE86-ED56-63E0-6B3A-108352A067FD}"/>
              </a:ext>
            </a:extLst>
          </p:cNvPr>
          <p:cNvSpPr txBox="1"/>
          <p:nvPr/>
        </p:nvSpPr>
        <p:spPr>
          <a:xfrm>
            <a:off x="4099434" y="1576063"/>
            <a:ext cx="6094476" cy="307777"/>
          </a:xfrm>
          <a:prstGeom prst="rect">
            <a:avLst/>
          </a:prstGeom>
          <a:noFill/>
        </p:spPr>
        <p:txBody>
          <a:bodyPr wrap="square">
            <a:spAutoFit/>
          </a:bodyPr>
          <a:lstStyle/>
          <a:p>
            <a:pPr algn="ctr"/>
            <a:r>
              <a:rPr lang="fr-FR" sz="1400" dirty="0"/>
              <a:t>HP EliteBook 850 G8</a:t>
            </a:r>
            <a:endParaRPr lang="fr-FR" sz="1400" dirty="0">
              <a:latin typeface="Calibri" panose="020F0502020204030204" pitchFamily="34" charset="0"/>
              <a:ea typeface="Calibri" panose="020F0502020204030204" pitchFamily="34" charset="0"/>
              <a:cs typeface="Calibri" panose="020F0502020204030204" pitchFamily="34" charset="0"/>
            </a:endParaRPr>
          </a:p>
        </p:txBody>
      </p:sp>
      <p:pic>
        <p:nvPicPr>
          <p:cNvPr id="12290" name="Picture 2" descr="HP EliteBook 850 G8 Notebook - Intel Core i5 - 1135G7 - Win 10 Pro 64 bits  - Carte graphique Intel Iris Xe - 8 Go RAM - 256 Go SSD NVMe -">
            <a:extLst>
              <a:ext uri="{FF2B5EF4-FFF2-40B4-BE49-F238E27FC236}">
                <a16:creationId xmlns:a16="http://schemas.microsoft.com/office/drawing/2014/main" id="{FEFA6DFB-C018-00AD-8E4E-9BC74628D1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83018" y="1828657"/>
            <a:ext cx="1927299" cy="144361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Tableau 6">
            <a:extLst>
              <a:ext uri="{FF2B5EF4-FFF2-40B4-BE49-F238E27FC236}">
                <a16:creationId xmlns:a16="http://schemas.microsoft.com/office/drawing/2014/main" id="{941C365E-4F00-B679-65DA-6CAE25C3B4B7}"/>
              </a:ext>
            </a:extLst>
          </p:cNvPr>
          <p:cNvGraphicFramePr>
            <a:graphicFrameLocks noGrp="1"/>
          </p:cNvGraphicFramePr>
          <p:nvPr>
            <p:extLst>
              <p:ext uri="{D42A27DB-BD31-4B8C-83A1-F6EECF244321}">
                <p14:modId xmlns:p14="http://schemas.microsoft.com/office/powerpoint/2010/main" val="14908552"/>
              </p:ext>
            </p:extLst>
          </p:nvPr>
        </p:nvGraphicFramePr>
        <p:xfrm>
          <a:off x="3994969" y="3429000"/>
          <a:ext cx="6303396" cy="2915382"/>
        </p:xfrm>
        <a:graphic>
          <a:graphicData uri="http://schemas.openxmlformats.org/drawingml/2006/table">
            <a:tbl>
              <a:tblPr/>
              <a:tblGrid>
                <a:gridCol w="3151698">
                  <a:extLst>
                    <a:ext uri="{9D8B030D-6E8A-4147-A177-3AD203B41FA5}">
                      <a16:colId xmlns:a16="http://schemas.microsoft.com/office/drawing/2014/main" val="417625186"/>
                    </a:ext>
                  </a:extLst>
                </a:gridCol>
                <a:gridCol w="3151698">
                  <a:extLst>
                    <a:ext uri="{9D8B030D-6E8A-4147-A177-3AD203B41FA5}">
                      <a16:colId xmlns:a16="http://schemas.microsoft.com/office/drawing/2014/main" val="3298350807"/>
                    </a:ext>
                  </a:extLst>
                </a:gridCol>
              </a:tblGrid>
              <a:tr h="147539">
                <a:tc>
                  <a:txBody>
                    <a:bodyPr/>
                    <a:lstStyle/>
                    <a:p>
                      <a:pPr algn="ctr" fontAlgn="ctr"/>
                      <a:r>
                        <a:rPr lang="fr-FR" sz="1000" b="1" i="0" u="none" strike="noStrike">
                          <a:solidFill>
                            <a:srgbClr val="000000"/>
                          </a:solidFill>
                          <a:effectLst/>
                          <a:latin typeface="Aptos Narrow" panose="020B0004020202020204" pitchFamily="34" charset="0"/>
                        </a:rPr>
                        <a:t>Caractéristique</a:t>
                      </a:r>
                    </a:p>
                  </a:txBody>
                  <a:tcPr marL="6593" marR="6593" marT="6593" marB="0" anchor="ctr">
                    <a:lnL>
                      <a:noFill/>
                    </a:lnL>
                    <a:lnR>
                      <a:noFill/>
                    </a:lnR>
                    <a:lnT>
                      <a:noFill/>
                    </a:lnT>
                    <a:lnB>
                      <a:noFill/>
                    </a:lnB>
                    <a:noFill/>
                  </a:tcPr>
                </a:tc>
                <a:tc>
                  <a:txBody>
                    <a:bodyPr/>
                    <a:lstStyle/>
                    <a:p>
                      <a:pPr algn="ctr" fontAlgn="ctr"/>
                      <a:r>
                        <a:rPr lang="fr-FR" sz="1000" b="1" i="0" u="none" strike="noStrike">
                          <a:solidFill>
                            <a:srgbClr val="000000"/>
                          </a:solidFill>
                          <a:effectLst/>
                          <a:latin typeface="Aptos Narrow" panose="020B0004020202020204" pitchFamily="34" charset="0"/>
                        </a:rPr>
                        <a:t>Description</a:t>
                      </a:r>
                    </a:p>
                  </a:txBody>
                  <a:tcPr marL="6593" marR="6593" marT="6593" marB="0" anchor="ctr">
                    <a:lnL>
                      <a:noFill/>
                    </a:lnL>
                    <a:lnR>
                      <a:noFill/>
                    </a:lnR>
                    <a:lnT>
                      <a:noFill/>
                    </a:lnT>
                    <a:lnB>
                      <a:noFill/>
                    </a:lnB>
                    <a:noFill/>
                  </a:tcPr>
                </a:tc>
                <a:extLst>
                  <a:ext uri="{0D108BD9-81ED-4DB2-BD59-A6C34878D82A}">
                    <a16:rowId xmlns:a16="http://schemas.microsoft.com/office/drawing/2014/main" val="2551280119"/>
                  </a:ext>
                </a:extLst>
              </a:tr>
              <a:tr h="508578">
                <a:tc>
                  <a:txBody>
                    <a:bodyPr/>
                    <a:lstStyle/>
                    <a:p>
                      <a:pPr algn="l" fontAlgn="ctr"/>
                      <a:r>
                        <a:rPr lang="fr-FR" sz="1000" b="1" i="0" u="none" strike="noStrike">
                          <a:solidFill>
                            <a:srgbClr val="000000"/>
                          </a:solidFill>
                          <a:effectLst/>
                          <a:latin typeface="Aptos Narrow" panose="020B0004020202020204" pitchFamily="34" charset="0"/>
                        </a:rPr>
                        <a:t>Rôle</a:t>
                      </a:r>
                    </a:p>
                  </a:txBody>
                  <a:tcPr marL="6593" marR="6593" marT="6593" marB="0" anchor="ctr">
                    <a:lnL>
                      <a:noFill/>
                    </a:lnL>
                    <a:lnR>
                      <a:noFill/>
                    </a:lnR>
                    <a:lnT>
                      <a:noFill/>
                    </a:lnT>
                    <a:lnB>
                      <a:noFill/>
                    </a:lnB>
                    <a:noFill/>
                  </a:tcPr>
                </a:tc>
                <a:tc>
                  <a:txBody>
                    <a:bodyPr/>
                    <a:lstStyle/>
                    <a:p>
                      <a:pPr algn="l" fontAlgn="ctr"/>
                      <a:r>
                        <a:rPr lang="fr-FR" sz="1000" b="0" i="0" u="none" strike="noStrike" dirty="0">
                          <a:solidFill>
                            <a:srgbClr val="000000"/>
                          </a:solidFill>
                          <a:effectLst/>
                          <a:latin typeface="Aptos Narrow" panose="020B0004020202020204" pitchFamily="34" charset="0"/>
                        </a:rPr>
                        <a:t>Ordinateur portable  + libre service</a:t>
                      </a:r>
                    </a:p>
                  </a:txBody>
                  <a:tcPr marL="6593" marR="6593" marT="6593" marB="0" anchor="ctr">
                    <a:lnL>
                      <a:noFill/>
                    </a:lnL>
                    <a:lnR>
                      <a:noFill/>
                    </a:lnR>
                    <a:lnT>
                      <a:noFill/>
                    </a:lnT>
                    <a:lnB>
                      <a:noFill/>
                    </a:lnB>
                    <a:noFill/>
                  </a:tcPr>
                </a:tc>
                <a:extLst>
                  <a:ext uri="{0D108BD9-81ED-4DB2-BD59-A6C34878D82A}">
                    <a16:rowId xmlns:a16="http://schemas.microsoft.com/office/drawing/2014/main" val="4293476774"/>
                  </a:ext>
                </a:extLst>
              </a:tr>
              <a:tr h="580786">
                <a:tc>
                  <a:txBody>
                    <a:bodyPr/>
                    <a:lstStyle/>
                    <a:p>
                      <a:pPr algn="l" fontAlgn="ctr"/>
                      <a:r>
                        <a:rPr lang="fr-FR" sz="1000" b="1" i="0" u="none" strike="noStrike">
                          <a:solidFill>
                            <a:srgbClr val="000000"/>
                          </a:solidFill>
                          <a:effectLst/>
                          <a:latin typeface="Aptos Narrow" panose="020B0004020202020204" pitchFamily="34" charset="0"/>
                        </a:rPr>
                        <a:t>Avantages</a:t>
                      </a:r>
                    </a:p>
                  </a:txBody>
                  <a:tcPr marL="6593" marR="6593" marT="6593" marB="0" anchor="ctr">
                    <a:lnL>
                      <a:noFill/>
                    </a:lnL>
                    <a:lnR>
                      <a:noFill/>
                    </a:lnR>
                    <a:lnT>
                      <a:noFill/>
                    </a:lnT>
                    <a:lnB>
                      <a:noFill/>
                    </a:lnB>
                    <a:noFill/>
                  </a:tcPr>
                </a:tc>
                <a:tc>
                  <a:txBody>
                    <a:bodyPr/>
                    <a:lstStyle/>
                    <a:p>
                      <a:pPr algn="l" fontAlgn="ctr"/>
                      <a:r>
                        <a:rPr lang="fr-FR" sz="1000" b="0" i="0" u="none" strike="noStrike">
                          <a:solidFill>
                            <a:srgbClr val="000000"/>
                          </a:solidFill>
                          <a:effectLst/>
                          <a:latin typeface="Aptos Narrow" panose="020B0004020202020204" pitchFamily="34" charset="0"/>
                        </a:rPr>
                        <a:t>Performance élevée, sécurité renforcée, idéal pour la mobilité</a:t>
                      </a:r>
                    </a:p>
                  </a:txBody>
                  <a:tcPr marL="6593" marR="6593" marT="6593" marB="0" anchor="ctr">
                    <a:lnL>
                      <a:noFill/>
                    </a:lnL>
                    <a:lnR>
                      <a:noFill/>
                    </a:lnR>
                    <a:lnT>
                      <a:noFill/>
                    </a:lnT>
                    <a:lnB>
                      <a:noFill/>
                    </a:lnB>
                    <a:noFill/>
                  </a:tcPr>
                </a:tc>
                <a:extLst>
                  <a:ext uri="{0D108BD9-81ED-4DB2-BD59-A6C34878D82A}">
                    <a16:rowId xmlns:a16="http://schemas.microsoft.com/office/drawing/2014/main" val="2844043466"/>
                  </a:ext>
                </a:extLst>
              </a:tr>
              <a:tr h="652993">
                <a:tc>
                  <a:txBody>
                    <a:bodyPr/>
                    <a:lstStyle/>
                    <a:p>
                      <a:pPr algn="l" fontAlgn="ctr"/>
                      <a:r>
                        <a:rPr lang="fr-FR" sz="1000" b="1" i="0" u="none" strike="noStrike">
                          <a:solidFill>
                            <a:srgbClr val="000000"/>
                          </a:solidFill>
                          <a:effectLst/>
                          <a:latin typeface="Aptos Narrow" panose="020B0004020202020204" pitchFamily="34" charset="0"/>
                        </a:rPr>
                        <a:t>Fonctionnalités</a:t>
                      </a:r>
                    </a:p>
                  </a:txBody>
                  <a:tcPr marL="6593" marR="6593" marT="6593" marB="0" anchor="ctr">
                    <a:lnL>
                      <a:noFill/>
                    </a:lnL>
                    <a:lnR>
                      <a:noFill/>
                    </a:lnR>
                    <a:lnT>
                      <a:noFill/>
                    </a:lnT>
                    <a:lnB>
                      <a:noFill/>
                    </a:lnB>
                    <a:noFill/>
                  </a:tcPr>
                </a:tc>
                <a:tc>
                  <a:txBody>
                    <a:bodyPr/>
                    <a:lstStyle/>
                    <a:p>
                      <a:pPr algn="l" fontAlgn="ctr"/>
                      <a:r>
                        <a:rPr lang="en-US" sz="1000" b="0" i="0" u="none" strike="noStrike" dirty="0" err="1">
                          <a:solidFill>
                            <a:srgbClr val="000000"/>
                          </a:solidFill>
                          <a:effectLst/>
                          <a:latin typeface="Aptos Narrow" panose="020B0004020202020204" pitchFamily="34" charset="0"/>
                        </a:rPr>
                        <a:t>Écran</a:t>
                      </a:r>
                      <a:r>
                        <a:rPr lang="en-US" sz="1000" b="0" i="0" u="none" strike="noStrike" dirty="0">
                          <a:solidFill>
                            <a:srgbClr val="000000"/>
                          </a:solidFill>
                          <a:effectLst/>
                          <a:latin typeface="Aptos Narrow" panose="020B0004020202020204" pitchFamily="34" charset="0"/>
                        </a:rPr>
                        <a:t> 15,6" FHD, Intel Core i7, 16 Go RAM, 512 Go SSD, Webcam HD</a:t>
                      </a:r>
                    </a:p>
                  </a:txBody>
                  <a:tcPr marL="6593" marR="6593" marT="6593" marB="0" anchor="ctr">
                    <a:lnL>
                      <a:noFill/>
                    </a:lnL>
                    <a:lnR>
                      <a:noFill/>
                    </a:lnR>
                    <a:lnT>
                      <a:noFill/>
                    </a:lnT>
                    <a:lnB>
                      <a:noFill/>
                    </a:lnB>
                    <a:noFill/>
                  </a:tcPr>
                </a:tc>
                <a:extLst>
                  <a:ext uri="{0D108BD9-81ED-4DB2-BD59-A6C34878D82A}">
                    <a16:rowId xmlns:a16="http://schemas.microsoft.com/office/drawing/2014/main" val="2109053778"/>
                  </a:ext>
                </a:extLst>
              </a:tr>
              <a:tr h="1014032">
                <a:tc>
                  <a:txBody>
                    <a:bodyPr/>
                    <a:lstStyle/>
                    <a:p>
                      <a:pPr algn="l" fontAlgn="ctr"/>
                      <a:r>
                        <a:rPr lang="fr-FR" sz="1000" b="1" i="0" u="none" strike="noStrike">
                          <a:solidFill>
                            <a:srgbClr val="000000"/>
                          </a:solidFill>
                          <a:effectLst/>
                          <a:latin typeface="Aptos Narrow" panose="020B0004020202020204" pitchFamily="34" charset="0"/>
                        </a:rPr>
                        <a:t>Pourquoi ce choix ?</a:t>
                      </a:r>
                    </a:p>
                  </a:txBody>
                  <a:tcPr marL="6593" marR="6593" marT="6593" marB="0" anchor="ctr">
                    <a:lnL>
                      <a:noFill/>
                    </a:lnL>
                    <a:lnR>
                      <a:noFill/>
                    </a:lnR>
                    <a:lnT>
                      <a:noFill/>
                    </a:lnT>
                    <a:lnB>
                      <a:noFill/>
                    </a:lnB>
                    <a:noFill/>
                  </a:tcPr>
                </a:tc>
                <a:tc>
                  <a:txBody>
                    <a:bodyPr/>
                    <a:lstStyle/>
                    <a:p>
                      <a:pPr algn="l" fontAlgn="ctr"/>
                      <a:r>
                        <a:rPr lang="fr-FR" sz="1000" b="0" i="0" u="none" strike="noStrike" dirty="0">
                          <a:solidFill>
                            <a:srgbClr val="000000"/>
                          </a:solidFill>
                          <a:effectLst/>
                          <a:latin typeface="Aptos Narrow" panose="020B0004020202020204" pitchFamily="34" charset="0"/>
                        </a:rPr>
                        <a:t>Assure aux cadres une mobilité optimale et une puissance de calcul suffisante pour les tâches avancées</a:t>
                      </a:r>
                    </a:p>
                  </a:txBody>
                  <a:tcPr marL="6593" marR="6593" marT="6593" marB="0" anchor="ctr">
                    <a:lnL>
                      <a:noFill/>
                    </a:lnL>
                    <a:lnR>
                      <a:noFill/>
                    </a:lnR>
                    <a:lnT>
                      <a:noFill/>
                    </a:lnT>
                    <a:lnB>
                      <a:noFill/>
                    </a:lnB>
                    <a:noFill/>
                  </a:tcPr>
                </a:tc>
                <a:extLst>
                  <a:ext uri="{0D108BD9-81ED-4DB2-BD59-A6C34878D82A}">
                    <a16:rowId xmlns:a16="http://schemas.microsoft.com/office/drawing/2014/main" val="282509366"/>
                  </a:ext>
                </a:extLst>
              </a:tr>
            </a:tbl>
          </a:graphicData>
        </a:graphic>
      </p:graphicFrame>
      <p:sp>
        <p:nvSpPr>
          <p:cNvPr id="9" name="ZoneTexte 8">
            <a:extLst>
              <a:ext uri="{FF2B5EF4-FFF2-40B4-BE49-F238E27FC236}">
                <a16:creationId xmlns:a16="http://schemas.microsoft.com/office/drawing/2014/main" id="{325E1FB1-FF6D-D81A-DCC6-18F8BDC3BF00}"/>
              </a:ext>
            </a:extLst>
          </p:cNvPr>
          <p:cNvSpPr txBox="1"/>
          <p:nvPr/>
        </p:nvSpPr>
        <p:spPr>
          <a:xfrm>
            <a:off x="4774440" y="94283"/>
            <a:ext cx="4744464" cy="338554"/>
          </a:xfrm>
          <a:prstGeom prst="rect">
            <a:avLst/>
          </a:prstGeom>
          <a:noFill/>
        </p:spPr>
        <p:txBody>
          <a:bodyPr wrap="square">
            <a:spAutoFit/>
          </a:bodyPr>
          <a:lstStyle/>
          <a:p>
            <a:pPr algn="ctr"/>
            <a:r>
              <a:rPr lang="fr-FR" sz="1600" b="1" dirty="0">
                <a:solidFill>
                  <a:schemeClr val="bg1"/>
                </a:solidFill>
                <a:latin typeface="Calibri" panose="020F0502020204030204" pitchFamily="34" charset="0"/>
                <a:ea typeface="Calibri" panose="020F0502020204030204" pitchFamily="34" charset="0"/>
                <a:cs typeface="Calibri" panose="020F0502020204030204" pitchFamily="34" charset="0"/>
              </a:rPr>
              <a:t>5. Nouveau SI</a:t>
            </a:r>
          </a:p>
        </p:txBody>
      </p:sp>
      <p:sp>
        <p:nvSpPr>
          <p:cNvPr id="30" name="ZoneTexte 29">
            <a:extLst>
              <a:ext uri="{FF2B5EF4-FFF2-40B4-BE49-F238E27FC236}">
                <a16:creationId xmlns:a16="http://schemas.microsoft.com/office/drawing/2014/main" id="{928AA9F2-F8C7-CB90-8095-3C66D0CC34F5}"/>
              </a:ext>
            </a:extLst>
          </p:cNvPr>
          <p:cNvSpPr txBox="1"/>
          <p:nvPr/>
        </p:nvSpPr>
        <p:spPr>
          <a:xfrm>
            <a:off x="-36845" y="2433036"/>
            <a:ext cx="189224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1. Introduction &amp; Contexte</a:t>
            </a:r>
          </a:p>
        </p:txBody>
      </p:sp>
      <p:sp>
        <p:nvSpPr>
          <p:cNvPr id="31" name="ZoneTexte 30">
            <a:extLst>
              <a:ext uri="{FF2B5EF4-FFF2-40B4-BE49-F238E27FC236}">
                <a16:creationId xmlns:a16="http://schemas.microsoft.com/office/drawing/2014/main" id="{175F6D55-E6AB-DC23-BB2A-879129236288}"/>
              </a:ext>
            </a:extLst>
          </p:cNvPr>
          <p:cNvSpPr txBox="1"/>
          <p:nvPr/>
        </p:nvSpPr>
        <p:spPr>
          <a:xfrm>
            <a:off x="-32814" y="2711031"/>
            <a:ext cx="177119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2. L’existant &amp; Limitations</a:t>
            </a:r>
          </a:p>
        </p:txBody>
      </p:sp>
      <p:sp>
        <p:nvSpPr>
          <p:cNvPr id="32" name="ZoneTexte 31">
            <a:extLst>
              <a:ext uri="{FF2B5EF4-FFF2-40B4-BE49-F238E27FC236}">
                <a16:creationId xmlns:a16="http://schemas.microsoft.com/office/drawing/2014/main" id="{C60097AD-533B-15BF-34CE-8405E2979BAE}"/>
              </a:ext>
            </a:extLst>
          </p:cNvPr>
          <p:cNvSpPr txBox="1"/>
          <p:nvPr/>
        </p:nvSpPr>
        <p:spPr>
          <a:xfrm>
            <a:off x="-32817" y="2988030"/>
            <a:ext cx="136191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3. Note de cadrage</a:t>
            </a:r>
          </a:p>
        </p:txBody>
      </p:sp>
      <p:sp>
        <p:nvSpPr>
          <p:cNvPr id="33" name="ZoneTexte 32">
            <a:extLst>
              <a:ext uri="{FF2B5EF4-FFF2-40B4-BE49-F238E27FC236}">
                <a16:creationId xmlns:a16="http://schemas.microsoft.com/office/drawing/2014/main" id="{3B946F6B-D1FC-EA59-C807-171D3E78A9B3}"/>
              </a:ext>
            </a:extLst>
          </p:cNvPr>
          <p:cNvSpPr txBox="1"/>
          <p:nvPr/>
        </p:nvSpPr>
        <p:spPr>
          <a:xfrm>
            <a:off x="-32816" y="3265029"/>
            <a:ext cx="155702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4. Analyse des risques</a:t>
            </a:r>
          </a:p>
        </p:txBody>
      </p:sp>
      <p:sp>
        <p:nvSpPr>
          <p:cNvPr id="34" name="ZoneTexte 33">
            <a:extLst>
              <a:ext uri="{FF2B5EF4-FFF2-40B4-BE49-F238E27FC236}">
                <a16:creationId xmlns:a16="http://schemas.microsoft.com/office/drawing/2014/main" id="{07AE8BE6-3749-D2DD-19E4-19F3F0BCA0B5}"/>
              </a:ext>
            </a:extLst>
          </p:cNvPr>
          <p:cNvSpPr txBox="1"/>
          <p:nvPr/>
        </p:nvSpPr>
        <p:spPr>
          <a:xfrm>
            <a:off x="1235277" y="3542028"/>
            <a:ext cx="1063304" cy="276999"/>
          </a:xfrm>
          <a:prstGeom prst="rect">
            <a:avLst/>
          </a:prstGeom>
          <a:noFill/>
        </p:spPr>
        <p:txBody>
          <a:bodyPr wrap="none" rtlCol="0">
            <a:spAutoFit/>
          </a:bodyPr>
          <a:lstStyle/>
          <a:p>
            <a:r>
              <a:rPr lang="fr-FR" sz="1200" b="1" dirty="0">
                <a:solidFill>
                  <a:srgbClr val="C00000"/>
                </a:solidFill>
                <a:latin typeface="Calibri" panose="020F0502020204030204" pitchFamily="34" charset="0"/>
                <a:ea typeface="Calibri" panose="020F0502020204030204" pitchFamily="34" charset="0"/>
                <a:cs typeface="Calibri" panose="020F0502020204030204" pitchFamily="34" charset="0"/>
              </a:rPr>
              <a:t>5. Nouveau SI</a:t>
            </a:r>
          </a:p>
        </p:txBody>
      </p:sp>
      <p:sp>
        <p:nvSpPr>
          <p:cNvPr id="35" name="ZoneTexte 34">
            <a:extLst>
              <a:ext uri="{FF2B5EF4-FFF2-40B4-BE49-F238E27FC236}">
                <a16:creationId xmlns:a16="http://schemas.microsoft.com/office/drawing/2014/main" id="{E5018028-AC1B-DB7D-2558-FEA91CC363E7}"/>
              </a:ext>
            </a:extLst>
          </p:cNvPr>
          <p:cNvSpPr txBox="1"/>
          <p:nvPr/>
        </p:nvSpPr>
        <p:spPr>
          <a:xfrm>
            <a:off x="-13697" y="3821018"/>
            <a:ext cx="196835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6. Déploiement et formation</a:t>
            </a:r>
          </a:p>
        </p:txBody>
      </p:sp>
      <p:sp>
        <p:nvSpPr>
          <p:cNvPr id="36" name="ZoneTexte 35">
            <a:extLst>
              <a:ext uri="{FF2B5EF4-FFF2-40B4-BE49-F238E27FC236}">
                <a16:creationId xmlns:a16="http://schemas.microsoft.com/office/drawing/2014/main" id="{DDC61354-52D0-471F-4D11-78D3BE4AB2D7}"/>
              </a:ext>
            </a:extLst>
          </p:cNvPr>
          <p:cNvSpPr txBox="1"/>
          <p:nvPr/>
        </p:nvSpPr>
        <p:spPr>
          <a:xfrm>
            <a:off x="-13697" y="4098017"/>
            <a:ext cx="1845955"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7. Contrat de maintenance</a:t>
            </a:r>
          </a:p>
        </p:txBody>
      </p:sp>
    </p:spTree>
    <p:extLst>
      <p:ext uri="{BB962C8B-B14F-4D97-AF65-F5344CB8AC3E}">
        <p14:creationId xmlns:p14="http://schemas.microsoft.com/office/powerpoint/2010/main" val="27534080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5A7F4-D149-E44E-8221-D5525699DE4B}"/>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19C089EB-063F-51B0-BDBF-D6877A489135}"/>
              </a:ext>
            </a:extLst>
          </p:cNvPr>
          <p:cNvSpPr>
            <a:spLocks noGrp="1"/>
          </p:cNvSpPr>
          <p:nvPr>
            <p:ph type="dt" sz="half" idx="10"/>
          </p:nvPr>
        </p:nvSpPr>
        <p:spPr/>
        <p:txBody>
          <a:bodyPr/>
          <a:lstStyle/>
          <a:p>
            <a:fld id="{71A39EF6-AF95-4ACF-B35E-ACB6264B09CC}" type="datetime1">
              <a:rPr lang="fr-FR" smtClean="0"/>
              <a:t>04/03/2025</a:t>
            </a:fld>
            <a:endParaRPr lang="fr-FR"/>
          </a:p>
        </p:txBody>
      </p:sp>
      <p:sp>
        <p:nvSpPr>
          <p:cNvPr id="5" name="Espace réservé du numéro de diapositive 4">
            <a:extLst>
              <a:ext uri="{FF2B5EF4-FFF2-40B4-BE49-F238E27FC236}">
                <a16:creationId xmlns:a16="http://schemas.microsoft.com/office/drawing/2014/main" id="{0C02A9E6-D2D2-22FB-FEEE-4794BE82AF70}"/>
              </a:ext>
            </a:extLst>
          </p:cNvPr>
          <p:cNvSpPr>
            <a:spLocks noGrp="1"/>
          </p:cNvSpPr>
          <p:nvPr>
            <p:ph type="sldNum" sz="quarter" idx="12"/>
          </p:nvPr>
        </p:nvSpPr>
        <p:spPr/>
        <p:txBody>
          <a:bodyPr/>
          <a:lstStyle/>
          <a:p>
            <a:fld id="{C4B8AC06-870A-4C43-8EB6-F7945B1E9F37}" type="slidenum">
              <a:rPr lang="fr-FR" smtClean="0"/>
              <a:t>25</a:t>
            </a:fld>
            <a:endParaRPr lang="fr-FR"/>
          </a:p>
        </p:txBody>
      </p:sp>
      <p:sp>
        <p:nvSpPr>
          <p:cNvPr id="2" name="ZoneTexte 1">
            <a:extLst>
              <a:ext uri="{FF2B5EF4-FFF2-40B4-BE49-F238E27FC236}">
                <a16:creationId xmlns:a16="http://schemas.microsoft.com/office/drawing/2014/main" id="{4011519E-9207-5594-AD2E-F98767E89DAA}"/>
              </a:ext>
            </a:extLst>
          </p:cNvPr>
          <p:cNvSpPr txBox="1"/>
          <p:nvPr/>
        </p:nvSpPr>
        <p:spPr>
          <a:xfrm>
            <a:off x="2280402" y="1268286"/>
            <a:ext cx="2785374" cy="307777"/>
          </a:xfrm>
          <a:prstGeom prst="rect">
            <a:avLst/>
          </a:prstGeom>
          <a:noFill/>
        </p:spPr>
        <p:txBody>
          <a:bodyPr wrap="square">
            <a:spAutoFit/>
          </a:bodyPr>
          <a:lstStyle/>
          <a:p>
            <a:r>
              <a:rPr lang="fr-FR" sz="1400" b="1" dirty="0">
                <a:latin typeface="Calibri" panose="020F0502020204030204" pitchFamily="34" charset="0"/>
                <a:ea typeface="Calibri" panose="020F0502020204030204" pitchFamily="34" charset="0"/>
                <a:cs typeface="Calibri" panose="020F0502020204030204" pitchFamily="34" charset="0"/>
              </a:rPr>
              <a:t>Informatique système</a:t>
            </a:r>
          </a:p>
        </p:txBody>
      </p:sp>
      <p:sp>
        <p:nvSpPr>
          <p:cNvPr id="10" name="ZoneTexte 9">
            <a:extLst>
              <a:ext uri="{FF2B5EF4-FFF2-40B4-BE49-F238E27FC236}">
                <a16:creationId xmlns:a16="http://schemas.microsoft.com/office/drawing/2014/main" id="{64FF63FF-77BA-31C2-2DF3-81CD758B5248}"/>
              </a:ext>
            </a:extLst>
          </p:cNvPr>
          <p:cNvSpPr txBox="1"/>
          <p:nvPr/>
        </p:nvSpPr>
        <p:spPr>
          <a:xfrm>
            <a:off x="4099434" y="1576063"/>
            <a:ext cx="6094476" cy="307777"/>
          </a:xfrm>
          <a:prstGeom prst="rect">
            <a:avLst/>
          </a:prstGeom>
          <a:noFill/>
        </p:spPr>
        <p:txBody>
          <a:bodyPr wrap="square">
            <a:spAutoFit/>
          </a:bodyPr>
          <a:lstStyle/>
          <a:p>
            <a:pPr algn="ctr"/>
            <a:r>
              <a:rPr lang="fr-FR" sz="1400" dirty="0" err="1"/>
              <a:t>Getac</a:t>
            </a:r>
            <a:r>
              <a:rPr lang="fr-FR" sz="1400" dirty="0"/>
              <a:t> S410</a:t>
            </a:r>
            <a:endParaRPr lang="fr-FR" sz="1400" dirty="0">
              <a:latin typeface="Calibri" panose="020F0502020204030204" pitchFamily="34" charset="0"/>
              <a:ea typeface="Calibri" panose="020F0502020204030204" pitchFamily="34" charset="0"/>
              <a:cs typeface="Calibri" panose="020F0502020204030204" pitchFamily="34" charset="0"/>
            </a:endParaRPr>
          </a:p>
        </p:txBody>
      </p:sp>
      <p:pic>
        <p:nvPicPr>
          <p:cNvPr id="13314" name="Picture 2" descr="Notebook semi durci S410 ｜Getac">
            <a:extLst>
              <a:ext uri="{FF2B5EF4-FFF2-40B4-BE49-F238E27FC236}">
                <a16:creationId xmlns:a16="http://schemas.microsoft.com/office/drawing/2014/main" id="{EDA593A5-B09F-B580-94AD-B75599F68C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76819" y="1883840"/>
            <a:ext cx="2139696" cy="133731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Tableau 7">
            <a:extLst>
              <a:ext uri="{FF2B5EF4-FFF2-40B4-BE49-F238E27FC236}">
                <a16:creationId xmlns:a16="http://schemas.microsoft.com/office/drawing/2014/main" id="{6C69AE6C-49FC-7228-64B6-464B74C81C60}"/>
              </a:ext>
            </a:extLst>
          </p:cNvPr>
          <p:cNvGraphicFramePr>
            <a:graphicFrameLocks noGrp="1"/>
          </p:cNvGraphicFramePr>
          <p:nvPr>
            <p:extLst>
              <p:ext uri="{D42A27DB-BD31-4B8C-83A1-F6EECF244321}">
                <p14:modId xmlns:p14="http://schemas.microsoft.com/office/powerpoint/2010/main" val="4232981627"/>
              </p:ext>
            </p:extLst>
          </p:nvPr>
        </p:nvGraphicFramePr>
        <p:xfrm>
          <a:off x="4133483" y="3429000"/>
          <a:ext cx="6026368" cy="2749553"/>
        </p:xfrm>
        <a:graphic>
          <a:graphicData uri="http://schemas.openxmlformats.org/drawingml/2006/table">
            <a:tbl>
              <a:tblPr/>
              <a:tblGrid>
                <a:gridCol w="3013184">
                  <a:extLst>
                    <a:ext uri="{9D8B030D-6E8A-4147-A177-3AD203B41FA5}">
                      <a16:colId xmlns:a16="http://schemas.microsoft.com/office/drawing/2014/main" val="176939889"/>
                    </a:ext>
                  </a:extLst>
                </a:gridCol>
                <a:gridCol w="3013184">
                  <a:extLst>
                    <a:ext uri="{9D8B030D-6E8A-4147-A177-3AD203B41FA5}">
                      <a16:colId xmlns:a16="http://schemas.microsoft.com/office/drawing/2014/main" val="1306352722"/>
                    </a:ext>
                  </a:extLst>
                </a:gridCol>
              </a:tblGrid>
              <a:tr h="157027">
                <a:tc>
                  <a:txBody>
                    <a:bodyPr/>
                    <a:lstStyle/>
                    <a:p>
                      <a:pPr algn="ctr" fontAlgn="ctr"/>
                      <a:r>
                        <a:rPr lang="fr-FR" sz="1000" b="1" i="0" u="none" strike="noStrike">
                          <a:solidFill>
                            <a:srgbClr val="000000"/>
                          </a:solidFill>
                          <a:effectLst/>
                          <a:latin typeface="Aptos Narrow" panose="020B0004020202020204" pitchFamily="34" charset="0"/>
                        </a:rPr>
                        <a:t>Caractéristique</a:t>
                      </a:r>
                    </a:p>
                  </a:txBody>
                  <a:tcPr marL="6216" marR="6216" marT="6216" marB="0" anchor="ctr">
                    <a:lnL>
                      <a:noFill/>
                    </a:lnL>
                    <a:lnR>
                      <a:noFill/>
                    </a:lnR>
                    <a:lnT>
                      <a:noFill/>
                    </a:lnT>
                    <a:lnB>
                      <a:noFill/>
                    </a:lnB>
                    <a:noFill/>
                  </a:tcPr>
                </a:tc>
                <a:tc>
                  <a:txBody>
                    <a:bodyPr/>
                    <a:lstStyle/>
                    <a:p>
                      <a:pPr algn="ctr" fontAlgn="ctr"/>
                      <a:r>
                        <a:rPr lang="fr-FR" sz="1000" b="1" i="0" u="none" strike="noStrike" dirty="0">
                          <a:solidFill>
                            <a:srgbClr val="000000"/>
                          </a:solidFill>
                          <a:effectLst/>
                          <a:latin typeface="Aptos Narrow" panose="020B0004020202020204" pitchFamily="34" charset="0"/>
                        </a:rPr>
                        <a:t>Description</a:t>
                      </a:r>
                    </a:p>
                  </a:txBody>
                  <a:tcPr marL="6216" marR="6216" marT="6216" marB="0" anchor="ctr">
                    <a:lnL>
                      <a:noFill/>
                    </a:lnL>
                    <a:lnR>
                      <a:noFill/>
                    </a:lnR>
                    <a:lnT>
                      <a:noFill/>
                    </a:lnT>
                    <a:lnB>
                      <a:noFill/>
                    </a:lnB>
                    <a:noFill/>
                  </a:tcPr>
                </a:tc>
                <a:extLst>
                  <a:ext uri="{0D108BD9-81ED-4DB2-BD59-A6C34878D82A}">
                    <a16:rowId xmlns:a16="http://schemas.microsoft.com/office/drawing/2014/main" val="1608237273"/>
                  </a:ext>
                </a:extLst>
              </a:tr>
              <a:tr h="706619">
                <a:tc>
                  <a:txBody>
                    <a:bodyPr/>
                    <a:lstStyle/>
                    <a:p>
                      <a:pPr algn="l" fontAlgn="ctr"/>
                      <a:r>
                        <a:rPr lang="fr-FR" sz="1000" b="1" i="0" u="none" strike="noStrike" dirty="0">
                          <a:solidFill>
                            <a:srgbClr val="000000"/>
                          </a:solidFill>
                          <a:effectLst/>
                          <a:latin typeface="Aptos Narrow" panose="020B0004020202020204" pitchFamily="34" charset="0"/>
                        </a:rPr>
                        <a:t>Rôle</a:t>
                      </a:r>
                    </a:p>
                  </a:txBody>
                  <a:tcPr marL="6216" marR="6216" marT="6216" marB="0" anchor="ctr">
                    <a:lnL>
                      <a:noFill/>
                    </a:lnL>
                    <a:lnR>
                      <a:noFill/>
                    </a:lnR>
                    <a:lnT>
                      <a:noFill/>
                    </a:lnT>
                    <a:lnB>
                      <a:noFill/>
                    </a:lnB>
                    <a:noFill/>
                  </a:tcPr>
                </a:tc>
                <a:tc>
                  <a:txBody>
                    <a:bodyPr/>
                    <a:lstStyle/>
                    <a:p>
                      <a:pPr algn="l" fontAlgn="ctr"/>
                      <a:r>
                        <a:rPr lang="fr-FR" sz="1000" b="0" i="0" u="none" strike="noStrike">
                          <a:solidFill>
                            <a:srgbClr val="000000"/>
                          </a:solidFill>
                          <a:effectLst/>
                          <a:latin typeface="Aptos Narrow" panose="020B0004020202020204" pitchFamily="34" charset="0"/>
                        </a:rPr>
                        <a:t>Utilisation en environnement industriel (atelier, entrepôt, unités de production)</a:t>
                      </a:r>
                    </a:p>
                  </a:txBody>
                  <a:tcPr marL="6216" marR="6216" marT="6216" marB="0" anchor="ctr">
                    <a:lnL>
                      <a:noFill/>
                    </a:lnL>
                    <a:lnR>
                      <a:noFill/>
                    </a:lnR>
                    <a:lnT>
                      <a:noFill/>
                    </a:lnT>
                    <a:lnB>
                      <a:noFill/>
                    </a:lnB>
                    <a:noFill/>
                  </a:tcPr>
                </a:tc>
                <a:extLst>
                  <a:ext uri="{0D108BD9-81ED-4DB2-BD59-A6C34878D82A}">
                    <a16:rowId xmlns:a16="http://schemas.microsoft.com/office/drawing/2014/main" val="1886847468"/>
                  </a:ext>
                </a:extLst>
              </a:tr>
              <a:tr h="471080">
                <a:tc>
                  <a:txBody>
                    <a:bodyPr/>
                    <a:lstStyle/>
                    <a:p>
                      <a:pPr algn="l" fontAlgn="ctr"/>
                      <a:r>
                        <a:rPr lang="fr-FR" sz="1000" b="1" i="0" u="none" strike="noStrike">
                          <a:solidFill>
                            <a:srgbClr val="000000"/>
                          </a:solidFill>
                          <a:effectLst/>
                          <a:latin typeface="Aptos Narrow" panose="020B0004020202020204" pitchFamily="34" charset="0"/>
                        </a:rPr>
                        <a:t>Avantages</a:t>
                      </a:r>
                    </a:p>
                  </a:txBody>
                  <a:tcPr marL="6216" marR="6216" marT="6216" marB="0" anchor="ctr">
                    <a:lnL>
                      <a:noFill/>
                    </a:lnL>
                    <a:lnR>
                      <a:noFill/>
                    </a:lnR>
                    <a:lnT>
                      <a:noFill/>
                    </a:lnT>
                    <a:lnB>
                      <a:noFill/>
                    </a:lnB>
                    <a:noFill/>
                  </a:tcPr>
                </a:tc>
                <a:tc>
                  <a:txBody>
                    <a:bodyPr/>
                    <a:lstStyle/>
                    <a:p>
                      <a:pPr algn="l" fontAlgn="ctr"/>
                      <a:r>
                        <a:rPr lang="fr-FR" sz="1000" b="0" i="0" u="none" strike="noStrike">
                          <a:solidFill>
                            <a:srgbClr val="000000"/>
                          </a:solidFill>
                          <a:effectLst/>
                          <a:latin typeface="Aptos Narrow" panose="020B0004020202020204" pitchFamily="34" charset="0"/>
                        </a:rPr>
                        <a:t>Robuste, résistant aux chocs, adapté aux conditions difficiles</a:t>
                      </a:r>
                    </a:p>
                  </a:txBody>
                  <a:tcPr marL="6216" marR="6216" marT="6216" marB="0" anchor="ctr">
                    <a:lnL>
                      <a:noFill/>
                    </a:lnL>
                    <a:lnR>
                      <a:noFill/>
                    </a:lnR>
                    <a:lnT>
                      <a:noFill/>
                    </a:lnT>
                    <a:lnB>
                      <a:noFill/>
                    </a:lnB>
                    <a:noFill/>
                  </a:tcPr>
                </a:tc>
                <a:extLst>
                  <a:ext uri="{0D108BD9-81ED-4DB2-BD59-A6C34878D82A}">
                    <a16:rowId xmlns:a16="http://schemas.microsoft.com/office/drawing/2014/main" val="3509243512"/>
                  </a:ext>
                </a:extLst>
              </a:tr>
              <a:tr h="785132">
                <a:tc>
                  <a:txBody>
                    <a:bodyPr/>
                    <a:lstStyle/>
                    <a:p>
                      <a:pPr algn="l" fontAlgn="ctr"/>
                      <a:r>
                        <a:rPr lang="fr-FR" sz="1000" b="1" i="0" u="none" strike="noStrike">
                          <a:solidFill>
                            <a:srgbClr val="000000"/>
                          </a:solidFill>
                          <a:effectLst/>
                          <a:latin typeface="Aptos Narrow" panose="020B0004020202020204" pitchFamily="34" charset="0"/>
                        </a:rPr>
                        <a:t>Fonctionnalités</a:t>
                      </a:r>
                    </a:p>
                  </a:txBody>
                  <a:tcPr marL="6216" marR="6216" marT="6216" marB="0" anchor="ctr">
                    <a:lnL>
                      <a:noFill/>
                    </a:lnL>
                    <a:lnR>
                      <a:noFill/>
                    </a:lnR>
                    <a:lnT>
                      <a:noFill/>
                    </a:lnT>
                    <a:lnB>
                      <a:noFill/>
                    </a:lnB>
                    <a:noFill/>
                  </a:tcPr>
                </a:tc>
                <a:tc>
                  <a:txBody>
                    <a:bodyPr/>
                    <a:lstStyle/>
                    <a:p>
                      <a:pPr algn="l" fontAlgn="ctr"/>
                      <a:r>
                        <a:rPr lang="fr-FR" sz="1000" b="0" i="0" u="none" strike="noStrike">
                          <a:solidFill>
                            <a:srgbClr val="000000"/>
                          </a:solidFill>
                          <a:effectLst/>
                          <a:latin typeface="Aptos Narrow" panose="020B0004020202020204" pitchFamily="34" charset="0"/>
                        </a:rPr>
                        <a:t>Écran 14", Intel Core i5, 8 Go RAM, 256 Go SSD, boîtier renforcé, certifications MIL-STD-810G</a:t>
                      </a:r>
                    </a:p>
                  </a:txBody>
                  <a:tcPr marL="6216" marR="6216" marT="6216" marB="0" anchor="ctr">
                    <a:lnL>
                      <a:noFill/>
                    </a:lnL>
                    <a:lnR>
                      <a:noFill/>
                    </a:lnR>
                    <a:lnT>
                      <a:noFill/>
                    </a:lnT>
                    <a:lnB>
                      <a:noFill/>
                    </a:lnB>
                    <a:noFill/>
                  </a:tcPr>
                </a:tc>
                <a:extLst>
                  <a:ext uri="{0D108BD9-81ED-4DB2-BD59-A6C34878D82A}">
                    <a16:rowId xmlns:a16="http://schemas.microsoft.com/office/drawing/2014/main" val="3756145689"/>
                  </a:ext>
                </a:extLst>
              </a:tr>
              <a:tr h="628106">
                <a:tc>
                  <a:txBody>
                    <a:bodyPr/>
                    <a:lstStyle/>
                    <a:p>
                      <a:pPr algn="l" fontAlgn="ctr"/>
                      <a:r>
                        <a:rPr lang="fr-FR" sz="1000" b="1" i="0" u="none" strike="noStrike">
                          <a:solidFill>
                            <a:srgbClr val="000000"/>
                          </a:solidFill>
                          <a:effectLst/>
                          <a:latin typeface="Aptos Narrow" panose="020B0004020202020204" pitchFamily="34" charset="0"/>
                        </a:rPr>
                        <a:t>Pourquoi ce choix ?</a:t>
                      </a:r>
                    </a:p>
                  </a:txBody>
                  <a:tcPr marL="6216" marR="6216" marT="6216" marB="0" anchor="ctr">
                    <a:lnL>
                      <a:noFill/>
                    </a:lnL>
                    <a:lnR>
                      <a:noFill/>
                    </a:lnR>
                    <a:lnT>
                      <a:noFill/>
                    </a:lnT>
                    <a:lnB>
                      <a:noFill/>
                    </a:lnB>
                    <a:noFill/>
                  </a:tcPr>
                </a:tc>
                <a:tc>
                  <a:txBody>
                    <a:bodyPr/>
                    <a:lstStyle/>
                    <a:p>
                      <a:pPr algn="l" fontAlgn="ctr"/>
                      <a:r>
                        <a:rPr lang="fr-FR" sz="1000" b="0" i="0" u="none" strike="noStrike" dirty="0">
                          <a:solidFill>
                            <a:srgbClr val="000000"/>
                          </a:solidFill>
                          <a:effectLst/>
                          <a:latin typeface="Aptos Narrow" panose="020B0004020202020204" pitchFamily="34" charset="0"/>
                        </a:rPr>
                        <a:t>Assure la fiabilité même dans des environnements industriels exigeants</a:t>
                      </a:r>
                    </a:p>
                  </a:txBody>
                  <a:tcPr marL="6216" marR="6216" marT="6216" marB="0" anchor="ctr">
                    <a:lnL>
                      <a:noFill/>
                    </a:lnL>
                    <a:lnR>
                      <a:noFill/>
                    </a:lnR>
                    <a:lnT>
                      <a:noFill/>
                    </a:lnT>
                    <a:lnB>
                      <a:noFill/>
                    </a:lnB>
                    <a:noFill/>
                  </a:tcPr>
                </a:tc>
                <a:extLst>
                  <a:ext uri="{0D108BD9-81ED-4DB2-BD59-A6C34878D82A}">
                    <a16:rowId xmlns:a16="http://schemas.microsoft.com/office/drawing/2014/main" val="731607376"/>
                  </a:ext>
                </a:extLst>
              </a:tr>
            </a:tbl>
          </a:graphicData>
        </a:graphic>
      </p:graphicFrame>
      <p:sp>
        <p:nvSpPr>
          <p:cNvPr id="9" name="ZoneTexte 8">
            <a:extLst>
              <a:ext uri="{FF2B5EF4-FFF2-40B4-BE49-F238E27FC236}">
                <a16:creationId xmlns:a16="http://schemas.microsoft.com/office/drawing/2014/main" id="{9132353D-7AC4-4416-DDB4-5CF3AE9B0084}"/>
              </a:ext>
            </a:extLst>
          </p:cNvPr>
          <p:cNvSpPr txBox="1"/>
          <p:nvPr/>
        </p:nvSpPr>
        <p:spPr>
          <a:xfrm>
            <a:off x="4774440" y="94283"/>
            <a:ext cx="4744464" cy="338554"/>
          </a:xfrm>
          <a:prstGeom prst="rect">
            <a:avLst/>
          </a:prstGeom>
          <a:noFill/>
        </p:spPr>
        <p:txBody>
          <a:bodyPr wrap="square">
            <a:spAutoFit/>
          </a:bodyPr>
          <a:lstStyle/>
          <a:p>
            <a:pPr algn="ctr"/>
            <a:r>
              <a:rPr lang="fr-FR" sz="1600" b="1" dirty="0">
                <a:solidFill>
                  <a:schemeClr val="bg1"/>
                </a:solidFill>
                <a:latin typeface="Calibri" panose="020F0502020204030204" pitchFamily="34" charset="0"/>
                <a:ea typeface="Calibri" panose="020F0502020204030204" pitchFamily="34" charset="0"/>
                <a:cs typeface="Calibri" panose="020F0502020204030204" pitchFamily="34" charset="0"/>
              </a:rPr>
              <a:t>5. Nouveau SI</a:t>
            </a:r>
          </a:p>
        </p:txBody>
      </p:sp>
      <p:sp>
        <p:nvSpPr>
          <p:cNvPr id="30" name="ZoneTexte 29">
            <a:extLst>
              <a:ext uri="{FF2B5EF4-FFF2-40B4-BE49-F238E27FC236}">
                <a16:creationId xmlns:a16="http://schemas.microsoft.com/office/drawing/2014/main" id="{9085D0ED-5A8E-47BC-14C2-81E79712C83F}"/>
              </a:ext>
            </a:extLst>
          </p:cNvPr>
          <p:cNvSpPr txBox="1"/>
          <p:nvPr/>
        </p:nvSpPr>
        <p:spPr>
          <a:xfrm>
            <a:off x="-36845" y="2433036"/>
            <a:ext cx="189224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1. Introduction &amp; Contexte</a:t>
            </a:r>
          </a:p>
        </p:txBody>
      </p:sp>
      <p:sp>
        <p:nvSpPr>
          <p:cNvPr id="31" name="ZoneTexte 30">
            <a:extLst>
              <a:ext uri="{FF2B5EF4-FFF2-40B4-BE49-F238E27FC236}">
                <a16:creationId xmlns:a16="http://schemas.microsoft.com/office/drawing/2014/main" id="{C8F2BDC7-16B1-0877-03FB-D9EBB19ECC22}"/>
              </a:ext>
            </a:extLst>
          </p:cNvPr>
          <p:cNvSpPr txBox="1"/>
          <p:nvPr/>
        </p:nvSpPr>
        <p:spPr>
          <a:xfrm>
            <a:off x="-32814" y="2711031"/>
            <a:ext cx="177119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2. L’existant &amp; Limitations</a:t>
            </a:r>
          </a:p>
        </p:txBody>
      </p:sp>
      <p:sp>
        <p:nvSpPr>
          <p:cNvPr id="32" name="ZoneTexte 31">
            <a:extLst>
              <a:ext uri="{FF2B5EF4-FFF2-40B4-BE49-F238E27FC236}">
                <a16:creationId xmlns:a16="http://schemas.microsoft.com/office/drawing/2014/main" id="{CD2B36D3-28EA-32D3-6B96-1D190151E7A1}"/>
              </a:ext>
            </a:extLst>
          </p:cNvPr>
          <p:cNvSpPr txBox="1"/>
          <p:nvPr/>
        </p:nvSpPr>
        <p:spPr>
          <a:xfrm>
            <a:off x="-32817" y="2988030"/>
            <a:ext cx="136191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3. Note de cadrage</a:t>
            </a:r>
          </a:p>
        </p:txBody>
      </p:sp>
      <p:sp>
        <p:nvSpPr>
          <p:cNvPr id="33" name="ZoneTexte 32">
            <a:extLst>
              <a:ext uri="{FF2B5EF4-FFF2-40B4-BE49-F238E27FC236}">
                <a16:creationId xmlns:a16="http://schemas.microsoft.com/office/drawing/2014/main" id="{0296EBD9-9504-1A3B-50EF-B1DD58BF56F6}"/>
              </a:ext>
            </a:extLst>
          </p:cNvPr>
          <p:cNvSpPr txBox="1"/>
          <p:nvPr/>
        </p:nvSpPr>
        <p:spPr>
          <a:xfrm>
            <a:off x="-32816" y="3265029"/>
            <a:ext cx="155702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4. Analyse des risques</a:t>
            </a:r>
          </a:p>
        </p:txBody>
      </p:sp>
      <p:sp>
        <p:nvSpPr>
          <p:cNvPr id="34" name="ZoneTexte 33">
            <a:extLst>
              <a:ext uri="{FF2B5EF4-FFF2-40B4-BE49-F238E27FC236}">
                <a16:creationId xmlns:a16="http://schemas.microsoft.com/office/drawing/2014/main" id="{4BF875DA-246E-2869-B4B8-1E1BB126E301}"/>
              </a:ext>
            </a:extLst>
          </p:cNvPr>
          <p:cNvSpPr txBox="1"/>
          <p:nvPr/>
        </p:nvSpPr>
        <p:spPr>
          <a:xfrm>
            <a:off x="1235277" y="3542028"/>
            <a:ext cx="1063304" cy="276999"/>
          </a:xfrm>
          <a:prstGeom prst="rect">
            <a:avLst/>
          </a:prstGeom>
          <a:noFill/>
        </p:spPr>
        <p:txBody>
          <a:bodyPr wrap="none" rtlCol="0">
            <a:spAutoFit/>
          </a:bodyPr>
          <a:lstStyle/>
          <a:p>
            <a:r>
              <a:rPr lang="fr-FR" sz="1200" b="1" dirty="0">
                <a:solidFill>
                  <a:srgbClr val="C00000"/>
                </a:solidFill>
                <a:latin typeface="Calibri" panose="020F0502020204030204" pitchFamily="34" charset="0"/>
                <a:ea typeface="Calibri" panose="020F0502020204030204" pitchFamily="34" charset="0"/>
                <a:cs typeface="Calibri" panose="020F0502020204030204" pitchFamily="34" charset="0"/>
              </a:rPr>
              <a:t>5. Nouveau SI</a:t>
            </a:r>
          </a:p>
        </p:txBody>
      </p:sp>
      <p:sp>
        <p:nvSpPr>
          <p:cNvPr id="35" name="ZoneTexte 34">
            <a:extLst>
              <a:ext uri="{FF2B5EF4-FFF2-40B4-BE49-F238E27FC236}">
                <a16:creationId xmlns:a16="http://schemas.microsoft.com/office/drawing/2014/main" id="{2B4BF936-3668-61F0-1ABF-455C84A38F74}"/>
              </a:ext>
            </a:extLst>
          </p:cNvPr>
          <p:cNvSpPr txBox="1"/>
          <p:nvPr/>
        </p:nvSpPr>
        <p:spPr>
          <a:xfrm>
            <a:off x="-13697" y="3821018"/>
            <a:ext cx="196835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6. Déploiement et formation</a:t>
            </a:r>
          </a:p>
        </p:txBody>
      </p:sp>
      <p:sp>
        <p:nvSpPr>
          <p:cNvPr id="36" name="ZoneTexte 35">
            <a:extLst>
              <a:ext uri="{FF2B5EF4-FFF2-40B4-BE49-F238E27FC236}">
                <a16:creationId xmlns:a16="http://schemas.microsoft.com/office/drawing/2014/main" id="{6860F52E-A125-7F20-B931-FAFFB7D71BCF}"/>
              </a:ext>
            </a:extLst>
          </p:cNvPr>
          <p:cNvSpPr txBox="1"/>
          <p:nvPr/>
        </p:nvSpPr>
        <p:spPr>
          <a:xfrm>
            <a:off x="-13697" y="4098017"/>
            <a:ext cx="1845955"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7. Contrat de maintenance</a:t>
            </a:r>
          </a:p>
        </p:txBody>
      </p:sp>
    </p:spTree>
    <p:extLst>
      <p:ext uri="{BB962C8B-B14F-4D97-AF65-F5344CB8AC3E}">
        <p14:creationId xmlns:p14="http://schemas.microsoft.com/office/powerpoint/2010/main" val="26851279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859F4-F678-8DEF-9F5D-2A2851AD6DCA}"/>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D8DFC2F2-15C5-3596-1761-5CCCA8A7D184}"/>
              </a:ext>
            </a:extLst>
          </p:cNvPr>
          <p:cNvSpPr>
            <a:spLocks noGrp="1"/>
          </p:cNvSpPr>
          <p:nvPr>
            <p:ph type="dt" sz="half" idx="10"/>
          </p:nvPr>
        </p:nvSpPr>
        <p:spPr/>
        <p:txBody>
          <a:bodyPr/>
          <a:lstStyle/>
          <a:p>
            <a:fld id="{71A39EF6-AF95-4ACF-B35E-ACB6264B09CC}" type="datetime1">
              <a:rPr lang="fr-FR" smtClean="0"/>
              <a:t>04/03/2025</a:t>
            </a:fld>
            <a:endParaRPr lang="fr-FR"/>
          </a:p>
        </p:txBody>
      </p:sp>
      <p:sp>
        <p:nvSpPr>
          <p:cNvPr id="5" name="Espace réservé du numéro de diapositive 4">
            <a:extLst>
              <a:ext uri="{FF2B5EF4-FFF2-40B4-BE49-F238E27FC236}">
                <a16:creationId xmlns:a16="http://schemas.microsoft.com/office/drawing/2014/main" id="{E6A38ECE-C9A3-0308-8152-069B41FA3285}"/>
              </a:ext>
            </a:extLst>
          </p:cNvPr>
          <p:cNvSpPr>
            <a:spLocks noGrp="1"/>
          </p:cNvSpPr>
          <p:nvPr>
            <p:ph type="sldNum" sz="quarter" idx="12"/>
          </p:nvPr>
        </p:nvSpPr>
        <p:spPr/>
        <p:txBody>
          <a:bodyPr/>
          <a:lstStyle/>
          <a:p>
            <a:fld id="{C4B8AC06-870A-4C43-8EB6-F7945B1E9F37}" type="slidenum">
              <a:rPr lang="fr-FR" smtClean="0"/>
              <a:t>26</a:t>
            </a:fld>
            <a:endParaRPr lang="fr-FR"/>
          </a:p>
        </p:txBody>
      </p:sp>
      <p:sp>
        <p:nvSpPr>
          <p:cNvPr id="2" name="ZoneTexte 1">
            <a:extLst>
              <a:ext uri="{FF2B5EF4-FFF2-40B4-BE49-F238E27FC236}">
                <a16:creationId xmlns:a16="http://schemas.microsoft.com/office/drawing/2014/main" id="{7B210B08-EBC4-5524-5402-2D00D0D75A7D}"/>
              </a:ext>
            </a:extLst>
          </p:cNvPr>
          <p:cNvSpPr txBox="1"/>
          <p:nvPr/>
        </p:nvSpPr>
        <p:spPr>
          <a:xfrm>
            <a:off x="2280402" y="1268286"/>
            <a:ext cx="2785374" cy="307777"/>
          </a:xfrm>
          <a:prstGeom prst="rect">
            <a:avLst/>
          </a:prstGeom>
          <a:noFill/>
        </p:spPr>
        <p:txBody>
          <a:bodyPr wrap="square">
            <a:spAutoFit/>
          </a:bodyPr>
          <a:lstStyle/>
          <a:p>
            <a:r>
              <a:rPr lang="fr-FR" sz="1400" b="1" dirty="0">
                <a:latin typeface="Calibri" panose="020F0502020204030204" pitchFamily="34" charset="0"/>
                <a:ea typeface="Calibri" panose="020F0502020204030204" pitchFamily="34" charset="0"/>
                <a:cs typeface="Calibri" panose="020F0502020204030204" pitchFamily="34" charset="0"/>
              </a:rPr>
              <a:t>Informatique industrielle</a:t>
            </a:r>
          </a:p>
        </p:txBody>
      </p:sp>
      <p:sp>
        <p:nvSpPr>
          <p:cNvPr id="10" name="ZoneTexte 9">
            <a:extLst>
              <a:ext uri="{FF2B5EF4-FFF2-40B4-BE49-F238E27FC236}">
                <a16:creationId xmlns:a16="http://schemas.microsoft.com/office/drawing/2014/main" id="{313F8214-43BF-7CC8-3984-E74CC679921A}"/>
              </a:ext>
            </a:extLst>
          </p:cNvPr>
          <p:cNvSpPr txBox="1"/>
          <p:nvPr/>
        </p:nvSpPr>
        <p:spPr>
          <a:xfrm>
            <a:off x="4099434" y="1576063"/>
            <a:ext cx="6094476" cy="307777"/>
          </a:xfrm>
          <a:prstGeom prst="rect">
            <a:avLst/>
          </a:prstGeom>
          <a:noFill/>
        </p:spPr>
        <p:txBody>
          <a:bodyPr wrap="square">
            <a:spAutoFit/>
          </a:bodyPr>
          <a:lstStyle/>
          <a:p>
            <a:pPr algn="ctr"/>
            <a:r>
              <a:rPr lang="fr-FR" sz="1400" dirty="0"/>
              <a:t>Zebra ET56</a:t>
            </a:r>
            <a:endParaRPr lang="fr-FR" sz="1400" dirty="0">
              <a:latin typeface="Calibri" panose="020F0502020204030204" pitchFamily="34" charset="0"/>
              <a:ea typeface="Calibri" panose="020F0502020204030204" pitchFamily="34" charset="0"/>
              <a:cs typeface="Calibri" panose="020F0502020204030204" pitchFamily="34" charset="0"/>
            </a:endParaRPr>
          </a:p>
        </p:txBody>
      </p:sp>
      <p:pic>
        <p:nvPicPr>
          <p:cNvPr id="15362" name="Picture 2" descr="Zebra ET56 - Rugged - tablet | SHI">
            <a:extLst>
              <a:ext uri="{FF2B5EF4-FFF2-40B4-BE49-F238E27FC236}">
                <a16:creationId xmlns:a16="http://schemas.microsoft.com/office/drawing/2014/main" id="{58811B98-EA1B-7F5A-D35B-A3D94CA0D4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99798" y="1861538"/>
            <a:ext cx="1693735" cy="126866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au 2">
            <a:extLst>
              <a:ext uri="{FF2B5EF4-FFF2-40B4-BE49-F238E27FC236}">
                <a16:creationId xmlns:a16="http://schemas.microsoft.com/office/drawing/2014/main" id="{7F90A2AF-9B84-DF18-0959-6E2704529122}"/>
              </a:ext>
            </a:extLst>
          </p:cNvPr>
          <p:cNvGraphicFramePr>
            <a:graphicFrameLocks noGrp="1"/>
          </p:cNvGraphicFramePr>
          <p:nvPr>
            <p:extLst>
              <p:ext uri="{D42A27DB-BD31-4B8C-83A1-F6EECF244321}">
                <p14:modId xmlns:p14="http://schemas.microsoft.com/office/powerpoint/2010/main" val="2261921290"/>
              </p:ext>
            </p:extLst>
          </p:nvPr>
        </p:nvGraphicFramePr>
        <p:xfrm>
          <a:off x="4340745" y="3429000"/>
          <a:ext cx="5611840" cy="2749553"/>
        </p:xfrm>
        <a:graphic>
          <a:graphicData uri="http://schemas.openxmlformats.org/drawingml/2006/table">
            <a:tbl>
              <a:tblPr/>
              <a:tblGrid>
                <a:gridCol w="2805920">
                  <a:extLst>
                    <a:ext uri="{9D8B030D-6E8A-4147-A177-3AD203B41FA5}">
                      <a16:colId xmlns:a16="http://schemas.microsoft.com/office/drawing/2014/main" val="2794407780"/>
                    </a:ext>
                  </a:extLst>
                </a:gridCol>
                <a:gridCol w="2805920">
                  <a:extLst>
                    <a:ext uri="{9D8B030D-6E8A-4147-A177-3AD203B41FA5}">
                      <a16:colId xmlns:a16="http://schemas.microsoft.com/office/drawing/2014/main" val="2573610326"/>
                    </a:ext>
                  </a:extLst>
                </a:gridCol>
              </a:tblGrid>
              <a:tr h="157027">
                <a:tc>
                  <a:txBody>
                    <a:bodyPr/>
                    <a:lstStyle/>
                    <a:p>
                      <a:pPr algn="ctr" fontAlgn="ctr"/>
                      <a:r>
                        <a:rPr lang="fr-FR" sz="1000" b="1" i="0" u="none" strike="noStrike">
                          <a:solidFill>
                            <a:srgbClr val="000000"/>
                          </a:solidFill>
                          <a:effectLst/>
                          <a:latin typeface="Aptos Narrow" panose="020B0004020202020204" pitchFamily="34" charset="0"/>
                        </a:rPr>
                        <a:t>Caractéristique</a:t>
                      </a:r>
                    </a:p>
                  </a:txBody>
                  <a:tcPr marL="6216" marR="6216" marT="6216" marB="0" anchor="ctr">
                    <a:lnL>
                      <a:noFill/>
                    </a:lnL>
                    <a:lnR>
                      <a:noFill/>
                    </a:lnR>
                    <a:lnT>
                      <a:noFill/>
                    </a:lnT>
                    <a:lnB>
                      <a:noFill/>
                    </a:lnB>
                    <a:noFill/>
                  </a:tcPr>
                </a:tc>
                <a:tc>
                  <a:txBody>
                    <a:bodyPr/>
                    <a:lstStyle/>
                    <a:p>
                      <a:pPr algn="ctr" fontAlgn="ctr"/>
                      <a:r>
                        <a:rPr lang="fr-FR" sz="1000" b="1" i="0" u="none" strike="noStrike">
                          <a:solidFill>
                            <a:srgbClr val="000000"/>
                          </a:solidFill>
                          <a:effectLst/>
                          <a:latin typeface="Aptos Narrow" panose="020B0004020202020204" pitchFamily="34" charset="0"/>
                        </a:rPr>
                        <a:t>Description</a:t>
                      </a:r>
                    </a:p>
                  </a:txBody>
                  <a:tcPr marL="6216" marR="6216" marT="6216" marB="0" anchor="ctr">
                    <a:lnL>
                      <a:noFill/>
                    </a:lnL>
                    <a:lnR>
                      <a:noFill/>
                    </a:lnR>
                    <a:lnT>
                      <a:noFill/>
                    </a:lnT>
                    <a:lnB>
                      <a:noFill/>
                    </a:lnB>
                    <a:noFill/>
                  </a:tcPr>
                </a:tc>
                <a:extLst>
                  <a:ext uri="{0D108BD9-81ED-4DB2-BD59-A6C34878D82A}">
                    <a16:rowId xmlns:a16="http://schemas.microsoft.com/office/drawing/2014/main" val="2794500924"/>
                  </a:ext>
                </a:extLst>
              </a:tr>
              <a:tr h="471080">
                <a:tc>
                  <a:txBody>
                    <a:bodyPr/>
                    <a:lstStyle/>
                    <a:p>
                      <a:pPr algn="l" fontAlgn="ctr"/>
                      <a:r>
                        <a:rPr lang="fr-FR" sz="1000" b="1" i="0" u="none" strike="noStrike" dirty="0">
                          <a:solidFill>
                            <a:srgbClr val="000000"/>
                          </a:solidFill>
                          <a:effectLst/>
                          <a:latin typeface="Aptos Narrow" panose="020B0004020202020204" pitchFamily="34" charset="0"/>
                        </a:rPr>
                        <a:t>Rôle</a:t>
                      </a:r>
                    </a:p>
                  </a:txBody>
                  <a:tcPr marL="6216" marR="6216" marT="6216" marB="0" anchor="ctr">
                    <a:lnL>
                      <a:noFill/>
                    </a:lnL>
                    <a:lnR>
                      <a:noFill/>
                    </a:lnR>
                    <a:lnT>
                      <a:noFill/>
                    </a:lnT>
                    <a:lnB>
                      <a:noFill/>
                    </a:lnB>
                    <a:noFill/>
                  </a:tcPr>
                </a:tc>
                <a:tc>
                  <a:txBody>
                    <a:bodyPr/>
                    <a:lstStyle/>
                    <a:p>
                      <a:pPr algn="l" fontAlgn="ctr"/>
                      <a:r>
                        <a:rPr lang="fr-FR" sz="1000" b="0" i="0" u="none" strike="noStrike">
                          <a:solidFill>
                            <a:srgbClr val="000000"/>
                          </a:solidFill>
                          <a:effectLst/>
                          <a:latin typeface="Aptos Narrow" panose="020B0004020202020204" pitchFamily="34" charset="0"/>
                        </a:rPr>
                        <a:t>Faciliter la mobilité des opérateurs en production</a:t>
                      </a:r>
                    </a:p>
                  </a:txBody>
                  <a:tcPr marL="6216" marR="6216" marT="6216" marB="0" anchor="ctr">
                    <a:lnL>
                      <a:noFill/>
                    </a:lnL>
                    <a:lnR>
                      <a:noFill/>
                    </a:lnR>
                    <a:lnT>
                      <a:noFill/>
                    </a:lnT>
                    <a:lnB>
                      <a:noFill/>
                    </a:lnB>
                    <a:noFill/>
                  </a:tcPr>
                </a:tc>
                <a:extLst>
                  <a:ext uri="{0D108BD9-81ED-4DB2-BD59-A6C34878D82A}">
                    <a16:rowId xmlns:a16="http://schemas.microsoft.com/office/drawing/2014/main" val="2508980697"/>
                  </a:ext>
                </a:extLst>
              </a:tr>
              <a:tr h="392566">
                <a:tc>
                  <a:txBody>
                    <a:bodyPr/>
                    <a:lstStyle/>
                    <a:p>
                      <a:pPr algn="l" fontAlgn="ctr"/>
                      <a:r>
                        <a:rPr lang="fr-FR" sz="1000" b="1" i="0" u="none" strike="noStrike">
                          <a:solidFill>
                            <a:srgbClr val="000000"/>
                          </a:solidFill>
                          <a:effectLst/>
                          <a:latin typeface="Aptos Narrow" panose="020B0004020202020204" pitchFamily="34" charset="0"/>
                        </a:rPr>
                        <a:t>Avantages</a:t>
                      </a:r>
                    </a:p>
                  </a:txBody>
                  <a:tcPr marL="6216" marR="6216" marT="6216" marB="0" anchor="ctr">
                    <a:lnL>
                      <a:noFill/>
                    </a:lnL>
                    <a:lnR>
                      <a:noFill/>
                    </a:lnR>
                    <a:lnT>
                      <a:noFill/>
                    </a:lnT>
                    <a:lnB>
                      <a:noFill/>
                    </a:lnB>
                    <a:noFill/>
                  </a:tcPr>
                </a:tc>
                <a:tc>
                  <a:txBody>
                    <a:bodyPr/>
                    <a:lstStyle/>
                    <a:p>
                      <a:pPr algn="l" fontAlgn="ctr"/>
                      <a:r>
                        <a:rPr lang="fr-FR" sz="1000" b="0" i="0" u="none" strike="noStrike">
                          <a:solidFill>
                            <a:srgbClr val="000000"/>
                          </a:solidFill>
                          <a:effectLst/>
                          <a:latin typeface="Aptos Narrow" panose="020B0004020202020204" pitchFamily="34" charset="0"/>
                        </a:rPr>
                        <a:t>Robuste, étanche, batterie longue durée</a:t>
                      </a:r>
                    </a:p>
                  </a:txBody>
                  <a:tcPr marL="6216" marR="6216" marT="6216" marB="0" anchor="ctr">
                    <a:lnL>
                      <a:noFill/>
                    </a:lnL>
                    <a:lnR>
                      <a:noFill/>
                    </a:lnR>
                    <a:lnT>
                      <a:noFill/>
                    </a:lnT>
                    <a:lnB>
                      <a:noFill/>
                    </a:lnB>
                    <a:noFill/>
                  </a:tcPr>
                </a:tc>
                <a:extLst>
                  <a:ext uri="{0D108BD9-81ED-4DB2-BD59-A6C34878D82A}">
                    <a16:rowId xmlns:a16="http://schemas.microsoft.com/office/drawing/2014/main" val="648254858"/>
                  </a:ext>
                </a:extLst>
              </a:tr>
              <a:tr h="785132">
                <a:tc>
                  <a:txBody>
                    <a:bodyPr/>
                    <a:lstStyle/>
                    <a:p>
                      <a:pPr algn="l" fontAlgn="ctr"/>
                      <a:r>
                        <a:rPr lang="fr-FR" sz="1000" b="1" i="0" u="none" strike="noStrike">
                          <a:solidFill>
                            <a:srgbClr val="000000"/>
                          </a:solidFill>
                          <a:effectLst/>
                          <a:latin typeface="Aptos Narrow" panose="020B0004020202020204" pitchFamily="34" charset="0"/>
                        </a:rPr>
                        <a:t>Fonctionnalités</a:t>
                      </a:r>
                    </a:p>
                  </a:txBody>
                  <a:tcPr marL="6216" marR="6216" marT="6216" marB="0" anchor="ctr">
                    <a:lnL>
                      <a:noFill/>
                    </a:lnL>
                    <a:lnR>
                      <a:noFill/>
                    </a:lnR>
                    <a:lnT>
                      <a:noFill/>
                    </a:lnT>
                    <a:lnB>
                      <a:noFill/>
                    </a:lnB>
                    <a:noFill/>
                  </a:tcPr>
                </a:tc>
                <a:tc>
                  <a:txBody>
                    <a:bodyPr/>
                    <a:lstStyle/>
                    <a:p>
                      <a:pPr algn="l" fontAlgn="ctr"/>
                      <a:r>
                        <a:rPr lang="fr-FR" sz="1000" b="0" i="0" u="none" strike="noStrike">
                          <a:solidFill>
                            <a:srgbClr val="000000"/>
                          </a:solidFill>
                          <a:effectLst/>
                          <a:latin typeface="Aptos Narrow" panose="020B0004020202020204" pitchFamily="34" charset="0"/>
                        </a:rPr>
                        <a:t>Écran 10", connectivité Wi-Fi/4G, supporte les applications métiers (ERP, maintenance)</a:t>
                      </a:r>
                    </a:p>
                  </a:txBody>
                  <a:tcPr marL="6216" marR="6216" marT="6216" marB="0" anchor="ctr">
                    <a:lnL>
                      <a:noFill/>
                    </a:lnL>
                    <a:lnR>
                      <a:noFill/>
                    </a:lnR>
                    <a:lnT>
                      <a:noFill/>
                    </a:lnT>
                    <a:lnB>
                      <a:noFill/>
                    </a:lnB>
                    <a:noFill/>
                  </a:tcPr>
                </a:tc>
                <a:extLst>
                  <a:ext uri="{0D108BD9-81ED-4DB2-BD59-A6C34878D82A}">
                    <a16:rowId xmlns:a16="http://schemas.microsoft.com/office/drawing/2014/main" val="2123398212"/>
                  </a:ext>
                </a:extLst>
              </a:tr>
              <a:tr h="942159">
                <a:tc>
                  <a:txBody>
                    <a:bodyPr/>
                    <a:lstStyle/>
                    <a:p>
                      <a:pPr algn="l" fontAlgn="ctr"/>
                      <a:r>
                        <a:rPr lang="fr-FR" sz="1000" b="1" i="0" u="none" strike="noStrike">
                          <a:solidFill>
                            <a:srgbClr val="000000"/>
                          </a:solidFill>
                          <a:effectLst/>
                          <a:latin typeface="Aptos Narrow" panose="020B0004020202020204" pitchFamily="34" charset="0"/>
                        </a:rPr>
                        <a:t>Pourquoi ce choix ?</a:t>
                      </a:r>
                    </a:p>
                  </a:txBody>
                  <a:tcPr marL="6216" marR="6216" marT="6216" marB="0" anchor="ctr">
                    <a:lnL>
                      <a:noFill/>
                    </a:lnL>
                    <a:lnR>
                      <a:noFill/>
                    </a:lnR>
                    <a:lnT>
                      <a:noFill/>
                    </a:lnT>
                    <a:lnB>
                      <a:noFill/>
                    </a:lnB>
                    <a:noFill/>
                  </a:tcPr>
                </a:tc>
                <a:tc>
                  <a:txBody>
                    <a:bodyPr/>
                    <a:lstStyle/>
                    <a:p>
                      <a:pPr algn="l" fontAlgn="ctr"/>
                      <a:r>
                        <a:rPr lang="fr-FR" sz="1000" b="0" i="0" u="none" strike="noStrike" dirty="0">
                          <a:solidFill>
                            <a:srgbClr val="000000"/>
                          </a:solidFill>
                          <a:effectLst/>
                          <a:latin typeface="Aptos Narrow" panose="020B0004020202020204" pitchFamily="34" charset="0"/>
                        </a:rPr>
                        <a:t>Permet aux opérateurs de saisir des données en temps réel et d'accéder aux outils numériques sur le terrain</a:t>
                      </a:r>
                    </a:p>
                  </a:txBody>
                  <a:tcPr marL="6216" marR="6216" marT="6216" marB="0" anchor="ctr">
                    <a:lnL>
                      <a:noFill/>
                    </a:lnL>
                    <a:lnR>
                      <a:noFill/>
                    </a:lnR>
                    <a:lnT>
                      <a:noFill/>
                    </a:lnT>
                    <a:lnB>
                      <a:noFill/>
                    </a:lnB>
                    <a:noFill/>
                  </a:tcPr>
                </a:tc>
                <a:extLst>
                  <a:ext uri="{0D108BD9-81ED-4DB2-BD59-A6C34878D82A}">
                    <a16:rowId xmlns:a16="http://schemas.microsoft.com/office/drawing/2014/main" val="1357834726"/>
                  </a:ext>
                </a:extLst>
              </a:tr>
            </a:tbl>
          </a:graphicData>
        </a:graphic>
      </p:graphicFrame>
      <p:sp>
        <p:nvSpPr>
          <p:cNvPr id="8" name="ZoneTexte 7">
            <a:extLst>
              <a:ext uri="{FF2B5EF4-FFF2-40B4-BE49-F238E27FC236}">
                <a16:creationId xmlns:a16="http://schemas.microsoft.com/office/drawing/2014/main" id="{D3904213-B911-B3C5-3CFA-159E8DA46364}"/>
              </a:ext>
            </a:extLst>
          </p:cNvPr>
          <p:cNvSpPr txBox="1"/>
          <p:nvPr/>
        </p:nvSpPr>
        <p:spPr>
          <a:xfrm>
            <a:off x="4774440" y="94283"/>
            <a:ext cx="4744464" cy="338554"/>
          </a:xfrm>
          <a:prstGeom prst="rect">
            <a:avLst/>
          </a:prstGeom>
          <a:noFill/>
        </p:spPr>
        <p:txBody>
          <a:bodyPr wrap="square">
            <a:spAutoFit/>
          </a:bodyPr>
          <a:lstStyle/>
          <a:p>
            <a:pPr algn="ctr"/>
            <a:r>
              <a:rPr lang="fr-FR" sz="1600" b="1" dirty="0">
                <a:solidFill>
                  <a:schemeClr val="bg1"/>
                </a:solidFill>
                <a:latin typeface="Calibri" panose="020F0502020204030204" pitchFamily="34" charset="0"/>
                <a:ea typeface="Calibri" panose="020F0502020204030204" pitchFamily="34" charset="0"/>
                <a:cs typeface="Calibri" panose="020F0502020204030204" pitchFamily="34" charset="0"/>
              </a:rPr>
              <a:t>5. Nouveau SI</a:t>
            </a:r>
          </a:p>
        </p:txBody>
      </p:sp>
      <p:sp>
        <p:nvSpPr>
          <p:cNvPr id="30" name="ZoneTexte 29">
            <a:extLst>
              <a:ext uri="{FF2B5EF4-FFF2-40B4-BE49-F238E27FC236}">
                <a16:creationId xmlns:a16="http://schemas.microsoft.com/office/drawing/2014/main" id="{18906FC1-2DFC-8855-8378-0DA08F6FA095}"/>
              </a:ext>
            </a:extLst>
          </p:cNvPr>
          <p:cNvSpPr txBox="1"/>
          <p:nvPr/>
        </p:nvSpPr>
        <p:spPr>
          <a:xfrm>
            <a:off x="-36845" y="2433036"/>
            <a:ext cx="189224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1. Introduction &amp; Contexte</a:t>
            </a:r>
          </a:p>
        </p:txBody>
      </p:sp>
      <p:sp>
        <p:nvSpPr>
          <p:cNvPr id="31" name="ZoneTexte 30">
            <a:extLst>
              <a:ext uri="{FF2B5EF4-FFF2-40B4-BE49-F238E27FC236}">
                <a16:creationId xmlns:a16="http://schemas.microsoft.com/office/drawing/2014/main" id="{0BE7D7EB-2F1C-3B45-2F94-13CF33E18C54}"/>
              </a:ext>
            </a:extLst>
          </p:cNvPr>
          <p:cNvSpPr txBox="1"/>
          <p:nvPr/>
        </p:nvSpPr>
        <p:spPr>
          <a:xfrm>
            <a:off x="-32814" y="2711031"/>
            <a:ext cx="177119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2. L’existant &amp; Limitations</a:t>
            </a:r>
          </a:p>
        </p:txBody>
      </p:sp>
      <p:sp>
        <p:nvSpPr>
          <p:cNvPr id="32" name="ZoneTexte 31">
            <a:extLst>
              <a:ext uri="{FF2B5EF4-FFF2-40B4-BE49-F238E27FC236}">
                <a16:creationId xmlns:a16="http://schemas.microsoft.com/office/drawing/2014/main" id="{22B5B52E-0940-7CE2-CC3B-8895E9F17612}"/>
              </a:ext>
            </a:extLst>
          </p:cNvPr>
          <p:cNvSpPr txBox="1"/>
          <p:nvPr/>
        </p:nvSpPr>
        <p:spPr>
          <a:xfrm>
            <a:off x="-32817" y="2988030"/>
            <a:ext cx="136191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3. Note de cadrage</a:t>
            </a:r>
          </a:p>
        </p:txBody>
      </p:sp>
      <p:sp>
        <p:nvSpPr>
          <p:cNvPr id="33" name="ZoneTexte 32">
            <a:extLst>
              <a:ext uri="{FF2B5EF4-FFF2-40B4-BE49-F238E27FC236}">
                <a16:creationId xmlns:a16="http://schemas.microsoft.com/office/drawing/2014/main" id="{076AA6CB-4B54-2890-65CB-980329544598}"/>
              </a:ext>
            </a:extLst>
          </p:cNvPr>
          <p:cNvSpPr txBox="1"/>
          <p:nvPr/>
        </p:nvSpPr>
        <p:spPr>
          <a:xfrm>
            <a:off x="-32816" y="3265029"/>
            <a:ext cx="155702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4. Analyse des risques</a:t>
            </a:r>
          </a:p>
        </p:txBody>
      </p:sp>
      <p:sp>
        <p:nvSpPr>
          <p:cNvPr id="34" name="ZoneTexte 33">
            <a:extLst>
              <a:ext uri="{FF2B5EF4-FFF2-40B4-BE49-F238E27FC236}">
                <a16:creationId xmlns:a16="http://schemas.microsoft.com/office/drawing/2014/main" id="{57A56569-4A7C-4261-E842-D1985519BE16}"/>
              </a:ext>
            </a:extLst>
          </p:cNvPr>
          <p:cNvSpPr txBox="1"/>
          <p:nvPr/>
        </p:nvSpPr>
        <p:spPr>
          <a:xfrm>
            <a:off x="1235277" y="3542028"/>
            <a:ext cx="1063304" cy="276999"/>
          </a:xfrm>
          <a:prstGeom prst="rect">
            <a:avLst/>
          </a:prstGeom>
          <a:noFill/>
        </p:spPr>
        <p:txBody>
          <a:bodyPr wrap="none" rtlCol="0">
            <a:spAutoFit/>
          </a:bodyPr>
          <a:lstStyle/>
          <a:p>
            <a:r>
              <a:rPr lang="fr-FR" sz="1200" b="1" dirty="0">
                <a:solidFill>
                  <a:srgbClr val="C00000"/>
                </a:solidFill>
                <a:latin typeface="Calibri" panose="020F0502020204030204" pitchFamily="34" charset="0"/>
                <a:ea typeface="Calibri" panose="020F0502020204030204" pitchFamily="34" charset="0"/>
                <a:cs typeface="Calibri" panose="020F0502020204030204" pitchFamily="34" charset="0"/>
              </a:rPr>
              <a:t>5. Nouveau SI</a:t>
            </a:r>
          </a:p>
        </p:txBody>
      </p:sp>
      <p:sp>
        <p:nvSpPr>
          <p:cNvPr id="35" name="ZoneTexte 34">
            <a:extLst>
              <a:ext uri="{FF2B5EF4-FFF2-40B4-BE49-F238E27FC236}">
                <a16:creationId xmlns:a16="http://schemas.microsoft.com/office/drawing/2014/main" id="{E156C321-FBA3-C609-24E4-FE6E8C5014C3}"/>
              </a:ext>
            </a:extLst>
          </p:cNvPr>
          <p:cNvSpPr txBox="1"/>
          <p:nvPr/>
        </p:nvSpPr>
        <p:spPr>
          <a:xfrm>
            <a:off x="-13697" y="3821018"/>
            <a:ext cx="196835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6. Déploiement et formation</a:t>
            </a:r>
          </a:p>
        </p:txBody>
      </p:sp>
      <p:sp>
        <p:nvSpPr>
          <p:cNvPr id="36" name="ZoneTexte 35">
            <a:extLst>
              <a:ext uri="{FF2B5EF4-FFF2-40B4-BE49-F238E27FC236}">
                <a16:creationId xmlns:a16="http://schemas.microsoft.com/office/drawing/2014/main" id="{DB5D82FF-E8CD-149A-219F-EB79A2D26B93}"/>
              </a:ext>
            </a:extLst>
          </p:cNvPr>
          <p:cNvSpPr txBox="1"/>
          <p:nvPr/>
        </p:nvSpPr>
        <p:spPr>
          <a:xfrm>
            <a:off x="-13697" y="4098017"/>
            <a:ext cx="1845955"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7. Contrat de maintenance</a:t>
            </a:r>
          </a:p>
        </p:txBody>
      </p:sp>
    </p:spTree>
    <p:extLst>
      <p:ext uri="{BB962C8B-B14F-4D97-AF65-F5344CB8AC3E}">
        <p14:creationId xmlns:p14="http://schemas.microsoft.com/office/powerpoint/2010/main" val="41959295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693F5-3487-712F-7E1E-6E89AE7AAB10}"/>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8C286C22-92C0-9B9B-5AB6-1A81F9145C7F}"/>
              </a:ext>
            </a:extLst>
          </p:cNvPr>
          <p:cNvSpPr>
            <a:spLocks noGrp="1"/>
          </p:cNvSpPr>
          <p:nvPr>
            <p:ph type="dt" sz="half" idx="10"/>
          </p:nvPr>
        </p:nvSpPr>
        <p:spPr/>
        <p:txBody>
          <a:bodyPr/>
          <a:lstStyle/>
          <a:p>
            <a:fld id="{71A39EF6-AF95-4ACF-B35E-ACB6264B09CC}" type="datetime1">
              <a:rPr lang="fr-FR" smtClean="0"/>
              <a:t>04/03/2025</a:t>
            </a:fld>
            <a:endParaRPr lang="fr-FR"/>
          </a:p>
        </p:txBody>
      </p:sp>
      <p:sp>
        <p:nvSpPr>
          <p:cNvPr id="5" name="Espace réservé du numéro de diapositive 4">
            <a:extLst>
              <a:ext uri="{FF2B5EF4-FFF2-40B4-BE49-F238E27FC236}">
                <a16:creationId xmlns:a16="http://schemas.microsoft.com/office/drawing/2014/main" id="{30406B8A-1373-BC39-E534-0A65DC59E3E1}"/>
              </a:ext>
            </a:extLst>
          </p:cNvPr>
          <p:cNvSpPr>
            <a:spLocks noGrp="1"/>
          </p:cNvSpPr>
          <p:nvPr>
            <p:ph type="sldNum" sz="quarter" idx="12"/>
          </p:nvPr>
        </p:nvSpPr>
        <p:spPr/>
        <p:txBody>
          <a:bodyPr/>
          <a:lstStyle/>
          <a:p>
            <a:fld id="{C4B8AC06-870A-4C43-8EB6-F7945B1E9F37}" type="slidenum">
              <a:rPr lang="fr-FR" smtClean="0"/>
              <a:t>27</a:t>
            </a:fld>
            <a:endParaRPr lang="fr-FR"/>
          </a:p>
        </p:txBody>
      </p:sp>
      <p:sp>
        <p:nvSpPr>
          <p:cNvPr id="2" name="ZoneTexte 1">
            <a:extLst>
              <a:ext uri="{FF2B5EF4-FFF2-40B4-BE49-F238E27FC236}">
                <a16:creationId xmlns:a16="http://schemas.microsoft.com/office/drawing/2014/main" id="{0D971FDD-956D-8C5E-CDC9-93145E1803A2}"/>
              </a:ext>
            </a:extLst>
          </p:cNvPr>
          <p:cNvSpPr txBox="1"/>
          <p:nvPr/>
        </p:nvSpPr>
        <p:spPr>
          <a:xfrm>
            <a:off x="2280402" y="1268286"/>
            <a:ext cx="2785374" cy="307777"/>
          </a:xfrm>
          <a:prstGeom prst="rect">
            <a:avLst/>
          </a:prstGeom>
          <a:noFill/>
        </p:spPr>
        <p:txBody>
          <a:bodyPr wrap="square">
            <a:spAutoFit/>
          </a:bodyPr>
          <a:lstStyle/>
          <a:p>
            <a:r>
              <a:rPr lang="fr-FR" sz="1400" b="1" dirty="0">
                <a:latin typeface="Calibri" panose="020F0502020204030204" pitchFamily="34" charset="0"/>
                <a:ea typeface="Calibri" panose="020F0502020204030204" pitchFamily="34" charset="0"/>
                <a:cs typeface="Calibri" panose="020F0502020204030204" pitchFamily="34" charset="0"/>
              </a:rPr>
              <a:t>Informatique industrielle</a:t>
            </a:r>
          </a:p>
        </p:txBody>
      </p:sp>
      <p:sp>
        <p:nvSpPr>
          <p:cNvPr id="10" name="ZoneTexte 9">
            <a:extLst>
              <a:ext uri="{FF2B5EF4-FFF2-40B4-BE49-F238E27FC236}">
                <a16:creationId xmlns:a16="http://schemas.microsoft.com/office/drawing/2014/main" id="{72C92C7A-B33E-5F79-992D-6219B26491C8}"/>
              </a:ext>
            </a:extLst>
          </p:cNvPr>
          <p:cNvSpPr txBox="1"/>
          <p:nvPr/>
        </p:nvSpPr>
        <p:spPr>
          <a:xfrm>
            <a:off x="4099434" y="1576063"/>
            <a:ext cx="6094476" cy="307777"/>
          </a:xfrm>
          <a:prstGeom prst="rect">
            <a:avLst/>
          </a:prstGeom>
          <a:noFill/>
        </p:spPr>
        <p:txBody>
          <a:bodyPr wrap="square">
            <a:spAutoFit/>
          </a:bodyPr>
          <a:lstStyle/>
          <a:p>
            <a:pPr algn="ctr"/>
            <a:r>
              <a:rPr lang="fr-FR" sz="1400" dirty="0" err="1"/>
              <a:t>Prolite</a:t>
            </a:r>
            <a:r>
              <a:rPr lang="fr-FR" sz="1400" dirty="0"/>
              <a:t> T1731SR</a:t>
            </a:r>
            <a:endParaRPr lang="fr-FR" sz="1400" dirty="0">
              <a:latin typeface="Calibri" panose="020F0502020204030204" pitchFamily="34" charset="0"/>
              <a:ea typeface="Calibri" panose="020F0502020204030204" pitchFamily="34" charset="0"/>
              <a:cs typeface="Calibri" panose="020F0502020204030204" pitchFamily="34" charset="0"/>
            </a:endParaRPr>
          </a:p>
        </p:txBody>
      </p:sp>
      <p:pic>
        <p:nvPicPr>
          <p:cNvPr id="16388" name="Picture 4" descr="ProLite T1731SR-B1">
            <a:extLst>
              <a:ext uri="{FF2B5EF4-FFF2-40B4-BE49-F238E27FC236}">
                <a16:creationId xmlns:a16="http://schemas.microsoft.com/office/drawing/2014/main" id="{97150D94-43F8-D237-AA5E-7D2A34F115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2684" y="1883840"/>
            <a:ext cx="1167962" cy="110223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Tableau 7">
            <a:extLst>
              <a:ext uri="{FF2B5EF4-FFF2-40B4-BE49-F238E27FC236}">
                <a16:creationId xmlns:a16="http://schemas.microsoft.com/office/drawing/2014/main" id="{49EC2458-56F8-45E4-B417-2051F38900AB}"/>
              </a:ext>
            </a:extLst>
          </p:cNvPr>
          <p:cNvGraphicFramePr>
            <a:graphicFrameLocks noGrp="1"/>
          </p:cNvGraphicFramePr>
          <p:nvPr>
            <p:extLst>
              <p:ext uri="{D42A27DB-BD31-4B8C-83A1-F6EECF244321}">
                <p14:modId xmlns:p14="http://schemas.microsoft.com/office/powerpoint/2010/main" val="26002408"/>
              </p:ext>
            </p:extLst>
          </p:nvPr>
        </p:nvGraphicFramePr>
        <p:xfrm>
          <a:off x="4205920" y="3293850"/>
          <a:ext cx="5881490" cy="2442847"/>
        </p:xfrm>
        <a:graphic>
          <a:graphicData uri="http://schemas.openxmlformats.org/drawingml/2006/table">
            <a:tbl>
              <a:tblPr/>
              <a:tblGrid>
                <a:gridCol w="2940745">
                  <a:extLst>
                    <a:ext uri="{9D8B030D-6E8A-4147-A177-3AD203B41FA5}">
                      <a16:colId xmlns:a16="http://schemas.microsoft.com/office/drawing/2014/main" val="1593023804"/>
                    </a:ext>
                  </a:extLst>
                </a:gridCol>
                <a:gridCol w="2940745">
                  <a:extLst>
                    <a:ext uri="{9D8B030D-6E8A-4147-A177-3AD203B41FA5}">
                      <a16:colId xmlns:a16="http://schemas.microsoft.com/office/drawing/2014/main" val="3803276089"/>
                    </a:ext>
                  </a:extLst>
                </a:gridCol>
              </a:tblGrid>
              <a:tr h="134377">
                <a:tc>
                  <a:txBody>
                    <a:bodyPr/>
                    <a:lstStyle/>
                    <a:p>
                      <a:pPr algn="ctr" fontAlgn="ctr"/>
                      <a:r>
                        <a:rPr lang="fr-FR" sz="1000" b="1" i="0" u="none" strike="noStrike">
                          <a:solidFill>
                            <a:srgbClr val="000000"/>
                          </a:solidFill>
                          <a:effectLst/>
                          <a:latin typeface="Aptos Narrow" panose="020B0004020202020204" pitchFamily="34" charset="0"/>
                        </a:rPr>
                        <a:t>Caractéristique</a:t>
                      </a:r>
                    </a:p>
                  </a:txBody>
                  <a:tcPr marL="6044" marR="6044" marT="6044" marB="0" anchor="ctr">
                    <a:lnL>
                      <a:noFill/>
                    </a:lnL>
                    <a:lnR>
                      <a:noFill/>
                    </a:lnR>
                    <a:lnT>
                      <a:noFill/>
                    </a:lnT>
                    <a:lnB>
                      <a:noFill/>
                    </a:lnB>
                    <a:noFill/>
                  </a:tcPr>
                </a:tc>
                <a:tc>
                  <a:txBody>
                    <a:bodyPr/>
                    <a:lstStyle/>
                    <a:p>
                      <a:pPr algn="ctr" fontAlgn="ctr"/>
                      <a:r>
                        <a:rPr lang="fr-FR" sz="1000" b="1" i="0" u="none" strike="noStrike">
                          <a:solidFill>
                            <a:srgbClr val="000000"/>
                          </a:solidFill>
                          <a:effectLst/>
                          <a:latin typeface="Aptos Narrow" panose="020B0004020202020204" pitchFamily="34" charset="0"/>
                        </a:rPr>
                        <a:t>Description</a:t>
                      </a:r>
                    </a:p>
                  </a:txBody>
                  <a:tcPr marL="6044" marR="6044" marT="6044" marB="0" anchor="ctr">
                    <a:lnL>
                      <a:noFill/>
                    </a:lnL>
                    <a:lnR>
                      <a:noFill/>
                    </a:lnR>
                    <a:lnT>
                      <a:noFill/>
                    </a:lnT>
                    <a:lnB>
                      <a:noFill/>
                    </a:lnB>
                    <a:noFill/>
                  </a:tcPr>
                </a:tc>
                <a:extLst>
                  <a:ext uri="{0D108BD9-81ED-4DB2-BD59-A6C34878D82A}">
                    <a16:rowId xmlns:a16="http://schemas.microsoft.com/office/drawing/2014/main" val="1403892882"/>
                  </a:ext>
                </a:extLst>
              </a:tr>
              <a:tr h="403130">
                <a:tc>
                  <a:txBody>
                    <a:bodyPr/>
                    <a:lstStyle/>
                    <a:p>
                      <a:pPr algn="l" fontAlgn="ctr"/>
                      <a:r>
                        <a:rPr lang="fr-FR" sz="1000" b="1" i="0" u="none" strike="noStrike">
                          <a:solidFill>
                            <a:srgbClr val="000000"/>
                          </a:solidFill>
                          <a:effectLst/>
                          <a:latin typeface="Aptos Narrow" panose="020B0004020202020204" pitchFamily="34" charset="0"/>
                        </a:rPr>
                        <a:t>Rôle</a:t>
                      </a:r>
                    </a:p>
                  </a:txBody>
                  <a:tcPr marL="6044" marR="6044" marT="6044" marB="0" anchor="ctr">
                    <a:lnL>
                      <a:noFill/>
                    </a:lnL>
                    <a:lnR>
                      <a:noFill/>
                    </a:lnR>
                    <a:lnT>
                      <a:noFill/>
                    </a:lnT>
                    <a:lnB>
                      <a:noFill/>
                    </a:lnB>
                    <a:noFill/>
                  </a:tcPr>
                </a:tc>
                <a:tc>
                  <a:txBody>
                    <a:bodyPr/>
                    <a:lstStyle/>
                    <a:p>
                      <a:pPr algn="l" fontAlgn="ctr"/>
                      <a:r>
                        <a:rPr lang="fr-FR" sz="1000" b="0" i="0" u="none" strike="noStrike">
                          <a:solidFill>
                            <a:srgbClr val="000000"/>
                          </a:solidFill>
                          <a:effectLst/>
                          <a:latin typeface="Aptos Narrow" panose="020B0004020202020204" pitchFamily="34" charset="0"/>
                        </a:rPr>
                        <a:t>Interface utilisateur pour les postes de travail en atelier</a:t>
                      </a:r>
                    </a:p>
                  </a:txBody>
                  <a:tcPr marL="6044" marR="6044" marT="6044" marB="0" anchor="ctr">
                    <a:lnL>
                      <a:noFill/>
                    </a:lnL>
                    <a:lnR>
                      <a:noFill/>
                    </a:lnR>
                    <a:lnT>
                      <a:noFill/>
                    </a:lnT>
                    <a:lnB>
                      <a:noFill/>
                    </a:lnB>
                    <a:noFill/>
                  </a:tcPr>
                </a:tc>
                <a:extLst>
                  <a:ext uri="{0D108BD9-81ED-4DB2-BD59-A6C34878D82A}">
                    <a16:rowId xmlns:a16="http://schemas.microsoft.com/office/drawing/2014/main" val="159214571"/>
                  </a:ext>
                </a:extLst>
              </a:tr>
              <a:tr h="604695">
                <a:tc>
                  <a:txBody>
                    <a:bodyPr/>
                    <a:lstStyle/>
                    <a:p>
                      <a:pPr algn="l" fontAlgn="ctr"/>
                      <a:r>
                        <a:rPr lang="fr-FR" sz="1000" b="1" i="0" u="none" strike="noStrike">
                          <a:solidFill>
                            <a:srgbClr val="000000"/>
                          </a:solidFill>
                          <a:effectLst/>
                          <a:latin typeface="Aptos Narrow" panose="020B0004020202020204" pitchFamily="34" charset="0"/>
                        </a:rPr>
                        <a:t>Avantages</a:t>
                      </a:r>
                    </a:p>
                  </a:txBody>
                  <a:tcPr marL="6044" marR="6044" marT="6044" marB="0" anchor="ctr">
                    <a:lnL>
                      <a:noFill/>
                    </a:lnL>
                    <a:lnR>
                      <a:noFill/>
                    </a:lnR>
                    <a:lnT>
                      <a:noFill/>
                    </a:lnT>
                    <a:lnB>
                      <a:noFill/>
                    </a:lnB>
                    <a:noFill/>
                  </a:tcPr>
                </a:tc>
                <a:tc>
                  <a:txBody>
                    <a:bodyPr/>
                    <a:lstStyle/>
                    <a:p>
                      <a:pPr algn="l" fontAlgn="ctr"/>
                      <a:r>
                        <a:rPr lang="fr-FR" sz="1000" b="0" i="0" u="none" strike="noStrike">
                          <a:solidFill>
                            <a:srgbClr val="000000"/>
                          </a:solidFill>
                          <a:effectLst/>
                          <a:latin typeface="Aptos Narrow" panose="020B0004020202020204" pitchFamily="34" charset="0"/>
                        </a:rPr>
                        <a:t>Écran tactile robuste, utilisable avec des gants, résistant aux projections</a:t>
                      </a:r>
                    </a:p>
                  </a:txBody>
                  <a:tcPr marL="6044" marR="6044" marT="6044" marB="0" anchor="ctr">
                    <a:lnL>
                      <a:noFill/>
                    </a:lnL>
                    <a:lnR>
                      <a:noFill/>
                    </a:lnR>
                    <a:lnT>
                      <a:noFill/>
                    </a:lnT>
                    <a:lnB>
                      <a:noFill/>
                    </a:lnB>
                    <a:noFill/>
                  </a:tcPr>
                </a:tc>
                <a:extLst>
                  <a:ext uri="{0D108BD9-81ED-4DB2-BD59-A6C34878D82A}">
                    <a16:rowId xmlns:a16="http://schemas.microsoft.com/office/drawing/2014/main" val="4034282839"/>
                  </a:ext>
                </a:extLst>
              </a:tr>
              <a:tr h="604695">
                <a:tc>
                  <a:txBody>
                    <a:bodyPr/>
                    <a:lstStyle/>
                    <a:p>
                      <a:pPr algn="l" fontAlgn="ctr"/>
                      <a:r>
                        <a:rPr lang="fr-FR" sz="1000" b="1" i="0" u="none" strike="noStrike">
                          <a:solidFill>
                            <a:srgbClr val="000000"/>
                          </a:solidFill>
                          <a:effectLst/>
                          <a:latin typeface="Aptos Narrow" panose="020B0004020202020204" pitchFamily="34" charset="0"/>
                        </a:rPr>
                        <a:t>Fonctionnalités</a:t>
                      </a:r>
                    </a:p>
                  </a:txBody>
                  <a:tcPr marL="6044" marR="6044" marT="6044" marB="0" anchor="ctr">
                    <a:lnL>
                      <a:noFill/>
                    </a:lnL>
                    <a:lnR>
                      <a:noFill/>
                    </a:lnR>
                    <a:lnT>
                      <a:noFill/>
                    </a:lnT>
                    <a:lnB>
                      <a:noFill/>
                    </a:lnB>
                    <a:noFill/>
                  </a:tcPr>
                </a:tc>
                <a:tc>
                  <a:txBody>
                    <a:bodyPr/>
                    <a:lstStyle/>
                    <a:p>
                      <a:pPr algn="l" fontAlgn="ctr"/>
                      <a:r>
                        <a:rPr lang="fr-FR" sz="1000" b="0" i="0" u="none" strike="noStrike" dirty="0">
                          <a:solidFill>
                            <a:srgbClr val="000000"/>
                          </a:solidFill>
                          <a:effectLst/>
                          <a:latin typeface="Aptos Narrow" panose="020B0004020202020204" pitchFamily="34" charset="0"/>
                        </a:rPr>
                        <a:t>Écran 17", technologie tactile résistive, connectique VGA/HDMI, étanchéité IP54</a:t>
                      </a:r>
                    </a:p>
                  </a:txBody>
                  <a:tcPr marL="6044" marR="6044" marT="6044" marB="0" anchor="ctr">
                    <a:lnL>
                      <a:noFill/>
                    </a:lnL>
                    <a:lnR>
                      <a:noFill/>
                    </a:lnR>
                    <a:lnT>
                      <a:noFill/>
                    </a:lnT>
                    <a:lnB>
                      <a:noFill/>
                    </a:lnB>
                    <a:noFill/>
                  </a:tcPr>
                </a:tc>
                <a:extLst>
                  <a:ext uri="{0D108BD9-81ED-4DB2-BD59-A6C34878D82A}">
                    <a16:rowId xmlns:a16="http://schemas.microsoft.com/office/drawing/2014/main" val="4011057241"/>
                  </a:ext>
                </a:extLst>
              </a:tr>
              <a:tr h="671883">
                <a:tc>
                  <a:txBody>
                    <a:bodyPr/>
                    <a:lstStyle/>
                    <a:p>
                      <a:pPr algn="l" fontAlgn="ctr"/>
                      <a:r>
                        <a:rPr lang="fr-FR" sz="1000" b="1" i="0" u="none" strike="noStrike">
                          <a:solidFill>
                            <a:srgbClr val="000000"/>
                          </a:solidFill>
                          <a:effectLst/>
                          <a:latin typeface="Aptos Narrow" panose="020B0004020202020204" pitchFamily="34" charset="0"/>
                        </a:rPr>
                        <a:t>Pourquoi ce choix ?</a:t>
                      </a:r>
                    </a:p>
                  </a:txBody>
                  <a:tcPr marL="6044" marR="6044" marT="6044" marB="0" anchor="ctr">
                    <a:lnL>
                      <a:noFill/>
                    </a:lnL>
                    <a:lnR>
                      <a:noFill/>
                    </a:lnR>
                    <a:lnT>
                      <a:noFill/>
                    </a:lnT>
                    <a:lnB>
                      <a:noFill/>
                    </a:lnB>
                    <a:noFill/>
                  </a:tcPr>
                </a:tc>
                <a:tc>
                  <a:txBody>
                    <a:bodyPr/>
                    <a:lstStyle/>
                    <a:p>
                      <a:pPr algn="l" fontAlgn="ctr"/>
                      <a:r>
                        <a:rPr lang="fr-FR" sz="1000" b="0" i="0" u="none" strike="noStrike" dirty="0">
                          <a:solidFill>
                            <a:srgbClr val="000000"/>
                          </a:solidFill>
                          <a:effectLst/>
                          <a:latin typeface="Aptos Narrow" panose="020B0004020202020204" pitchFamily="34" charset="0"/>
                        </a:rPr>
                        <a:t>Simplifie l'interaction avec les systèmes de production, adapté aux environnements industriels</a:t>
                      </a:r>
                    </a:p>
                  </a:txBody>
                  <a:tcPr marL="6044" marR="6044" marT="6044" marB="0" anchor="ctr">
                    <a:lnL>
                      <a:noFill/>
                    </a:lnL>
                    <a:lnR>
                      <a:noFill/>
                    </a:lnR>
                    <a:lnT>
                      <a:noFill/>
                    </a:lnT>
                    <a:lnB>
                      <a:noFill/>
                    </a:lnB>
                    <a:noFill/>
                  </a:tcPr>
                </a:tc>
                <a:extLst>
                  <a:ext uri="{0D108BD9-81ED-4DB2-BD59-A6C34878D82A}">
                    <a16:rowId xmlns:a16="http://schemas.microsoft.com/office/drawing/2014/main" val="3160090954"/>
                  </a:ext>
                </a:extLst>
              </a:tr>
            </a:tbl>
          </a:graphicData>
        </a:graphic>
      </p:graphicFrame>
      <p:sp>
        <p:nvSpPr>
          <p:cNvPr id="9" name="ZoneTexte 8">
            <a:extLst>
              <a:ext uri="{FF2B5EF4-FFF2-40B4-BE49-F238E27FC236}">
                <a16:creationId xmlns:a16="http://schemas.microsoft.com/office/drawing/2014/main" id="{5AE5952D-23AF-6778-FB10-5C1A8D995BEA}"/>
              </a:ext>
            </a:extLst>
          </p:cNvPr>
          <p:cNvSpPr txBox="1"/>
          <p:nvPr/>
        </p:nvSpPr>
        <p:spPr>
          <a:xfrm>
            <a:off x="4774440" y="94283"/>
            <a:ext cx="4744464" cy="338554"/>
          </a:xfrm>
          <a:prstGeom prst="rect">
            <a:avLst/>
          </a:prstGeom>
          <a:noFill/>
        </p:spPr>
        <p:txBody>
          <a:bodyPr wrap="square">
            <a:spAutoFit/>
          </a:bodyPr>
          <a:lstStyle/>
          <a:p>
            <a:pPr algn="ctr"/>
            <a:r>
              <a:rPr lang="fr-FR" sz="1600" b="1" dirty="0">
                <a:solidFill>
                  <a:schemeClr val="bg1"/>
                </a:solidFill>
                <a:latin typeface="Calibri" panose="020F0502020204030204" pitchFamily="34" charset="0"/>
                <a:ea typeface="Calibri" panose="020F0502020204030204" pitchFamily="34" charset="0"/>
                <a:cs typeface="Calibri" panose="020F0502020204030204" pitchFamily="34" charset="0"/>
              </a:rPr>
              <a:t>5. Nouveau SI</a:t>
            </a:r>
          </a:p>
        </p:txBody>
      </p:sp>
      <p:sp>
        <p:nvSpPr>
          <p:cNvPr id="30" name="ZoneTexte 29">
            <a:extLst>
              <a:ext uri="{FF2B5EF4-FFF2-40B4-BE49-F238E27FC236}">
                <a16:creationId xmlns:a16="http://schemas.microsoft.com/office/drawing/2014/main" id="{C992E1AC-8788-3808-3569-0792617D25CF}"/>
              </a:ext>
            </a:extLst>
          </p:cNvPr>
          <p:cNvSpPr txBox="1"/>
          <p:nvPr/>
        </p:nvSpPr>
        <p:spPr>
          <a:xfrm>
            <a:off x="-36845" y="2433036"/>
            <a:ext cx="189224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1. Introduction &amp; Contexte</a:t>
            </a:r>
          </a:p>
        </p:txBody>
      </p:sp>
      <p:sp>
        <p:nvSpPr>
          <p:cNvPr id="31" name="ZoneTexte 30">
            <a:extLst>
              <a:ext uri="{FF2B5EF4-FFF2-40B4-BE49-F238E27FC236}">
                <a16:creationId xmlns:a16="http://schemas.microsoft.com/office/drawing/2014/main" id="{007711FE-305A-AC00-891E-2ECDD7CAB047}"/>
              </a:ext>
            </a:extLst>
          </p:cNvPr>
          <p:cNvSpPr txBox="1"/>
          <p:nvPr/>
        </p:nvSpPr>
        <p:spPr>
          <a:xfrm>
            <a:off x="-32814" y="2711031"/>
            <a:ext cx="177119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2. L’existant &amp; Limitations</a:t>
            </a:r>
          </a:p>
        </p:txBody>
      </p:sp>
      <p:sp>
        <p:nvSpPr>
          <p:cNvPr id="32" name="ZoneTexte 31">
            <a:extLst>
              <a:ext uri="{FF2B5EF4-FFF2-40B4-BE49-F238E27FC236}">
                <a16:creationId xmlns:a16="http://schemas.microsoft.com/office/drawing/2014/main" id="{D6500209-D1EB-7FE9-5449-7D23F0A766AA}"/>
              </a:ext>
            </a:extLst>
          </p:cNvPr>
          <p:cNvSpPr txBox="1"/>
          <p:nvPr/>
        </p:nvSpPr>
        <p:spPr>
          <a:xfrm>
            <a:off x="-32817" y="2988030"/>
            <a:ext cx="136191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3. Note de cadrage</a:t>
            </a:r>
          </a:p>
        </p:txBody>
      </p:sp>
      <p:sp>
        <p:nvSpPr>
          <p:cNvPr id="33" name="ZoneTexte 32">
            <a:extLst>
              <a:ext uri="{FF2B5EF4-FFF2-40B4-BE49-F238E27FC236}">
                <a16:creationId xmlns:a16="http://schemas.microsoft.com/office/drawing/2014/main" id="{8AA49605-AB01-2960-A153-FDDE590053EF}"/>
              </a:ext>
            </a:extLst>
          </p:cNvPr>
          <p:cNvSpPr txBox="1"/>
          <p:nvPr/>
        </p:nvSpPr>
        <p:spPr>
          <a:xfrm>
            <a:off x="-32816" y="3265029"/>
            <a:ext cx="155702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4. Analyse des risques</a:t>
            </a:r>
          </a:p>
        </p:txBody>
      </p:sp>
      <p:sp>
        <p:nvSpPr>
          <p:cNvPr id="34" name="ZoneTexte 33">
            <a:extLst>
              <a:ext uri="{FF2B5EF4-FFF2-40B4-BE49-F238E27FC236}">
                <a16:creationId xmlns:a16="http://schemas.microsoft.com/office/drawing/2014/main" id="{39328A9B-334A-17CA-4AC4-C8985BEF0999}"/>
              </a:ext>
            </a:extLst>
          </p:cNvPr>
          <p:cNvSpPr txBox="1"/>
          <p:nvPr/>
        </p:nvSpPr>
        <p:spPr>
          <a:xfrm>
            <a:off x="1235277" y="3542028"/>
            <a:ext cx="1063304" cy="276999"/>
          </a:xfrm>
          <a:prstGeom prst="rect">
            <a:avLst/>
          </a:prstGeom>
          <a:noFill/>
        </p:spPr>
        <p:txBody>
          <a:bodyPr wrap="none" rtlCol="0">
            <a:spAutoFit/>
          </a:bodyPr>
          <a:lstStyle/>
          <a:p>
            <a:r>
              <a:rPr lang="fr-FR" sz="1200" b="1" dirty="0">
                <a:solidFill>
                  <a:srgbClr val="C00000"/>
                </a:solidFill>
                <a:latin typeface="Calibri" panose="020F0502020204030204" pitchFamily="34" charset="0"/>
                <a:ea typeface="Calibri" panose="020F0502020204030204" pitchFamily="34" charset="0"/>
                <a:cs typeface="Calibri" panose="020F0502020204030204" pitchFamily="34" charset="0"/>
              </a:rPr>
              <a:t>5. Nouveau SI</a:t>
            </a:r>
          </a:p>
        </p:txBody>
      </p:sp>
      <p:sp>
        <p:nvSpPr>
          <p:cNvPr id="35" name="ZoneTexte 34">
            <a:extLst>
              <a:ext uri="{FF2B5EF4-FFF2-40B4-BE49-F238E27FC236}">
                <a16:creationId xmlns:a16="http://schemas.microsoft.com/office/drawing/2014/main" id="{FAF6C638-CB10-E9C6-A429-274CC87503A2}"/>
              </a:ext>
            </a:extLst>
          </p:cNvPr>
          <p:cNvSpPr txBox="1"/>
          <p:nvPr/>
        </p:nvSpPr>
        <p:spPr>
          <a:xfrm>
            <a:off x="-13697" y="3821018"/>
            <a:ext cx="196835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6. Déploiement et formation</a:t>
            </a:r>
          </a:p>
        </p:txBody>
      </p:sp>
      <p:sp>
        <p:nvSpPr>
          <p:cNvPr id="36" name="ZoneTexte 35">
            <a:extLst>
              <a:ext uri="{FF2B5EF4-FFF2-40B4-BE49-F238E27FC236}">
                <a16:creationId xmlns:a16="http://schemas.microsoft.com/office/drawing/2014/main" id="{E1043C4C-6B82-3E07-148F-B5513C8646BA}"/>
              </a:ext>
            </a:extLst>
          </p:cNvPr>
          <p:cNvSpPr txBox="1"/>
          <p:nvPr/>
        </p:nvSpPr>
        <p:spPr>
          <a:xfrm>
            <a:off x="-13697" y="4098017"/>
            <a:ext cx="1845955"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7. Contrat de maintenance</a:t>
            </a:r>
          </a:p>
        </p:txBody>
      </p:sp>
    </p:spTree>
    <p:extLst>
      <p:ext uri="{BB962C8B-B14F-4D97-AF65-F5344CB8AC3E}">
        <p14:creationId xmlns:p14="http://schemas.microsoft.com/office/powerpoint/2010/main" val="41591121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F328D-041D-42EB-4982-247D1657847C}"/>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F96A5219-DC9C-48E5-F2A1-1E33B187391D}"/>
              </a:ext>
            </a:extLst>
          </p:cNvPr>
          <p:cNvSpPr>
            <a:spLocks noGrp="1"/>
          </p:cNvSpPr>
          <p:nvPr>
            <p:ph type="dt" sz="half" idx="10"/>
          </p:nvPr>
        </p:nvSpPr>
        <p:spPr/>
        <p:txBody>
          <a:bodyPr/>
          <a:lstStyle/>
          <a:p>
            <a:fld id="{71A39EF6-AF95-4ACF-B35E-ACB6264B09CC}" type="datetime1">
              <a:rPr lang="fr-FR" smtClean="0"/>
              <a:t>04/03/2025</a:t>
            </a:fld>
            <a:endParaRPr lang="fr-FR"/>
          </a:p>
        </p:txBody>
      </p:sp>
      <p:sp>
        <p:nvSpPr>
          <p:cNvPr id="5" name="Espace réservé du numéro de diapositive 4">
            <a:extLst>
              <a:ext uri="{FF2B5EF4-FFF2-40B4-BE49-F238E27FC236}">
                <a16:creationId xmlns:a16="http://schemas.microsoft.com/office/drawing/2014/main" id="{CA9125B9-1DF0-662E-F261-131BC3ABE79E}"/>
              </a:ext>
            </a:extLst>
          </p:cNvPr>
          <p:cNvSpPr>
            <a:spLocks noGrp="1"/>
          </p:cNvSpPr>
          <p:nvPr>
            <p:ph type="sldNum" sz="quarter" idx="12"/>
          </p:nvPr>
        </p:nvSpPr>
        <p:spPr/>
        <p:txBody>
          <a:bodyPr/>
          <a:lstStyle/>
          <a:p>
            <a:fld id="{C4B8AC06-870A-4C43-8EB6-F7945B1E9F37}" type="slidenum">
              <a:rPr lang="fr-FR" smtClean="0"/>
              <a:t>28</a:t>
            </a:fld>
            <a:endParaRPr lang="fr-FR"/>
          </a:p>
        </p:txBody>
      </p:sp>
      <p:sp>
        <p:nvSpPr>
          <p:cNvPr id="2" name="ZoneTexte 1">
            <a:extLst>
              <a:ext uri="{FF2B5EF4-FFF2-40B4-BE49-F238E27FC236}">
                <a16:creationId xmlns:a16="http://schemas.microsoft.com/office/drawing/2014/main" id="{7527C118-8EF1-8164-2E19-EED3F9EA2FD6}"/>
              </a:ext>
            </a:extLst>
          </p:cNvPr>
          <p:cNvSpPr txBox="1"/>
          <p:nvPr/>
        </p:nvSpPr>
        <p:spPr>
          <a:xfrm>
            <a:off x="2280402" y="1268286"/>
            <a:ext cx="2785374" cy="307777"/>
          </a:xfrm>
          <a:prstGeom prst="rect">
            <a:avLst/>
          </a:prstGeom>
          <a:noFill/>
        </p:spPr>
        <p:txBody>
          <a:bodyPr wrap="square">
            <a:spAutoFit/>
          </a:bodyPr>
          <a:lstStyle/>
          <a:p>
            <a:r>
              <a:rPr lang="fr-FR" sz="1400" b="1" dirty="0">
                <a:latin typeface="Calibri" panose="020F0502020204030204" pitchFamily="34" charset="0"/>
                <a:ea typeface="Calibri" panose="020F0502020204030204" pitchFamily="34" charset="0"/>
                <a:cs typeface="Calibri" panose="020F0502020204030204" pitchFamily="34" charset="0"/>
              </a:rPr>
              <a:t>Informatique industrielle</a:t>
            </a:r>
          </a:p>
        </p:txBody>
      </p:sp>
      <p:sp>
        <p:nvSpPr>
          <p:cNvPr id="10" name="ZoneTexte 9">
            <a:extLst>
              <a:ext uri="{FF2B5EF4-FFF2-40B4-BE49-F238E27FC236}">
                <a16:creationId xmlns:a16="http://schemas.microsoft.com/office/drawing/2014/main" id="{8538DB12-4F0A-B001-4F6C-75D4422C0A1F}"/>
              </a:ext>
            </a:extLst>
          </p:cNvPr>
          <p:cNvSpPr txBox="1"/>
          <p:nvPr/>
        </p:nvSpPr>
        <p:spPr>
          <a:xfrm>
            <a:off x="4099434" y="1576063"/>
            <a:ext cx="6094476" cy="307777"/>
          </a:xfrm>
          <a:prstGeom prst="rect">
            <a:avLst/>
          </a:prstGeom>
          <a:noFill/>
        </p:spPr>
        <p:txBody>
          <a:bodyPr wrap="square">
            <a:spAutoFit/>
          </a:bodyPr>
          <a:lstStyle/>
          <a:p>
            <a:pPr algn="ctr"/>
            <a:r>
              <a:rPr lang="fr-FR" sz="1400" dirty="0"/>
              <a:t>Automate Siemens SIMATIC S7-1500</a:t>
            </a:r>
            <a:endParaRPr lang="fr-FR" sz="1400" dirty="0">
              <a:latin typeface="Calibri" panose="020F0502020204030204" pitchFamily="34" charset="0"/>
              <a:ea typeface="Calibri" panose="020F0502020204030204" pitchFamily="34" charset="0"/>
              <a:cs typeface="Calibri" panose="020F0502020204030204" pitchFamily="34" charset="0"/>
            </a:endParaRPr>
          </a:p>
        </p:txBody>
      </p:sp>
      <p:pic>
        <p:nvPicPr>
          <p:cNvPr id="17410" name="Picture 2" descr="6ES7512-1CK01-0AB0 | Unité centrale Siemens, série SIMATIC S7-1500, 32  (numérique) 5 (analogique) entrées , 2 analogiques, 32 numériques | RS">
            <a:extLst>
              <a:ext uri="{FF2B5EF4-FFF2-40B4-BE49-F238E27FC236}">
                <a16:creationId xmlns:a16="http://schemas.microsoft.com/office/drawing/2014/main" id="{4D0FA70A-DA8F-2082-CE3C-BCE503A95D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38375" y="1833703"/>
            <a:ext cx="2016579" cy="112928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3" name="Tableau 12">
            <a:extLst>
              <a:ext uri="{FF2B5EF4-FFF2-40B4-BE49-F238E27FC236}">
                <a16:creationId xmlns:a16="http://schemas.microsoft.com/office/drawing/2014/main" id="{95C03F3C-E109-BB1D-3556-9D0A94F3B396}"/>
              </a:ext>
            </a:extLst>
          </p:cNvPr>
          <p:cNvGraphicFramePr>
            <a:graphicFrameLocks noGrp="1"/>
          </p:cNvGraphicFramePr>
          <p:nvPr>
            <p:extLst>
              <p:ext uri="{D42A27DB-BD31-4B8C-83A1-F6EECF244321}">
                <p14:modId xmlns:p14="http://schemas.microsoft.com/office/powerpoint/2010/main" val="957148127"/>
              </p:ext>
            </p:extLst>
          </p:nvPr>
        </p:nvGraphicFramePr>
        <p:xfrm>
          <a:off x="4173411" y="2962987"/>
          <a:ext cx="5946506" cy="3594980"/>
        </p:xfrm>
        <a:graphic>
          <a:graphicData uri="http://schemas.openxmlformats.org/drawingml/2006/table">
            <a:tbl>
              <a:tblPr/>
              <a:tblGrid>
                <a:gridCol w="2973253">
                  <a:extLst>
                    <a:ext uri="{9D8B030D-6E8A-4147-A177-3AD203B41FA5}">
                      <a16:colId xmlns:a16="http://schemas.microsoft.com/office/drawing/2014/main" val="1747613168"/>
                    </a:ext>
                  </a:extLst>
                </a:gridCol>
                <a:gridCol w="2973253">
                  <a:extLst>
                    <a:ext uri="{9D8B030D-6E8A-4147-A177-3AD203B41FA5}">
                      <a16:colId xmlns:a16="http://schemas.microsoft.com/office/drawing/2014/main" val="3676927188"/>
                    </a:ext>
                  </a:extLst>
                </a:gridCol>
              </a:tblGrid>
              <a:tr h="173914">
                <a:tc>
                  <a:txBody>
                    <a:bodyPr/>
                    <a:lstStyle/>
                    <a:p>
                      <a:pPr algn="ctr" fontAlgn="ctr"/>
                      <a:r>
                        <a:rPr lang="fr-FR" sz="1000" b="1" i="0" u="none" strike="noStrike">
                          <a:solidFill>
                            <a:srgbClr val="000000"/>
                          </a:solidFill>
                          <a:effectLst/>
                          <a:latin typeface="Aptos Narrow" panose="020B0004020202020204" pitchFamily="34" charset="0"/>
                        </a:rPr>
                        <a:t>Caractéristique</a:t>
                      </a:r>
                    </a:p>
                  </a:txBody>
                  <a:tcPr marL="6399" marR="6399" marT="6399" marB="0" anchor="ctr">
                    <a:lnL>
                      <a:noFill/>
                    </a:lnL>
                    <a:lnR>
                      <a:noFill/>
                    </a:lnR>
                    <a:lnT>
                      <a:noFill/>
                    </a:lnT>
                    <a:lnB>
                      <a:noFill/>
                    </a:lnB>
                    <a:noFill/>
                  </a:tcPr>
                </a:tc>
                <a:tc>
                  <a:txBody>
                    <a:bodyPr/>
                    <a:lstStyle/>
                    <a:p>
                      <a:pPr algn="ctr" fontAlgn="ctr"/>
                      <a:r>
                        <a:rPr lang="fr-FR" sz="1000" b="1" i="0" u="none" strike="noStrike">
                          <a:solidFill>
                            <a:srgbClr val="000000"/>
                          </a:solidFill>
                          <a:effectLst/>
                          <a:latin typeface="Aptos Narrow" panose="020B0004020202020204" pitchFamily="34" charset="0"/>
                        </a:rPr>
                        <a:t>Description</a:t>
                      </a:r>
                    </a:p>
                  </a:txBody>
                  <a:tcPr marL="6399" marR="6399" marT="6399" marB="0" anchor="ctr">
                    <a:lnL>
                      <a:noFill/>
                    </a:lnL>
                    <a:lnR>
                      <a:noFill/>
                    </a:lnR>
                    <a:lnT>
                      <a:noFill/>
                    </a:lnT>
                    <a:lnB>
                      <a:noFill/>
                    </a:lnB>
                    <a:noFill/>
                  </a:tcPr>
                </a:tc>
                <a:extLst>
                  <a:ext uri="{0D108BD9-81ED-4DB2-BD59-A6C34878D82A}">
                    <a16:rowId xmlns:a16="http://schemas.microsoft.com/office/drawing/2014/main" val="1218079294"/>
                  </a:ext>
                </a:extLst>
              </a:tr>
              <a:tr h="514590">
                <a:tc>
                  <a:txBody>
                    <a:bodyPr/>
                    <a:lstStyle/>
                    <a:p>
                      <a:pPr algn="l" fontAlgn="ctr"/>
                      <a:r>
                        <a:rPr lang="fr-FR" sz="1000" b="1" i="0" u="none" strike="noStrike">
                          <a:solidFill>
                            <a:srgbClr val="000000"/>
                          </a:solidFill>
                          <a:effectLst/>
                          <a:latin typeface="Aptos Narrow" panose="020B0004020202020204" pitchFamily="34" charset="0"/>
                        </a:rPr>
                        <a:t>Rôle</a:t>
                      </a:r>
                    </a:p>
                  </a:txBody>
                  <a:tcPr marL="6399" marR="6399" marT="6399" marB="0" anchor="ctr">
                    <a:lnL>
                      <a:noFill/>
                    </a:lnL>
                    <a:lnR>
                      <a:noFill/>
                    </a:lnR>
                    <a:lnT>
                      <a:noFill/>
                    </a:lnT>
                    <a:lnB>
                      <a:noFill/>
                    </a:lnB>
                    <a:noFill/>
                  </a:tcPr>
                </a:tc>
                <a:tc>
                  <a:txBody>
                    <a:bodyPr/>
                    <a:lstStyle/>
                    <a:p>
                      <a:pPr algn="l" fontAlgn="ctr"/>
                      <a:r>
                        <a:rPr lang="fr-FR" sz="1000" b="0" i="0" u="none" strike="noStrike">
                          <a:solidFill>
                            <a:srgbClr val="000000"/>
                          </a:solidFill>
                          <a:effectLst/>
                          <a:latin typeface="Aptos Narrow" panose="020B0004020202020204" pitchFamily="34" charset="0"/>
                        </a:rPr>
                        <a:t>Automatisation des lignes de production</a:t>
                      </a:r>
                    </a:p>
                  </a:txBody>
                  <a:tcPr marL="6399" marR="6399" marT="6399" marB="0" anchor="ctr">
                    <a:lnL>
                      <a:noFill/>
                    </a:lnL>
                    <a:lnR>
                      <a:noFill/>
                    </a:lnR>
                    <a:lnT>
                      <a:noFill/>
                    </a:lnT>
                    <a:lnB>
                      <a:noFill/>
                    </a:lnB>
                    <a:noFill/>
                  </a:tcPr>
                </a:tc>
                <a:extLst>
                  <a:ext uri="{0D108BD9-81ED-4DB2-BD59-A6C34878D82A}">
                    <a16:rowId xmlns:a16="http://schemas.microsoft.com/office/drawing/2014/main" val="742639201"/>
                  </a:ext>
                </a:extLst>
              </a:tr>
              <a:tr h="684928">
                <a:tc>
                  <a:txBody>
                    <a:bodyPr/>
                    <a:lstStyle/>
                    <a:p>
                      <a:pPr algn="l" fontAlgn="ctr"/>
                      <a:r>
                        <a:rPr lang="fr-FR" sz="1000" b="1" i="0" u="none" strike="noStrike" dirty="0">
                          <a:solidFill>
                            <a:srgbClr val="000000"/>
                          </a:solidFill>
                          <a:effectLst/>
                          <a:latin typeface="Aptos Narrow" panose="020B0004020202020204" pitchFamily="34" charset="0"/>
                        </a:rPr>
                        <a:t>Avantages</a:t>
                      </a:r>
                    </a:p>
                  </a:txBody>
                  <a:tcPr marL="6399" marR="6399" marT="6399" marB="0" anchor="ctr">
                    <a:lnL>
                      <a:noFill/>
                    </a:lnL>
                    <a:lnR>
                      <a:noFill/>
                    </a:lnR>
                    <a:lnT>
                      <a:noFill/>
                    </a:lnT>
                    <a:lnB>
                      <a:noFill/>
                    </a:lnB>
                    <a:noFill/>
                  </a:tcPr>
                </a:tc>
                <a:tc>
                  <a:txBody>
                    <a:bodyPr/>
                    <a:lstStyle/>
                    <a:p>
                      <a:pPr algn="l" fontAlgn="ctr"/>
                      <a:r>
                        <a:rPr lang="fr-FR" sz="1000" b="0" i="0" u="none" strike="noStrike">
                          <a:solidFill>
                            <a:srgbClr val="000000"/>
                          </a:solidFill>
                          <a:effectLst/>
                          <a:latin typeface="Aptos Narrow" panose="020B0004020202020204" pitchFamily="34" charset="0"/>
                        </a:rPr>
                        <a:t>Haute performance, temps de cycle réduit, évolutivité</a:t>
                      </a:r>
                    </a:p>
                  </a:txBody>
                  <a:tcPr marL="6399" marR="6399" marT="6399" marB="0" anchor="ctr">
                    <a:lnL>
                      <a:noFill/>
                    </a:lnL>
                    <a:lnR>
                      <a:noFill/>
                    </a:lnR>
                    <a:lnT>
                      <a:noFill/>
                    </a:lnT>
                    <a:lnB>
                      <a:noFill/>
                    </a:lnB>
                    <a:noFill/>
                  </a:tcPr>
                </a:tc>
                <a:extLst>
                  <a:ext uri="{0D108BD9-81ED-4DB2-BD59-A6C34878D82A}">
                    <a16:rowId xmlns:a16="http://schemas.microsoft.com/office/drawing/2014/main" val="1754152328"/>
                  </a:ext>
                </a:extLst>
              </a:tr>
              <a:tr h="1110774">
                <a:tc>
                  <a:txBody>
                    <a:bodyPr/>
                    <a:lstStyle/>
                    <a:p>
                      <a:pPr algn="l" fontAlgn="ctr"/>
                      <a:r>
                        <a:rPr lang="fr-FR" sz="1000" b="1" i="0" u="none" strike="noStrike">
                          <a:solidFill>
                            <a:srgbClr val="000000"/>
                          </a:solidFill>
                          <a:effectLst/>
                          <a:latin typeface="Aptos Narrow" panose="020B0004020202020204" pitchFamily="34" charset="0"/>
                        </a:rPr>
                        <a:t>Fonctionnalités</a:t>
                      </a:r>
                    </a:p>
                  </a:txBody>
                  <a:tcPr marL="6399" marR="6399" marT="6399" marB="0" anchor="ctr">
                    <a:lnL>
                      <a:noFill/>
                    </a:lnL>
                    <a:lnR>
                      <a:noFill/>
                    </a:lnR>
                    <a:lnT>
                      <a:noFill/>
                    </a:lnT>
                    <a:lnB>
                      <a:noFill/>
                    </a:lnB>
                    <a:noFill/>
                  </a:tcPr>
                </a:tc>
                <a:tc>
                  <a:txBody>
                    <a:bodyPr/>
                    <a:lstStyle/>
                    <a:p>
                      <a:pPr algn="l" fontAlgn="ctr"/>
                      <a:r>
                        <a:rPr lang="fr-FR" sz="1000" b="0" i="0" u="none" strike="noStrike">
                          <a:solidFill>
                            <a:srgbClr val="000000"/>
                          </a:solidFill>
                          <a:effectLst/>
                          <a:latin typeface="Aptos Narrow" panose="020B0004020202020204" pitchFamily="34" charset="0"/>
                        </a:rPr>
                        <a:t>Intégration avec les logiciels industriels, supporte les protocoles industriels (Profinet, Profibus)</a:t>
                      </a:r>
                    </a:p>
                  </a:txBody>
                  <a:tcPr marL="6399" marR="6399" marT="6399" marB="0" anchor="ctr">
                    <a:lnL>
                      <a:noFill/>
                    </a:lnL>
                    <a:lnR>
                      <a:noFill/>
                    </a:lnR>
                    <a:lnT>
                      <a:noFill/>
                    </a:lnT>
                    <a:lnB>
                      <a:noFill/>
                    </a:lnB>
                    <a:noFill/>
                  </a:tcPr>
                </a:tc>
                <a:extLst>
                  <a:ext uri="{0D108BD9-81ED-4DB2-BD59-A6C34878D82A}">
                    <a16:rowId xmlns:a16="http://schemas.microsoft.com/office/drawing/2014/main" val="3834442850"/>
                  </a:ext>
                </a:extLst>
              </a:tr>
              <a:tr h="1110774">
                <a:tc>
                  <a:txBody>
                    <a:bodyPr/>
                    <a:lstStyle/>
                    <a:p>
                      <a:pPr algn="l" fontAlgn="ctr"/>
                      <a:r>
                        <a:rPr lang="fr-FR" sz="1000" b="1" i="0" u="none" strike="noStrike">
                          <a:solidFill>
                            <a:srgbClr val="000000"/>
                          </a:solidFill>
                          <a:effectLst/>
                          <a:latin typeface="Aptos Narrow" panose="020B0004020202020204" pitchFamily="34" charset="0"/>
                        </a:rPr>
                        <a:t>Pourquoi ce choix ?</a:t>
                      </a:r>
                    </a:p>
                  </a:txBody>
                  <a:tcPr marL="6399" marR="6399" marT="6399" marB="0" anchor="ctr">
                    <a:lnL>
                      <a:noFill/>
                    </a:lnL>
                    <a:lnR>
                      <a:noFill/>
                    </a:lnR>
                    <a:lnT>
                      <a:noFill/>
                    </a:lnT>
                    <a:lnB>
                      <a:noFill/>
                    </a:lnB>
                    <a:noFill/>
                  </a:tcPr>
                </a:tc>
                <a:tc>
                  <a:txBody>
                    <a:bodyPr/>
                    <a:lstStyle/>
                    <a:p>
                      <a:pPr algn="l" fontAlgn="ctr"/>
                      <a:r>
                        <a:rPr lang="fr-FR" sz="1000" b="0" i="0" u="none" strike="noStrike" dirty="0">
                          <a:solidFill>
                            <a:srgbClr val="000000"/>
                          </a:solidFill>
                          <a:effectLst/>
                          <a:latin typeface="Aptos Narrow" panose="020B0004020202020204" pitchFamily="34" charset="0"/>
                        </a:rPr>
                        <a:t>Automate reconnu pour sa fiabilité et ses fonctionnalités avancées en automatisation industrielle</a:t>
                      </a:r>
                    </a:p>
                  </a:txBody>
                  <a:tcPr marL="6399" marR="6399" marT="6399" marB="0" anchor="ctr">
                    <a:lnL>
                      <a:noFill/>
                    </a:lnL>
                    <a:lnR>
                      <a:noFill/>
                    </a:lnR>
                    <a:lnT>
                      <a:noFill/>
                    </a:lnT>
                    <a:lnB>
                      <a:noFill/>
                    </a:lnB>
                    <a:noFill/>
                  </a:tcPr>
                </a:tc>
                <a:extLst>
                  <a:ext uri="{0D108BD9-81ED-4DB2-BD59-A6C34878D82A}">
                    <a16:rowId xmlns:a16="http://schemas.microsoft.com/office/drawing/2014/main" val="1707740237"/>
                  </a:ext>
                </a:extLst>
              </a:tr>
            </a:tbl>
          </a:graphicData>
        </a:graphic>
      </p:graphicFrame>
      <p:sp>
        <p:nvSpPr>
          <p:cNvPr id="14" name="ZoneTexte 13">
            <a:extLst>
              <a:ext uri="{FF2B5EF4-FFF2-40B4-BE49-F238E27FC236}">
                <a16:creationId xmlns:a16="http://schemas.microsoft.com/office/drawing/2014/main" id="{C8A684F9-10E4-5F4E-2F0A-E16F56E5C7DB}"/>
              </a:ext>
            </a:extLst>
          </p:cNvPr>
          <p:cNvSpPr txBox="1"/>
          <p:nvPr/>
        </p:nvSpPr>
        <p:spPr>
          <a:xfrm>
            <a:off x="4774440" y="94283"/>
            <a:ext cx="4744464" cy="338554"/>
          </a:xfrm>
          <a:prstGeom prst="rect">
            <a:avLst/>
          </a:prstGeom>
          <a:noFill/>
        </p:spPr>
        <p:txBody>
          <a:bodyPr wrap="square">
            <a:spAutoFit/>
          </a:bodyPr>
          <a:lstStyle/>
          <a:p>
            <a:pPr algn="ctr"/>
            <a:r>
              <a:rPr lang="fr-FR" sz="1600" b="1" dirty="0">
                <a:solidFill>
                  <a:schemeClr val="bg1"/>
                </a:solidFill>
                <a:latin typeface="Calibri" panose="020F0502020204030204" pitchFamily="34" charset="0"/>
                <a:ea typeface="Calibri" panose="020F0502020204030204" pitchFamily="34" charset="0"/>
                <a:cs typeface="Calibri" panose="020F0502020204030204" pitchFamily="34" charset="0"/>
              </a:rPr>
              <a:t>5. Nouveau SI</a:t>
            </a:r>
          </a:p>
        </p:txBody>
      </p:sp>
      <p:sp>
        <p:nvSpPr>
          <p:cNvPr id="19" name="ZoneTexte 18">
            <a:extLst>
              <a:ext uri="{FF2B5EF4-FFF2-40B4-BE49-F238E27FC236}">
                <a16:creationId xmlns:a16="http://schemas.microsoft.com/office/drawing/2014/main" id="{437DFCDF-F79D-A2AE-2207-EDE67FF977F4}"/>
              </a:ext>
            </a:extLst>
          </p:cNvPr>
          <p:cNvSpPr txBox="1"/>
          <p:nvPr/>
        </p:nvSpPr>
        <p:spPr>
          <a:xfrm>
            <a:off x="-36845" y="2433036"/>
            <a:ext cx="189224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1. Introduction &amp; Contexte</a:t>
            </a:r>
          </a:p>
        </p:txBody>
      </p:sp>
      <p:sp>
        <p:nvSpPr>
          <p:cNvPr id="22" name="ZoneTexte 21">
            <a:extLst>
              <a:ext uri="{FF2B5EF4-FFF2-40B4-BE49-F238E27FC236}">
                <a16:creationId xmlns:a16="http://schemas.microsoft.com/office/drawing/2014/main" id="{B15E3A40-BDCB-EC2B-9D11-0F8BE3B09992}"/>
              </a:ext>
            </a:extLst>
          </p:cNvPr>
          <p:cNvSpPr txBox="1"/>
          <p:nvPr/>
        </p:nvSpPr>
        <p:spPr>
          <a:xfrm>
            <a:off x="-32814" y="2711031"/>
            <a:ext cx="177119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2. L’existant &amp; Limitations</a:t>
            </a:r>
          </a:p>
        </p:txBody>
      </p:sp>
      <p:sp>
        <p:nvSpPr>
          <p:cNvPr id="31" name="ZoneTexte 30">
            <a:extLst>
              <a:ext uri="{FF2B5EF4-FFF2-40B4-BE49-F238E27FC236}">
                <a16:creationId xmlns:a16="http://schemas.microsoft.com/office/drawing/2014/main" id="{B7CE9ACB-5D30-784D-A0C2-E158E035D5D8}"/>
              </a:ext>
            </a:extLst>
          </p:cNvPr>
          <p:cNvSpPr txBox="1"/>
          <p:nvPr/>
        </p:nvSpPr>
        <p:spPr>
          <a:xfrm>
            <a:off x="-32817" y="2988030"/>
            <a:ext cx="136191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3. Note de cadrage</a:t>
            </a:r>
          </a:p>
        </p:txBody>
      </p:sp>
      <p:sp>
        <p:nvSpPr>
          <p:cNvPr id="33" name="ZoneTexte 32">
            <a:extLst>
              <a:ext uri="{FF2B5EF4-FFF2-40B4-BE49-F238E27FC236}">
                <a16:creationId xmlns:a16="http://schemas.microsoft.com/office/drawing/2014/main" id="{BD77BF28-D1EB-EC95-F941-39B6E303E75C}"/>
              </a:ext>
            </a:extLst>
          </p:cNvPr>
          <p:cNvSpPr txBox="1"/>
          <p:nvPr/>
        </p:nvSpPr>
        <p:spPr>
          <a:xfrm>
            <a:off x="-32816" y="3265029"/>
            <a:ext cx="155702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4. Analyse des risques</a:t>
            </a:r>
          </a:p>
        </p:txBody>
      </p:sp>
      <p:sp>
        <p:nvSpPr>
          <p:cNvPr id="34" name="ZoneTexte 33">
            <a:extLst>
              <a:ext uri="{FF2B5EF4-FFF2-40B4-BE49-F238E27FC236}">
                <a16:creationId xmlns:a16="http://schemas.microsoft.com/office/drawing/2014/main" id="{6A8C7CFD-A3AE-3148-CF39-3C3F8363430D}"/>
              </a:ext>
            </a:extLst>
          </p:cNvPr>
          <p:cNvSpPr txBox="1"/>
          <p:nvPr/>
        </p:nvSpPr>
        <p:spPr>
          <a:xfrm>
            <a:off x="1235277" y="3542028"/>
            <a:ext cx="1063304" cy="276999"/>
          </a:xfrm>
          <a:prstGeom prst="rect">
            <a:avLst/>
          </a:prstGeom>
          <a:noFill/>
        </p:spPr>
        <p:txBody>
          <a:bodyPr wrap="none" rtlCol="0">
            <a:spAutoFit/>
          </a:bodyPr>
          <a:lstStyle/>
          <a:p>
            <a:r>
              <a:rPr lang="fr-FR" sz="1200" b="1" dirty="0">
                <a:solidFill>
                  <a:srgbClr val="C00000"/>
                </a:solidFill>
                <a:latin typeface="Calibri" panose="020F0502020204030204" pitchFamily="34" charset="0"/>
                <a:ea typeface="Calibri" panose="020F0502020204030204" pitchFamily="34" charset="0"/>
                <a:cs typeface="Calibri" panose="020F0502020204030204" pitchFamily="34" charset="0"/>
              </a:rPr>
              <a:t>5. Nouveau SI</a:t>
            </a:r>
          </a:p>
        </p:txBody>
      </p:sp>
      <p:sp>
        <p:nvSpPr>
          <p:cNvPr id="35" name="ZoneTexte 34">
            <a:extLst>
              <a:ext uri="{FF2B5EF4-FFF2-40B4-BE49-F238E27FC236}">
                <a16:creationId xmlns:a16="http://schemas.microsoft.com/office/drawing/2014/main" id="{5C87286F-F1A2-7425-465B-E42FA8B41739}"/>
              </a:ext>
            </a:extLst>
          </p:cNvPr>
          <p:cNvSpPr txBox="1"/>
          <p:nvPr/>
        </p:nvSpPr>
        <p:spPr>
          <a:xfrm>
            <a:off x="-13697" y="3821018"/>
            <a:ext cx="196835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6. Déploiement et formation</a:t>
            </a:r>
          </a:p>
        </p:txBody>
      </p:sp>
      <p:sp>
        <p:nvSpPr>
          <p:cNvPr id="36" name="ZoneTexte 35">
            <a:extLst>
              <a:ext uri="{FF2B5EF4-FFF2-40B4-BE49-F238E27FC236}">
                <a16:creationId xmlns:a16="http://schemas.microsoft.com/office/drawing/2014/main" id="{E3AAF7A0-8045-03CF-F6E3-1CFEFDA48173}"/>
              </a:ext>
            </a:extLst>
          </p:cNvPr>
          <p:cNvSpPr txBox="1"/>
          <p:nvPr/>
        </p:nvSpPr>
        <p:spPr>
          <a:xfrm>
            <a:off x="-13697" y="4098017"/>
            <a:ext cx="1845955"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7. Contrat de maintenance</a:t>
            </a:r>
          </a:p>
        </p:txBody>
      </p:sp>
    </p:spTree>
    <p:extLst>
      <p:ext uri="{BB962C8B-B14F-4D97-AF65-F5344CB8AC3E}">
        <p14:creationId xmlns:p14="http://schemas.microsoft.com/office/powerpoint/2010/main" val="36709454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8BBF5-4D2B-249C-17A2-0ABD807914F6}"/>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1C7BB18E-1F01-EE16-5557-52217E173E6C}"/>
              </a:ext>
            </a:extLst>
          </p:cNvPr>
          <p:cNvSpPr>
            <a:spLocks noGrp="1"/>
          </p:cNvSpPr>
          <p:nvPr>
            <p:ph type="dt" sz="half" idx="10"/>
          </p:nvPr>
        </p:nvSpPr>
        <p:spPr/>
        <p:txBody>
          <a:bodyPr/>
          <a:lstStyle/>
          <a:p>
            <a:fld id="{71A39EF6-AF95-4ACF-B35E-ACB6264B09CC}" type="datetime1">
              <a:rPr lang="fr-FR" smtClean="0"/>
              <a:t>04/03/2025</a:t>
            </a:fld>
            <a:endParaRPr lang="fr-FR"/>
          </a:p>
        </p:txBody>
      </p:sp>
      <p:sp>
        <p:nvSpPr>
          <p:cNvPr id="5" name="Espace réservé du numéro de diapositive 4">
            <a:extLst>
              <a:ext uri="{FF2B5EF4-FFF2-40B4-BE49-F238E27FC236}">
                <a16:creationId xmlns:a16="http://schemas.microsoft.com/office/drawing/2014/main" id="{2D86F22D-7226-1DE3-2A69-FA3F90F10AF2}"/>
              </a:ext>
            </a:extLst>
          </p:cNvPr>
          <p:cNvSpPr>
            <a:spLocks noGrp="1"/>
          </p:cNvSpPr>
          <p:nvPr>
            <p:ph type="sldNum" sz="quarter" idx="12"/>
          </p:nvPr>
        </p:nvSpPr>
        <p:spPr/>
        <p:txBody>
          <a:bodyPr/>
          <a:lstStyle/>
          <a:p>
            <a:fld id="{C4B8AC06-870A-4C43-8EB6-F7945B1E9F37}" type="slidenum">
              <a:rPr lang="fr-FR" smtClean="0"/>
              <a:t>29</a:t>
            </a:fld>
            <a:endParaRPr lang="fr-FR"/>
          </a:p>
        </p:txBody>
      </p:sp>
      <p:sp>
        <p:nvSpPr>
          <p:cNvPr id="2" name="ZoneTexte 1">
            <a:extLst>
              <a:ext uri="{FF2B5EF4-FFF2-40B4-BE49-F238E27FC236}">
                <a16:creationId xmlns:a16="http://schemas.microsoft.com/office/drawing/2014/main" id="{3B20F367-78E7-5A5B-B011-0389D90F2578}"/>
              </a:ext>
            </a:extLst>
          </p:cNvPr>
          <p:cNvSpPr txBox="1"/>
          <p:nvPr/>
        </p:nvSpPr>
        <p:spPr>
          <a:xfrm>
            <a:off x="2280402" y="1268286"/>
            <a:ext cx="2785374" cy="307777"/>
          </a:xfrm>
          <a:prstGeom prst="rect">
            <a:avLst/>
          </a:prstGeom>
          <a:noFill/>
        </p:spPr>
        <p:txBody>
          <a:bodyPr wrap="square">
            <a:spAutoFit/>
          </a:bodyPr>
          <a:lstStyle/>
          <a:p>
            <a:r>
              <a:rPr lang="fr-FR" sz="1400" b="1" dirty="0">
                <a:latin typeface="Calibri" panose="020F0502020204030204" pitchFamily="34" charset="0"/>
                <a:ea typeface="Calibri" panose="020F0502020204030204" pitchFamily="34" charset="0"/>
                <a:cs typeface="Calibri" panose="020F0502020204030204" pitchFamily="34" charset="0"/>
              </a:rPr>
              <a:t>Informatique industrielle</a:t>
            </a:r>
          </a:p>
        </p:txBody>
      </p:sp>
      <p:sp>
        <p:nvSpPr>
          <p:cNvPr id="7" name="ZoneTexte 6">
            <a:extLst>
              <a:ext uri="{FF2B5EF4-FFF2-40B4-BE49-F238E27FC236}">
                <a16:creationId xmlns:a16="http://schemas.microsoft.com/office/drawing/2014/main" id="{8F02CB6C-6558-C6BF-F37A-E919093A769D}"/>
              </a:ext>
            </a:extLst>
          </p:cNvPr>
          <p:cNvSpPr txBox="1"/>
          <p:nvPr/>
        </p:nvSpPr>
        <p:spPr>
          <a:xfrm>
            <a:off x="4099434" y="2411512"/>
            <a:ext cx="6094476" cy="2893100"/>
          </a:xfrm>
          <a:prstGeom prst="rect">
            <a:avLst/>
          </a:prstGeom>
          <a:noFill/>
        </p:spPr>
        <p:txBody>
          <a:bodyPr wrap="square">
            <a:spAutoFit/>
          </a:bodyPr>
          <a:lstStyle/>
          <a:p>
            <a:r>
              <a:rPr lang="fr-FR" sz="1400" b="1" u="sng" dirty="0">
                <a:latin typeface="Calibri" panose="020F0502020204030204" pitchFamily="34" charset="0"/>
                <a:ea typeface="Calibri" panose="020F0502020204030204" pitchFamily="34" charset="0"/>
                <a:cs typeface="Calibri" panose="020F0502020204030204" pitchFamily="34" charset="0"/>
              </a:rPr>
              <a:t>Bénéfices Attendus :</a:t>
            </a:r>
          </a:p>
          <a:p>
            <a:endParaRPr lang="fr-FR"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fr-FR" sz="1400" dirty="0">
                <a:latin typeface="Calibri" panose="020F0502020204030204" pitchFamily="34" charset="0"/>
                <a:ea typeface="Calibri" panose="020F0502020204030204" pitchFamily="34" charset="0"/>
                <a:cs typeface="Calibri" panose="020F0502020204030204" pitchFamily="34" charset="0"/>
              </a:rPr>
              <a:t>Amélioration de la productivité grâce à l'automatisation des processus industriels.</a:t>
            </a:r>
          </a:p>
          <a:p>
            <a:pPr marL="285750" indent="-285750">
              <a:buFont typeface="Arial" panose="020B0604020202020204" pitchFamily="34" charset="0"/>
              <a:buChar char="•"/>
            </a:pPr>
            <a:endParaRPr lang="fr-FR"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fr-FR" sz="1400" dirty="0">
                <a:latin typeface="Calibri" panose="020F0502020204030204" pitchFamily="34" charset="0"/>
                <a:ea typeface="Calibri" panose="020F0502020204030204" pitchFamily="34" charset="0"/>
                <a:cs typeface="Calibri" panose="020F0502020204030204" pitchFamily="34" charset="0"/>
              </a:rPr>
              <a:t>Réduction des temps d'arrêt grâce à une meilleure supervision et maintenance prédictive.</a:t>
            </a:r>
          </a:p>
          <a:p>
            <a:pPr marL="285750" indent="-285750">
              <a:buFont typeface="Arial" panose="020B0604020202020204" pitchFamily="34" charset="0"/>
              <a:buChar char="•"/>
            </a:pPr>
            <a:endParaRPr lang="fr-FR"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fr-FR" sz="1400" dirty="0">
                <a:latin typeface="Calibri" panose="020F0502020204030204" pitchFamily="34" charset="0"/>
                <a:ea typeface="Calibri" panose="020F0502020204030204" pitchFamily="34" charset="0"/>
                <a:cs typeface="Calibri" panose="020F0502020204030204" pitchFamily="34" charset="0"/>
              </a:rPr>
              <a:t>Sécurité renforcée avec des équipements adaptés aux conditions industrielles.</a:t>
            </a:r>
          </a:p>
          <a:p>
            <a:pPr marL="285750" indent="-285750">
              <a:buFont typeface="Arial" panose="020B0604020202020204" pitchFamily="34" charset="0"/>
              <a:buChar char="•"/>
            </a:pPr>
            <a:endParaRPr lang="fr-FR" sz="1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fr-FR" sz="1400" dirty="0">
                <a:latin typeface="Calibri" panose="020F0502020204030204" pitchFamily="34" charset="0"/>
                <a:ea typeface="Calibri" panose="020F0502020204030204" pitchFamily="34" charset="0"/>
                <a:cs typeface="Calibri" panose="020F0502020204030204" pitchFamily="34" charset="0"/>
              </a:rPr>
              <a:t>Gain de flexibilité opérationnelle avec les tablettes industrielles permettant aux opérateurs d'accéder aux données en temps réel.</a:t>
            </a:r>
          </a:p>
        </p:txBody>
      </p:sp>
      <p:sp>
        <p:nvSpPr>
          <p:cNvPr id="8" name="ZoneTexte 7">
            <a:extLst>
              <a:ext uri="{FF2B5EF4-FFF2-40B4-BE49-F238E27FC236}">
                <a16:creationId xmlns:a16="http://schemas.microsoft.com/office/drawing/2014/main" id="{F74EA39A-309B-EF8E-FA96-B227F4635751}"/>
              </a:ext>
            </a:extLst>
          </p:cNvPr>
          <p:cNvSpPr txBox="1"/>
          <p:nvPr/>
        </p:nvSpPr>
        <p:spPr>
          <a:xfrm>
            <a:off x="4774440" y="94283"/>
            <a:ext cx="4744464" cy="338554"/>
          </a:xfrm>
          <a:prstGeom prst="rect">
            <a:avLst/>
          </a:prstGeom>
          <a:noFill/>
        </p:spPr>
        <p:txBody>
          <a:bodyPr wrap="square">
            <a:spAutoFit/>
          </a:bodyPr>
          <a:lstStyle/>
          <a:p>
            <a:pPr algn="ctr"/>
            <a:r>
              <a:rPr lang="fr-FR" sz="1600" b="1" dirty="0">
                <a:solidFill>
                  <a:schemeClr val="bg1"/>
                </a:solidFill>
                <a:latin typeface="Calibri" panose="020F0502020204030204" pitchFamily="34" charset="0"/>
                <a:ea typeface="Calibri" panose="020F0502020204030204" pitchFamily="34" charset="0"/>
                <a:cs typeface="Calibri" panose="020F0502020204030204" pitchFamily="34" charset="0"/>
              </a:rPr>
              <a:t>5. Nouveau SI</a:t>
            </a:r>
          </a:p>
        </p:txBody>
      </p:sp>
      <p:pic>
        <p:nvPicPr>
          <p:cNvPr id="6" name="Image 5">
            <a:extLst>
              <a:ext uri="{FF2B5EF4-FFF2-40B4-BE49-F238E27FC236}">
                <a16:creationId xmlns:a16="http://schemas.microsoft.com/office/drawing/2014/main" id="{73EC44BC-C2C1-D7F9-A7C6-706E36A2F76E}"/>
              </a:ext>
            </a:extLst>
          </p:cNvPr>
          <p:cNvPicPr>
            <a:picLocks noChangeAspect="1"/>
          </p:cNvPicPr>
          <p:nvPr/>
        </p:nvPicPr>
        <p:blipFill>
          <a:blip r:embed="rId2"/>
          <a:stretch>
            <a:fillRect/>
          </a:stretch>
        </p:blipFill>
        <p:spPr>
          <a:xfrm>
            <a:off x="3684414" y="2323474"/>
            <a:ext cx="404915" cy="404915"/>
          </a:xfrm>
          <a:prstGeom prst="rect">
            <a:avLst/>
          </a:prstGeom>
        </p:spPr>
      </p:pic>
      <p:sp>
        <p:nvSpPr>
          <p:cNvPr id="30" name="ZoneTexte 29">
            <a:extLst>
              <a:ext uri="{FF2B5EF4-FFF2-40B4-BE49-F238E27FC236}">
                <a16:creationId xmlns:a16="http://schemas.microsoft.com/office/drawing/2014/main" id="{C1423826-3CDF-8733-9724-6CC4E0079A17}"/>
              </a:ext>
            </a:extLst>
          </p:cNvPr>
          <p:cNvSpPr txBox="1"/>
          <p:nvPr/>
        </p:nvSpPr>
        <p:spPr>
          <a:xfrm>
            <a:off x="-36845" y="2433036"/>
            <a:ext cx="189224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1. Introduction &amp; Contexte</a:t>
            </a:r>
          </a:p>
        </p:txBody>
      </p:sp>
      <p:sp>
        <p:nvSpPr>
          <p:cNvPr id="31" name="ZoneTexte 30">
            <a:extLst>
              <a:ext uri="{FF2B5EF4-FFF2-40B4-BE49-F238E27FC236}">
                <a16:creationId xmlns:a16="http://schemas.microsoft.com/office/drawing/2014/main" id="{786A0FFA-E267-AE5C-8A34-153EEA73292D}"/>
              </a:ext>
            </a:extLst>
          </p:cNvPr>
          <p:cNvSpPr txBox="1"/>
          <p:nvPr/>
        </p:nvSpPr>
        <p:spPr>
          <a:xfrm>
            <a:off x="-32814" y="2711031"/>
            <a:ext cx="177119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2. L’existant &amp; Limitations</a:t>
            </a:r>
          </a:p>
        </p:txBody>
      </p:sp>
      <p:sp>
        <p:nvSpPr>
          <p:cNvPr id="32" name="ZoneTexte 31">
            <a:extLst>
              <a:ext uri="{FF2B5EF4-FFF2-40B4-BE49-F238E27FC236}">
                <a16:creationId xmlns:a16="http://schemas.microsoft.com/office/drawing/2014/main" id="{43771281-AF47-595E-5378-AB8A972D103D}"/>
              </a:ext>
            </a:extLst>
          </p:cNvPr>
          <p:cNvSpPr txBox="1"/>
          <p:nvPr/>
        </p:nvSpPr>
        <p:spPr>
          <a:xfrm>
            <a:off x="-32817" y="2988030"/>
            <a:ext cx="136191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3. Note de cadrage</a:t>
            </a:r>
          </a:p>
        </p:txBody>
      </p:sp>
      <p:sp>
        <p:nvSpPr>
          <p:cNvPr id="33" name="ZoneTexte 32">
            <a:extLst>
              <a:ext uri="{FF2B5EF4-FFF2-40B4-BE49-F238E27FC236}">
                <a16:creationId xmlns:a16="http://schemas.microsoft.com/office/drawing/2014/main" id="{6355FB58-CBF0-777F-D00C-3E557646E259}"/>
              </a:ext>
            </a:extLst>
          </p:cNvPr>
          <p:cNvSpPr txBox="1"/>
          <p:nvPr/>
        </p:nvSpPr>
        <p:spPr>
          <a:xfrm>
            <a:off x="-32816" y="3265029"/>
            <a:ext cx="155702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4. Analyse des risques</a:t>
            </a:r>
          </a:p>
        </p:txBody>
      </p:sp>
      <p:sp>
        <p:nvSpPr>
          <p:cNvPr id="34" name="ZoneTexte 33">
            <a:extLst>
              <a:ext uri="{FF2B5EF4-FFF2-40B4-BE49-F238E27FC236}">
                <a16:creationId xmlns:a16="http://schemas.microsoft.com/office/drawing/2014/main" id="{E80D0FCC-2C89-D104-CC2E-517EBB7E163D}"/>
              </a:ext>
            </a:extLst>
          </p:cNvPr>
          <p:cNvSpPr txBox="1"/>
          <p:nvPr/>
        </p:nvSpPr>
        <p:spPr>
          <a:xfrm>
            <a:off x="1235277" y="3542028"/>
            <a:ext cx="1063304" cy="276999"/>
          </a:xfrm>
          <a:prstGeom prst="rect">
            <a:avLst/>
          </a:prstGeom>
          <a:noFill/>
        </p:spPr>
        <p:txBody>
          <a:bodyPr wrap="none" rtlCol="0">
            <a:spAutoFit/>
          </a:bodyPr>
          <a:lstStyle/>
          <a:p>
            <a:r>
              <a:rPr lang="fr-FR" sz="1200" b="1" dirty="0">
                <a:solidFill>
                  <a:srgbClr val="C00000"/>
                </a:solidFill>
                <a:latin typeface="Calibri" panose="020F0502020204030204" pitchFamily="34" charset="0"/>
                <a:ea typeface="Calibri" panose="020F0502020204030204" pitchFamily="34" charset="0"/>
                <a:cs typeface="Calibri" panose="020F0502020204030204" pitchFamily="34" charset="0"/>
              </a:rPr>
              <a:t>5. Nouveau SI</a:t>
            </a:r>
          </a:p>
        </p:txBody>
      </p:sp>
      <p:sp>
        <p:nvSpPr>
          <p:cNvPr id="35" name="ZoneTexte 34">
            <a:extLst>
              <a:ext uri="{FF2B5EF4-FFF2-40B4-BE49-F238E27FC236}">
                <a16:creationId xmlns:a16="http://schemas.microsoft.com/office/drawing/2014/main" id="{09E071AD-7CAF-3544-026B-85BC865835B7}"/>
              </a:ext>
            </a:extLst>
          </p:cNvPr>
          <p:cNvSpPr txBox="1"/>
          <p:nvPr/>
        </p:nvSpPr>
        <p:spPr>
          <a:xfrm>
            <a:off x="-13697" y="3821018"/>
            <a:ext cx="196835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6. Déploiement et formation</a:t>
            </a:r>
          </a:p>
        </p:txBody>
      </p:sp>
      <p:sp>
        <p:nvSpPr>
          <p:cNvPr id="36" name="ZoneTexte 35">
            <a:extLst>
              <a:ext uri="{FF2B5EF4-FFF2-40B4-BE49-F238E27FC236}">
                <a16:creationId xmlns:a16="http://schemas.microsoft.com/office/drawing/2014/main" id="{3A9028B2-FCA4-DAFE-1C9C-B71E70038ACF}"/>
              </a:ext>
            </a:extLst>
          </p:cNvPr>
          <p:cNvSpPr txBox="1"/>
          <p:nvPr/>
        </p:nvSpPr>
        <p:spPr>
          <a:xfrm>
            <a:off x="-13697" y="4098017"/>
            <a:ext cx="1845955"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7. Contrat de maintenance</a:t>
            </a:r>
          </a:p>
        </p:txBody>
      </p:sp>
    </p:spTree>
    <p:extLst>
      <p:ext uri="{BB962C8B-B14F-4D97-AF65-F5344CB8AC3E}">
        <p14:creationId xmlns:p14="http://schemas.microsoft.com/office/powerpoint/2010/main" val="39889710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96790-BE7E-5314-BDBE-A80660DBE322}"/>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DB360A02-4AEB-C09A-6E1E-2072A806AD03}"/>
              </a:ext>
            </a:extLst>
          </p:cNvPr>
          <p:cNvSpPr>
            <a:spLocks noGrp="1"/>
          </p:cNvSpPr>
          <p:nvPr>
            <p:ph type="dt" sz="half" idx="10"/>
          </p:nvPr>
        </p:nvSpPr>
        <p:spPr/>
        <p:txBody>
          <a:bodyPr/>
          <a:lstStyle/>
          <a:p>
            <a:fld id="{71A39EF6-AF95-4ACF-B35E-ACB6264B09CC}" type="datetime1">
              <a:rPr lang="fr-FR" smtClean="0"/>
              <a:t>04/03/2025</a:t>
            </a:fld>
            <a:endParaRPr lang="fr-FR"/>
          </a:p>
        </p:txBody>
      </p:sp>
      <p:sp>
        <p:nvSpPr>
          <p:cNvPr id="5" name="Espace réservé du numéro de diapositive 4">
            <a:extLst>
              <a:ext uri="{FF2B5EF4-FFF2-40B4-BE49-F238E27FC236}">
                <a16:creationId xmlns:a16="http://schemas.microsoft.com/office/drawing/2014/main" id="{C801A4FA-0C72-AA3C-0C99-93ABEBE84B9D}"/>
              </a:ext>
            </a:extLst>
          </p:cNvPr>
          <p:cNvSpPr>
            <a:spLocks noGrp="1"/>
          </p:cNvSpPr>
          <p:nvPr>
            <p:ph type="sldNum" sz="quarter" idx="12"/>
          </p:nvPr>
        </p:nvSpPr>
        <p:spPr/>
        <p:txBody>
          <a:bodyPr/>
          <a:lstStyle/>
          <a:p>
            <a:fld id="{C4B8AC06-870A-4C43-8EB6-F7945B1E9F37}" type="slidenum">
              <a:rPr lang="fr-FR" smtClean="0"/>
              <a:t>30</a:t>
            </a:fld>
            <a:endParaRPr lang="fr-FR"/>
          </a:p>
        </p:txBody>
      </p:sp>
      <p:sp>
        <p:nvSpPr>
          <p:cNvPr id="2" name="ZoneTexte 1">
            <a:extLst>
              <a:ext uri="{FF2B5EF4-FFF2-40B4-BE49-F238E27FC236}">
                <a16:creationId xmlns:a16="http://schemas.microsoft.com/office/drawing/2014/main" id="{DD0CD26E-F03E-EAB4-DA5D-C8D381B8893E}"/>
              </a:ext>
            </a:extLst>
          </p:cNvPr>
          <p:cNvSpPr txBox="1"/>
          <p:nvPr/>
        </p:nvSpPr>
        <p:spPr>
          <a:xfrm>
            <a:off x="2280402" y="1268286"/>
            <a:ext cx="2785374" cy="307777"/>
          </a:xfrm>
          <a:prstGeom prst="rect">
            <a:avLst/>
          </a:prstGeom>
          <a:noFill/>
        </p:spPr>
        <p:txBody>
          <a:bodyPr wrap="square">
            <a:spAutoFit/>
          </a:bodyPr>
          <a:lstStyle/>
          <a:p>
            <a:r>
              <a:rPr lang="fr-FR" sz="1400" b="1" dirty="0">
                <a:latin typeface="Calibri" panose="020F0502020204030204" pitchFamily="34" charset="0"/>
                <a:ea typeface="Calibri" panose="020F0502020204030204" pitchFamily="34" charset="0"/>
                <a:cs typeface="Calibri" panose="020F0502020204030204" pitchFamily="34" charset="0"/>
              </a:rPr>
              <a:t>Plan système</a:t>
            </a:r>
          </a:p>
        </p:txBody>
      </p:sp>
      <p:sp>
        <p:nvSpPr>
          <p:cNvPr id="3" name="ZoneTexte 2">
            <a:extLst>
              <a:ext uri="{FF2B5EF4-FFF2-40B4-BE49-F238E27FC236}">
                <a16:creationId xmlns:a16="http://schemas.microsoft.com/office/drawing/2014/main" id="{8B5D3303-8C93-D3AE-65BA-ECD85BFFEBBB}"/>
              </a:ext>
            </a:extLst>
          </p:cNvPr>
          <p:cNvSpPr txBox="1"/>
          <p:nvPr/>
        </p:nvSpPr>
        <p:spPr>
          <a:xfrm>
            <a:off x="4774440" y="94283"/>
            <a:ext cx="4744464" cy="338554"/>
          </a:xfrm>
          <a:prstGeom prst="rect">
            <a:avLst/>
          </a:prstGeom>
          <a:noFill/>
        </p:spPr>
        <p:txBody>
          <a:bodyPr wrap="square">
            <a:spAutoFit/>
          </a:bodyPr>
          <a:lstStyle/>
          <a:p>
            <a:pPr algn="ctr"/>
            <a:r>
              <a:rPr lang="fr-FR" sz="1600" b="1" dirty="0">
                <a:solidFill>
                  <a:schemeClr val="bg1"/>
                </a:solidFill>
                <a:latin typeface="Calibri" panose="020F0502020204030204" pitchFamily="34" charset="0"/>
                <a:ea typeface="Calibri" panose="020F0502020204030204" pitchFamily="34" charset="0"/>
                <a:cs typeface="Calibri" panose="020F0502020204030204" pitchFamily="34" charset="0"/>
              </a:rPr>
              <a:t>5. Nouveau SI</a:t>
            </a:r>
          </a:p>
        </p:txBody>
      </p:sp>
      <p:pic>
        <p:nvPicPr>
          <p:cNvPr id="12" name="Image 11">
            <a:extLst>
              <a:ext uri="{FF2B5EF4-FFF2-40B4-BE49-F238E27FC236}">
                <a16:creationId xmlns:a16="http://schemas.microsoft.com/office/drawing/2014/main" id="{3B4527AB-AD9A-E00C-D75D-85EDFABB9642}"/>
              </a:ext>
            </a:extLst>
          </p:cNvPr>
          <p:cNvPicPr>
            <a:picLocks noChangeAspect="1"/>
          </p:cNvPicPr>
          <p:nvPr/>
        </p:nvPicPr>
        <p:blipFill>
          <a:blip r:embed="rId2"/>
          <a:stretch>
            <a:fillRect/>
          </a:stretch>
        </p:blipFill>
        <p:spPr>
          <a:xfrm>
            <a:off x="3537372" y="998898"/>
            <a:ext cx="7218599" cy="4860204"/>
          </a:xfrm>
          <a:prstGeom prst="rect">
            <a:avLst/>
          </a:prstGeom>
        </p:spPr>
      </p:pic>
      <p:sp>
        <p:nvSpPr>
          <p:cNvPr id="29" name="ZoneTexte 28">
            <a:extLst>
              <a:ext uri="{FF2B5EF4-FFF2-40B4-BE49-F238E27FC236}">
                <a16:creationId xmlns:a16="http://schemas.microsoft.com/office/drawing/2014/main" id="{25082E1A-A84D-E29B-2B73-83649745ED72}"/>
              </a:ext>
            </a:extLst>
          </p:cNvPr>
          <p:cNvSpPr txBox="1"/>
          <p:nvPr/>
        </p:nvSpPr>
        <p:spPr>
          <a:xfrm>
            <a:off x="-36845" y="2433036"/>
            <a:ext cx="189224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1. Introduction &amp; Contexte</a:t>
            </a:r>
          </a:p>
        </p:txBody>
      </p:sp>
      <p:sp>
        <p:nvSpPr>
          <p:cNvPr id="30" name="ZoneTexte 29">
            <a:extLst>
              <a:ext uri="{FF2B5EF4-FFF2-40B4-BE49-F238E27FC236}">
                <a16:creationId xmlns:a16="http://schemas.microsoft.com/office/drawing/2014/main" id="{E246CCF2-4E8D-3382-8F01-F765DBF2C2F2}"/>
              </a:ext>
            </a:extLst>
          </p:cNvPr>
          <p:cNvSpPr txBox="1"/>
          <p:nvPr/>
        </p:nvSpPr>
        <p:spPr>
          <a:xfrm>
            <a:off x="-32814" y="2711031"/>
            <a:ext cx="177119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2. L’existant &amp; Limitations</a:t>
            </a:r>
          </a:p>
        </p:txBody>
      </p:sp>
      <p:sp>
        <p:nvSpPr>
          <p:cNvPr id="31" name="ZoneTexte 30">
            <a:extLst>
              <a:ext uri="{FF2B5EF4-FFF2-40B4-BE49-F238E27FC236}">
                <a16:creationId xmlns:a16="http://schemas.microsoft.com/office/drawing/2014/main" id="{561D9B5D-FF0A-F659-8939-525DFEB28632}"/>
              </a:ext>
            </a:extLst>
          </p:cNvPr>
          <p:cNvSpPr txBox="1"/>
          <p:nvPr/>
        </p:nvSpPr>
        <p:spPr>
          <a:xfrm>
            <a:off x="-32817" y="2988030"/>
            <a:ext cx="136191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3. Note de cadrage</a:t>
            </a:r>
          </a:p>
        </p:txBody>
      </p:sp>
      <p:sp>
        <p:nvSpPr>
          <p:cNvPr id="32" name="ZoneTexte 31">
            <a:extLst>
              <a:ext uri="{FF2B5EF4-FFF2-40B4-BE49-F238E27FC236}">
                <a16:creationId xmlns:a16="http://schemas.microsoft.com/office/drawing/2014/main" id="{B942B40F-F1EC-332C-B784-78120F525BAC}"/>
              </a:ext>
            </a:extLst>
          </p:cNvPr>
          <p:cNvSpPr txBox="1"/>
          <p:nvPr/>
        </p:nvSpPr>
        <p:spPr>
          <a:xfrm>
            <a:off x="-32816" y="3265029"/>
            <a:ext cx="155702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4. Analyse des risques</a:t>
            </a:r>
          </a:p>
        </p:txBody>
      </p:sp>
      <p:sp>
        <p:nvSpPr>
          <p:cNvPr id="33" name="ZoneTexte 32">
            <a:extLst>
              <a:ext uri="{FF2B5EF4-FFF2-40B4-BE49-F238E27FC236}">
                <a16:creationId xmlns:a16="http://schemas.microsoft.com/office/drawing/2014/main" id="{4A7368AA-7068-6835-AE1F-08356819A822}"/>
              </a:ext>
            </a:extLst>
          </p:cNvPr>
          <p:cNvSpPr txBox="1"/>
          <p:nvPr/>
        </p:nvSpPr>
        <p:spPr>
          <a:xfrm>
            <a:off x="1235277" y="3542028"/>
            <a:ext cx="1063304" cy="276999"/>
          </a:xfrm>
          <a:prstGeom prst="rect">
            <a:avLst/>
          </a:prstGeom>
          <a:noFill/>
        </p:spPr>
        <p:txBody>
          <a:bodyPr wrap="none" rtlCol="0">
            <a:spAutoFit/>
          </a:bodyPr>
          <a:lstStyle/>
          <a:p>
            <a:r>
              <a:rPr lang="fr-FR" sz="1200" b="1" dirty="0">
                <a:solidFill>
                  <a:srgbClr val="C00000"/>
                </a:solidFill>
                <a:latin typeface="Calibri" panose="020F0502020204030204" pitchFamily="34" charset="0"/>
                <a:ea typeface="Calibri" panose="020F0502020204030204" pitchFamily="34" charset="0"/>
                <a:cs typeface="Calibri" panose="020F0502020204030204" pitchFamily="34" charset="0"/>
              </a:rPr>
              <a:t>5. Nouveau SI</a:t>
            </a:r>
          </a:p>
        </p:txBody>
      </p:sp>
      <p:sp>
        <p:nvSpPr>
          <p:cNvPr id="34" name="ZoneTexte 33">
            <a:extLst>
              <a:ext uri="{FF2B5EF4-FFF2-40B4-BE49-F238E27FC236}">
                <a16:creationId xmlns:a16="http://schemas.microsoft.com/office/drawing/2014/main" id="{4CBDE208-4D47-8A89-2AB7-004FC55CE252}"/>
              </a:ext>
            </a:extLst>
          </p:cNvPr>
          <p:cNvSpPr txBox="1"/>
          <p:nvPr/>
        </p:nvSpPr>
        <p:spPr>
          <a:xfrm>
            <a:off x="-13697" y="3821018"/>
            <a:ext cx="196835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6. Déploiement et formation</a:t>
            </a:r>
          </a:p>
        </p:txBody>
      </p:sp>
      <p:sp>
        <p:nvSpPr>
          <p:cNvPr id="35" name="ZoneTexte 34">
            <a:extLst>
              <a:ext uri="{FF2B5EF4-FFF2-40B4-BE49-F238E27FC236}">
                <a16:creationId xmlns:a16="http://schemas.microsoft.com/office/drawing/2014/main" id="{30799164-BE36-C9E0-3571-037BE5285414}"/>
              </a:ext>
            </a:extLst>
          </p:cNvPr>
          <p:cNvSpPr txBox="1"/>
          <p:nvPr/>
        </p:nvSpPr>
        <p:spPr>
          <a:xfrm>
            <a:off x="-13697" y="4098017"/>
            <a:ext cx="1845955"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7. Contrat de maintenance</a:t>
            </a:r>
          </a:p>
        </p:txBody>
      </p:sp>
    </p:spTree>
    <p:extLst>
      <p:ext uri="{BB962C8B-B14F-4D97-AF65-F5344CB8AC3E}">
        <p14:creationId xmlns:p14="http://schemas.microsoft.com/office/powerpoint/2010/main" val="14905375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BDAB4-7158-79E5-E77E-291791D3DDB9}"/>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4D9CCE8D-0005-3FE8-3BA9-6D12EBCD0F99}"/>
              </a:ext>
            </a:extLst>
          </p:cNvPr>
          <p:cNvSpPr>
            <a:spLocks noGrp="1"/>
          </p:cNvSpPr>
          <p:nvPr>
            <p:ph type="dt" sz="half" idx="10"/>
          </p:nvPr>
        </p:nvSpPr>
        <p:spPr/>
        <p:txBody>
          <a:bodyPr/>
          <a:lstStyle/>
          <a:p>
            <a:fld id="{71A39EF6-AF95-4ACF-B35E-ACB6264B09CC}" type="datetime1">
              <a:rPr lang="fr-FR" smtClean="0"/>
              <a:t>04/03/2025</a:t>
            </a:fld>
            <a:endParaRPr lang="fr-FR"/>
          </a:p>
        </p:txBody>
      </p:sp>
      <p:sp>
        <p:nvSpPr>
          <p:cNvPr id="5" name="Espace réservé du numéro de diapositive 4">
            <a:extLst>
              <a:ext uri="{FF2B5EF4-FFF2-40B4-BE49-F238E27FC236}">
                <a16:creationId xmlns:a16="http://schemas.microsoft.com/office/drawing/2014/main" id="{BCF10C2E-5C0B-A6C0-6B09-E4044E7ECA1F}"/>
              </a:ext>
            </a:extLst>
          </p:cNvPr>
          <p:cNvSpPr>
            <a:spLocks noGrp="1"/>
          </p:cNvSpPr>
          <p:nvPr>
            <p:ph type="sldNum" sz="quarter" idx="12"/>
          </p:nvPr>
        </p:nvSpPr>
        <p:spPr/>
        <p:txBody>
          <a:bodyPr/>
          <a:lstStyle/>
          <a:p>
            <a:fld id="{C4B8AC06-870A-4C43-8EB6-F7945B1E9F37}" type="slidenum">
              <a:rPr lang="fr-FR" smtClean="0"/>
              <a:t>31</a:t>
            </a:fld>
            <a:endParaRPr lang="fr-FR"/>
          </a:p>
        </p:txBody>
      </p:sp>
      <p:sp>
        <p:nvSpPr>
          <p:cNvPr id="2" name="ZoneTexte 1">
            <a:extLst>
              <a:ext uri="{FF2B5EF4-FFF2-40B4-BE49-F238E27FC236}">
                <a16:creationId xmlns:a16="http://schemas.microsoft.com/office/drawing/2014/main" id="{CB692377-9DFC-CE23-CBE6-0ED59DD68A62}"/>
              </a:ext>
            </a:extLst>
          </p:cNvPr>
          <p:cNvSpPr txBox="1"/>
          <p:nvPr/>
        </p:nvSpPr>
        <p:spPr>
          <a:xfrm>
            <a:off x="2280402" y="1268286"/>
            <a:ext cx="2785374" cy="307777"/>
          </a:xfrm>
          <a:prstGeom prst="rect">
            <a:avLst/>
          </a:prstGeom>
          <a:noFill/>
        </p:spPr>
        <p:txBody>
          <a:bodyPr wrap="square">
            <a:spAutoFit/>
          </a:bodyPr>
          <a:lstStyle/>
          <a:p>
            <a:r>
              <a:rPr lang="fr-FR" sz="1400" b="1" dirty="0">
                <a:latin typeface="Calibri" panose="020F0502020204030204" pitchFamily="34" charset="0"/>
                <a:ea typeface="Calibri" panose="020F0502020204030204" pitchFamily="34" charset="0"/>
                <a:cs typeface="Calibri" panose="020F0502020204030204" pitchFamily="34" charset="0"/>
              </a:rPr>
              <a:t>Informatique industrielle</a:t>
            </a:r>
          </a:p>
        </p:txBody>
      </p:sp>
      <p:sp>
        <p:nvSpPr>
          <p:cNvPr id="10" name="ZoneTexte 9">
            <a:extLst>
              <a:ext uri="{FF2B5EF4-FFF2-40B4-BE49-F238E27FC236}">
                <a16:creationId xmlns:a16="http://schemas.microsoft.com/office/drawing/2014/main" id="{C1416203-C3B0-D2FB-4893-81C88E936A39}"/>
              </a:ext>
            </a:extLst>
          </p:cNvPr>
          <p:cNvSpPr txBox="1"/>
          <p:nvPr/>
        </p:nvSpPr>
        <p:spPr>
          <a:xfrm>
            <a:off x="4099434" y="1576063"/>
            <a:ext cx="6094476" cy="307777"/>
          </a:xfrm>
          <a:prstGeom prst="rect">
            <a:avLst/>
          </a:prstGeom>
          <a:noFill/>
        </p:spPr>
        <p:txBody>
          <a:bodyPr wrap="square">
            <a:spAutoFit/>
          </a:bodyPr>
          <a:lstStyle/>
          <a:p>
            <a:pPr algn="ctr"/>
            <a:r>
              <a:rPr lang="fr-FR" sz="1400" dirty="0"/>
              <a:t>ERP : SAP</a:t>
            </a:r>
            <a:endParaRPr lang="fr-FR" sz="1400" dirty="0">
              <a:latin typeface="Calibri" panose="020F0502020204030204" pitchFamily="34" charset="0"/>
              <a:ea typeface="Calibri" panose="020F0502020204030204" pitchFamily="34" charset="0"/>
              <a:cs typeface="Calibri" panose="020F0502020204030204" pitchFamily="34" charset="0"/>
            </a:endParaRPr>
          </a:p>
        </p:txBody>
      </p:sp>
      <p:sp>
        <p:nvSpPr>
          <p:cNvPr id="14" name="ZoneTexte 13">
            <a:extLst>
              <a:ext uri="{FF2B5EF4-FFF2-40B4-BE49-F238E27FC236}">
                <a16:creationId xmlns:a16="http://schemas.microsoft.com/office/drawing/2014/main" id="{F29EADA2-87C3-8063-7290-24967A850BDA}"/>
              </a:ext>
            </a:extLst>
          </p:cNvPr>
          <p:cNvSpPr txBox="1"/>
          <p:nvPr/>
        </p:nvSpPr>
        <p:spPr>
          <a:xfrm>
            <a:off x="4774440" y="94283"/>
            <a:ext cx="4744464" cy="338554"/>
          </a:xfrm>
          <a:prstGeom prst="rect">
            <a:avLst/>
          </a:prstGeom>
          <a:noFill/>
        </p:spPr>
        <p:txBody>
          <a:bodyPr wrap="square">
            <a:spAutoFit/>
          </a:bodyPr>
          <a:lstStyle/>
          <a:p>
            <a:pPr algn="ctr"/>
            <a:r>
              <a:rPr lang="fr-FR" sz="1600" b="1" dirty="0">
                <a:solidFill>
                  <a:schemeClr val="bg1"/>
                </a:solidFill>
                <a:latin typeface="Calibri" panose="020F0502020204030204" pitchFamily="34" charset="0"/>
                <a:ea typeface="Calibri" panose="020F0502020204030204" pitchFamily="34" charset="0"/>
                <a:cs typeface="Calibri" panose="020F0502020204030204" pitchFamily="34" charset="0"/>
              </a:rPr>
              <a:t>5. Nouveau SI</a:t>
            </a:r>
          </a:p>
        </p:txBody>
      </p:sp>
      <p:pic>
        <p:nvPicPr>
          <p:cNvPr id="3074" name="Picture 2" descr="Free Sap Logo Icon - Free Download Logos Logo Icons | IconScout">
            <a:extLst>
              <a:ext uri="{FF2B5EF4-FFF2-40B4-BE49-F238E27FC236}">
                <a16:creationId xmlns:a16="http://schemas.microsoft.com/office/drawing/2014/main" id="{F474F88C-8057-3880-0540-9FBD98581FC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1443" b="19208"/>
          <a:stretch/>
        </p:blipFill>
        <p:spPr bwMode="auto">
          <a:xfrm>
            <a:off x="6419317" y="1874708"/>
            <a:ext cx="1454694" cy="86335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au 2">
            <a:extLst>
              <a:ext uri="{FF2B5EF4-FFF2-40B4-BE49-F238E27FC236}">
                <a16:creationId xmlns:a16="http://schemas.microsoft.com/office/drawing/2014/main" id="{5D3055F6-A3EE-B2E7-DF28-59693237C13D}"/>
              </a:ext>
            </a:extLst>
          </p:cNvPr>
          <p:cNvGraphicFramePr>
            <a:graphicFrameLocks noGrp="1"/>
          </p:cNvGraphicFramePr>
          <p:nvPr>
            <p:extLst>
              <p:ext uri="{D42A27DB-BD31-4B8C-83A1-F6EECF244321}">
                <p14:modId xmlns:p14="http://schemas.microsoft.com/office/powerpoint/2010/main" val="471182921"/>
              </p:ext>
            </p:extLst>
          </p:nvPr>
        </p:nvGraphicFramePr>
        <p:xfrm>
          <a:off x="2372635" y="2988602"/>
          <a:ext cx="9600290" cy="3260168"/>
        </p:xfrm>
        <a:graphic>
          <a:graphicData uri="http://schemas.openxmlformats.org/drawingml/2006/table">
            <a:tbl>
              <a:tblPr/>
              <a:tblGrid>
                <a:gridCol w="4800145">
                  <a:extLst>
                    <a:ext uri="{9D8B030D-6E8A-4147-A177-3AD203B41FA5}">
                      <a16:colId xmlns:a16="http://schemas.microsoft.com/office/drawing/2014/main" val="2442983396"/>
                    </a:ext>
                  </a:extLst>
                </a:gridCol>
                <a:gridCol w="4800145">
                  <a:extLst>
                    <a:ext uri="{9D8B030D-6E8A-4147-A177-3AD203B41FA5}">
                      <a16:colId xmlns:a16="http://schemas.microsoft.com/office/drawing/2014/main" val="1437090945"/>
                    </a:ext>
                  </a:extLst>
                </a:gridCol>
              </a:tblGrid>
              <a:tr h="106776">
                <a:tc>
                  <a:txBody>
                    <a:bodyPr/>
                    <a:lstStyle/>
                    <a:p>
                      <a:pPr algn="ctr" fontAlgn="ctr"/>
                      <a:r>
                        <a:rPr lang="fr-FR" sz="14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Caractéristique</a:t>
                      </a:r>
                    </a:p>
                  </a:txBody>
                  <a:tcPr marL="3688" marR="3688" marT="3688" marB="0" anchor="ctr">
                    <a:lnL>
                      <a:noFill/>
                    </a:lnL>
                    <a:lnR>
                      <a:noFill/>
                    </a:lnR>
                    <a:lnT>
                      <a:noFill/>
                    </a:lnT>
                    <a:lnB>
                      <a:noFill/>
                    </a:lnB>
                    <a:noFill/>
                  </a:tcPr>
                </a:tc>
                <a:tc>
                  <a:txBody>
                    <a:bodyPr/>
                    <a:lstStyle/>
                    <a:p>
                      <a:pPr algn="ctr" fontAlgn="ctr"/>
                      <a:r>
                        <a:rPr lang="fr-FR" sz="14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Description</a:t>
                      </a:r>
                    </a:p>
                  </a:txBody>
                  <a:tcPr marL="3688" marR="3688" marT="3688" marB="0" anchor="ctr">
                    <a:lnL>
                      <a:noFill/>
                    </a:lnL>
                    <a:lnR>
                      <a:noFill/>
                    </a:lnR>
                    <a:lnT>
                      <a:noFill/>
                    </a:lnT>
                    <a:lnB>
                      <a:noFill/>
                    </a:lnB>
                    <a:noFill/>
                  </a:tcPr>
                </a:tc>
                <a:extLst>
                  <a:ext uri="{0D108BD9-81ED-4DB2-BD59-A6C34878D82A}">
                    <a16:rowId xmlns:a16="http://schemas.microsoft.com/office/drawing/2014/main" val="3803843761"/>
                  </a:ext>
                </a:extLst>
              </a:tr>
              <a:tr h="640657">
                <a:tc>
                  <a:txBody>
                    <a:bodyPr/>
                    <a:lstStyle/>
                    <a:p>
                      <a:pPr algn="l" fontAlgn="ctr"/>
                      <a:r>
                        <a:rPr lang="fr-FR" sz="14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Rôle</a:t>
                      </a:r>
                    </a:p>
                  </a:txBody>
                  <a:tcPr marL="3688" marR="3688" marT="3688" marB="0" anchor="ctr">
                    <a:lnL>
                      <a:noFill/>
                    </a:lnL>
                    <a:lnR>
                      <a:noFill/>
                    </a:lnR>
                    <a:lnT>
                      <a:noFill/>
                    </a:lnT>
                    <a:lnB>
                      <a:noFill/>
                    </a:lnB>
                    <a:noFill/>
                  </a:tcPr>
                </a:tc>
                <a:tc>
                  <a:txBody>
                    <a:bodyPr/>
                    <a:lstStyle/>
                    <a:p>
                      <a:pPr algn="l" fontAlgn="ctr"/>
                      <a:r>
                        <a:rPr lang="fr-FR" sz="14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Fournir une solution ERP hébergée sur le cloud pour gérer les processus métier de manière flexible et évolutive</a:t>
                      </a:r>
                    </a:p>
                  </a:txBody>
                  <a:tcPr marL="3688" marR="3688" marT="3688" marB="0" anchor="ctr">
                    <a:lnL>
                      <a:noFill/>
                    </a:lnL>
                    <a:lnR>
                      <a:noFill/>
                    </a:lnR>
                    <a:lnT>
                      <a:noFill/>
                    </a:lnT>
                    <a:lnB>
                      <a:noFill/>
                    </a:lnB>
                    <a:noFill/>
                  </a:tcPr>
                </a:tc>
                <a:extLst>
                  <a:ext uri="{0D108BD9-81ED-4DB2-BD59-A6C34878D82A}">
                    <a16:rowId xmlns:a16="http://schemas.microsoft.com/office/drawing/2014/main" val="3365489902"/>
                  </a:ext>
                </a:extLst>
              </a:tr>
              <a:tr h="694045">
                <a:tc>
                  <a:txBody>
                    <a:bodyPr/>
                    <a:lstStyle/>
                    <a:p>
                      <a:pPr algn="l" fontAlgn="ctr"/>
                      <a:r>
                        <a:rPr lang="fr-FR" sz="14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Avantages</a:t>
                      </a:r>
                    </a:p>
                  </a:txBody>
                  <a:tcPr marL="3688" marR="3688" marT="3688" marB="0" anchor="ctr">
                    <a:lnL>
                      <a:noFill/>
                    </a:lnL>
                    <a:lnR>
                      <a:noFill/>
                    </a:lnR>
                    <a:lnT>
                      <a:noFill/>
                    </a:lnT>
                    <a:lnB>
                      <a:noFill/>
                    </a:lnB>
                    <a:noFill/>
                  </a:tcPr>
                </a:tc>
                <a:tc>
                  <a:txBody>
                    <a:bodyPr/>
                    <a:lstStyle/>
                    <a:p>
                      <a:pPr algn="l" fontAlgn="ctr"/>
                      <a:r>
                        <a:rPr lang="fr-FR" sz="14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Réduction des coûts d’infrastructure, mises à jour automatiques, accessibilité mondiale, haute disponibilité et sécurité renforcée</a:t>
                      </a:r>
                    </a:p>
                  </a:txBody>
                  <a:tcPr marL="3688" marR="3688" marT="3688" marB="0" anchor="ctr">
                    <a:lnL>
                      <a:noFill/>
                    </a:lnL>
                    <a:lnR>
                      <a:noFill/>
                    </a:lnR>
                    <a:lnT>
                      <a:noFill/>
                    </a:lnT>
                    <a:lnB>
                      <a:noFill/>
                    </a:lnB>
                    <a:noFill/>
                  </a:tcPr>
                </a:tc>
                <a:extLst>
                  <a:ext uri="{0D108BD9-81ED-4DB2-BD59-A6C34878D82A}">
                    <a16:rowId xmlns:a16="http://schemas.microsoft.com/office/drawing/2014/main" val="2427394109"/>
                  </a:ext>
                </a:extLst>
              </a:tr>
              <a:tr h="800821">
                <a:tc>
                  <a:txBody>
                    <a:bodyPr/>
                    <a:lstStyle/>
                    <a:p>
                      <a:pPr algn="l" fontAlgn="ctr"/>
                      <a:r>
                        <a:rPr lang="fr-FR" sz="14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Fonctionnalités</a:t>
                      </a:r>
                    </a:p>
                  </a:txBody>
                  <a:tcPr marL="3688" marR="3688" marT="3688" marB="0" anchor="ctr">
                    <a:lnL>
                      <a:noFill/>
                    </a:lnL>
                    <a:lnR>
                      <a:noFill/>
                    </a:lnR>
                    <a:lnT>
                      <a:noFill/>
                    </a:lnT>
                    <a:lnB>
                      <a:noFill/>
                    </a:lnB>
                    <a:noFill/>
                  </a:tcPr>
                </a:tc>
                <a:tc>
                  <a:txBody>
                    <a:bodyPr/>
                    <a:lstStyle/>
                    <a:p>
                      <a:pPr algn="l" fontAlgn="ctr"/>
                      <a:r>
                        <a:rPr lang="fr-FR" sz="14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Hébergement sur cloud public, privé ou hybride, intégration avec IA et </a:t>
                      </a:r>
                      <a:r>
                        <a:rPr lang="fr-FR" sz="14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analytics</a:t>
                      </a:r>
                      <a:r>
                        <a:rPr lang="fr-FR" sz="14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gestion des données en temps réel, évolutivité selon les besoins de l’entreprise</a:t>
                      </a:r>
                    </a:p>
                  </a:txBody>
                  <a:tcPr marL="3688" marR="3688" marT="3688" marB="0" anchor="ctr">
                    <a:lnL>
                      <a:noFill/>
                    </a:lnL>
                    <a:lnR>
                      <a:noFill/>
                    </a:lnR>
                    <a:lnT>
                      <a:noFill/>
                    </a:lnT>
                    <a:lnB>
                      <a:noFill/>
                    </a:lnB>
                    <a:noFill/>
                  </a:tcPr>
                </a:tc>
                <a:extLst>
                  <a:ext uri="{0D108BD9-81ED-4DB2-BD59-A6C34878D82A}">
                    <a16:rowId xmlns:a16="http://schemas.microsoft.com/office/drawing/2014/main" val="616493151"/>
                  </a:ext>
                </a:extLst>
              </a:tr>
              <a:tr h="907597">
                <a:tc>
                  <a:txBody>
                    <a:bodyPr/>
                    <a:lstStyle/>
                    <a:p>
                      <a:pPr algn="l" fontAlgn="ctr"/>
                      <a:r>
                        <a:rPr lang="fr-FR" sz="14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Pourquoi ce choix ?</a:t>
                      </a:r>
                    </a:p>
                  </a:txBody>
                  <a:tcPr marL="3688" marR="3688" marT="3688" marB="0" anchor="ctr">
                    <a:lnL>
                      <a:noFill/>
                    </a:lnL>
                    <a:lnR>
                      <a:noFill/>
                    </a:lnR>
                    <a:lnT>
                      <a:noFill/>
                    </a:lnT>
                    <a:lnB>
                      <a:noFill/>
                    </a:lnB>
                    <a:noFill/>
                  </a:tcPr>
                </a:tc>
                <a:tc>
                  <a:txBody>
                    <a:bodyPr/>
                    <a:lstStyle/>
                    <a:p>
                      <a:pPr algn="l" fontAlgn="ctr"/>
                      <a:r>
                        <a:rPr lang="fr-FR" sz="14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Permet une transformation digitale rapide, s’adapte aux besoins des entreprises en pleine croissance, facilite la collaboration et l’accessibilité </a:t>
                      </a:r>
                      <a:r>
                        <a:rPr lang="fr-FR" sz="14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multi-sites</a:t>
                      </a:r>
                      <a:endParaRPr lang="fr-FR" sz="14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3688" marR="3688" marT="3688" marB="0" anchor="ctr">
                    <a:lnL>
                      <a:noFill/>
                    </a:lnL>
                    <a:lnR>
                      <a:noFill/>
                    </a:lnR>
                    <a:lnT>
                      <a:noFill/>
                    </a:lnT>
                    <a:lnB>
                      <a:noFill/>
                    </a:lnB>
                    <a:noFill/>
                  </a:tcPr>
                </a:tc>
                <a:extLst>
                  <a:ext uri="{0D108BD9-81ED-4DB2-BD59-A6C34878D82A}">
                    <a16:rowId xmlns:a16="http://schemas.microsoft.com/office/drawing/2014/main" val="3522095708"/>
                  </a:ext>
                </a:extLst>
              </a:tr>
            </a:tbl>
          </a:graphicData>
        </a:graphic>
      </p:graphicFrame>
      <p:sp>
        <p:nvSpPr>
          <p:cNvPr id="19" name="ZoneTexte 18">
            <a:extLst>
              <a:ext uri="{FF2B5EF4-FFF2-40B4-BE49-F238E27FC236}">
                <a16:creationId xmlns:a16="http://schemas.microsoft.com/office/drawing/2014/main" id="{CAB05292-AEDA-77B7-9D1E-277EF5AD6616}"/>
              </a:ext>
            </a:extLst>
          </p:cNvPr>
          <p:cNvSpPr txBox="1"/>
          <p:nvPr/>
        </p:nvSpPr>
        <p:spPr>
          <a:xfrm>
            <a:off x="-36845" y="2433036"/>
            <a:ext cx="189224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1. Introduction &amp; Contexte</a:t>
            </a:r>
          </a:p>
        </p:txBody>
      </p:sp>
      <p:sp>
        <p:nvSpPr>
          <p:cNvPr id="22" name="ZoneTexte 21">
            <a:extLst>
              <a:ext uri="{FF2B5EF4-FFF2-40B4-BE49-F238E27FC236}">
                <a16:creationId xmlns:a16="http://schemas.microsoft.com/office/drawing/2014/main" id="{DC725A1F-4723-D28D-7419-B9B0E01D8304}"/>
              </a:ext>
            </a:extLst>
          </p:cNvPr>
          <p:cNvSpPr txBox="1"/>
          <p:nvPr/>
        </p:nvSpPr>
        <p:spPr>
          <a:xfrm>
            <a:off x="-32814" y="2711031"/>
            <a:ext cx="177119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2. L’existant &amp; Limitations</a:t>
            </a:r>
          </a:p>
        </p:txBody>
      </p:sp>
      <p:sp>
        <p:nvSpPr>
          <p:cNvPr id="31" name="ZoneTexte 30">
            <a:extLst>
              <a:ext uri="{FF2B5EF4-FFF2-40B4-BE49-F238E27FC236}">
                <a16:creationId xmlns:a16="http://schemas.microsoft.com/office/drawing/2014/main" id="{F8C5E1DF-FB77-FD00-F410-CE375E1F97B4}"/>
              </a:ext>
            </a:extLst>
          </p:cNvPr>
          <p:cNvSpPr txBox="1"/>
          <p:nvPr/>
        </p:nvSpPr>
        <p:spPr>
          <a:xfrm>
            <a:off x="-32817" y="2988030"/>
            <a:ext cx="136191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3. Note de cadrage</a:t>
            </a:r>
          </a:p>
        </p:txBody>
      </p:sp>
      <p:sp>
        <p:nvSpPr>
          <p:cNvPr id="33" name="ZoneTexte 32">
            <a:extLst>
              <a:ext uri="{FF2B5EF4-FFF2-40B4-BE49-F238E27FC236}">
                <a16:creationId xmlns:a16="http://schemas.microsoft.com/office/drawing/2014/main" id="{2A637E26-87DF-4139-ADCE-57E37CE714A8}"/>
              </a:ext>
            </a:extLst>
          </p:cNvPr>
          <p:cNvSpPr txBox="1"/>
          <p:nvPr/>
        </p:nvSpPr>
        <p:spPr>
          <a:xfrm>
            <a:off x="-32816" y="3265029"/>
            <a:ext cx="155702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4. Analyse des risques</a:t>
            </a:r>
          </a:p>
        </p:txBody>
      </p:sp>
      <p:sp>
        <p:nvSpPr>
          <p:cNvPr id="34" name="ZoneTexte 33">
            <a:extLst>
              <a:ext uri="{FF2B5EF4-FFF2-40B4-BE49-F238E27FC236}">
                <a16:creationId xmlns:a16="http://schemas.microsoft.com/office/drawing/2014/main" id="{5FF8E14A-5042-9F32-C88D-B57931E8D304}"/>
              </a:ext>
            </a:extLst>
          </p:cNvPr>
          <p:cNvSpPr txBox="1"/>
          <p:nvPr/>
        </p:nvSpPr>
        <p:spPr>
          <a:xfrm>
            <a:off x="1235277" y="3542028"/>
            <a:ext cx="1063304" cy="276999"/>
          </a:xfrm>
          <a:prstGeom prst="rect">
            <a:avLst/>
          </a:prstGeom>
          <a:noFill/>
        </p:spPr>
        <p:txBody>
          <a:bodyPr wrap="none" rtlCol="0">
            <a:spAutoFit/>
          </a:bodyPr>
          <a:lstStyle/>
          <a:p>
            <a:r>
              <a:rPr lang="fr-FR" sz="1200" b="1" dirty="0">
                <a:solidFill>
                  <a:srgbClr val="C00000"/>
                </a:solidFill>
                <a:latin typeface="Calibri" panose="020F0502020204030204" pitchFamily="34" charset="0"/>
                <a:ea typeface="Calibri" panose="020F0502020204030204" pitchFamily="34" charset="0"/>
                <a:cs typeface="Calibri" panose="020F0502020204030204" pitchFamily="34" charset="0"/>
              </a:rPr>
              <a:t>5. Nouveau SI</a:t>
            </a:r>
          </a:p>
        </p:txBody>
      </p:sp>
      <p:sp>
        <p:nvSpPr>
          <p:cNvPr id="35" name="ZoneTexte 34">
            <a:extLst>
              <a:ext uri="{FF2B5EF4-FFF2-40B4-BE49-F238E27FC236}">
                <a16:creationId xmlns:a16="http://schemas.microsoft.com/office/drawing/2014/main" id="{CA683767-AA10-27FF-57FE-DCFB0967A62D}"/>
              </a:ext>
            </a:extLst>
          </p:cNvPr>
          <p:cNvSpPr txBox="1"/>
          <p:nvPr/>
        </p:nvSpPr>
        <p:spPr>
          <a:xfrm>
            <a:off x="-13697" y="3821018"/>
            <a:ext cx="196835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6. Déploiement et formation</a:t>
            </a:r>
          </a:p>
        </p:txBody>
      </p:sp>
      <p:sp>
        <p:nvSpPr>
          <p:cNvPr id="36" name="ZoneTexte 35">
            <a:extLst>
              <a:ext uri="{FF2B5EF4-FFF2-40B4-BE49-F238E27FC236}">
                <a16:creationId xmlns:a16="http://schemas.microsoft.com/office/drawing/2014/main" id="{D3D05CBA-C3DA-4BC0-1AC2-E1082AA600DC}"/>
              </a:ext>
            </a:extLst>
          </p:cNvPr>
          <p:cNvSpPr txBox="1"/>
          <p:nvPr/>
        </p:nvSpPr>
        <p:spPr>
          <a:xfrm>
            <a:off x="-13697" y="4098017"/>
            <a:ext cx="1845955"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7. Contrat de maintenance</a:t>
            </a:r>
          </a:p>
        </p:txBody>
      </p:sp>
    </p:spTree>
    <p:extLst>
      <p:ext uri="{BB962C8B-B14F-4D97-AF65-F5344CB8AC3E}">
        <p14:creationId xmlns:p14="http://schemas.microsoft.com/office/powerpoint/2010/main" val="13309242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4278D-77F8-5538-EDD0-E55D3AC7BEC4}"/>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94B12347-BA11-1813-896C-9E8F09F4FF31}"/>
              </a:ext>
            </a:extLst>
          </p:cNvPr>
          <p:cNvSpPr>
            <a:spLocks noGrp="1"/>
          </p:cNvSpPr>
          <p:nvPr>
            <p:ph type="dt" sz="half" idx="10"/>
          </p:nvPr>
        </p:nvSpPr>
        <p:spPr/>
        <p:txBody>
          <a:bodyPr/>
          <a:lstStyle/>
          <a:p>
            <a:fld id="{71A39EF6-AF95-4ACF-B35E-ACB6264B09CC}" type="datetime1">
              <a:rPr lang="fr-FR" smtClean="0"/>
              <a:t>04/03/2025</a:t>
            </a:fld>
            <a:endParaRPr lang="fr-FR"/>
          </a:p>
        </p:txBody>
      </p:sp>
      <p:sp>
        <p:nvSpPr>
          <p:cNvPr id="5" name="Espace réservé du numéro de diapositive 4">
            <a:extLst>
              <a:ext uri="{FF2B5EF4-FFF2-40B4-BE49-F238E27FC236}">
                <a16:creationId xmlns:a16="http://schemas.microsoft.com/office/drawing/2014/main" id="{83CF61A7-7775-85CE-DDAA-5DD942C5B4AC}"/>
              </a:ext>
            </a:extLst>
          </p:cNvPr>
          <p:cNvSpPr>
            <a:spLocks noGrp="1"/>
          </p:cNvSpPr>
          <p:nvPr>
            <p:ph type="sldNum" sz="quarter" idx="12"/>
          </p:nvPr>
        </p:nvSpPr>
        <p:spPr/>
        <p:txBody>
          <a:bodyPr/>
          <a:lstStyle/>
          <a:p>
            <a:fld id="{C4B8AC06-870A-4C43-8EB6-F7945B1E9F37}" type="slidenum">
              <a:rPr lang="fr-FR" smtClean="0"/>
              <a:t>32</a:t>
            </a:fld>
            <a:endParaRPr lang="fr-FR"/>
          </a:p>
        </p:txBody>
      </p:sp>
      <p:sp>
        <p:nvSpPr>
          <p:cNvPr id="2" name="ZoneTexte 1">
            <a:extLst>
              <a:ext uri="{FF2B5EF4-FFF2-40B4-BE49-F238E27FC236}">
                <a16:creationId xmlns:a16="http://schemas.microsoft.com/office/drawing/2014/main" id="{ABE587B5-4307-96B3-FDD9-FEEBCD6945D3}"/>
              </a:ext>
            </a:extLst>
          </p:cNvPr>
          <p:cNvSpPr txBox="1"/>
          <p:nvPr/>
        </p:nvSpPr>
        <p:spPr>
          <a:xfrm>
            <a:off x="2280402" y="1268286"/>
            <a:ext cx="2785374" cy="307777"/>
          </a:xfrm>
          <a:prstGeom prst="rect">
            <a:avLst/>
          </a:prstGeom>
          <a:noFill/>
        </p:spPr>
        <p:txBody>
          <a:bodyPr wrap="square">
            <a:spAutoFit/>
          </a:bodyPr>
          <a:lstStyle/>
          <a:p>
            <a:r>
              <a:rPr lang="fr-FR" sz="1400" b="1" dirty="0">
                <a:latin typeface="Calibri" panose="020F0502020204030204" pitchFamily="34" charset="0"/>
                <a:ea typeface="Calibri" panose="020F0502020204030204" pitchFamily="34" charset="0"/>
                <a:cs typeface="Calibri" panose="020F0502020204030204" pitchFamily="34" charset="0"/>
              </a:rPr>
              <a:t>Cloud</a:t>
            </a:r>
          </a:p>
        </p:txBody>
      </p:sp>
      <p:sp>
        <p:nvSpPr>
          <p:cNvPr id="3" name="ZoneTexte 2">
            <a:extLst>
              <a:ext uri="{FF2B5EF4-FFF2-40B4-BE49-F238E27FC236}">
                <a16:creationId xmlns:a16="http://schemas.microsoft.com/office/drawing/2014/main" id="{DD68A79F-EDAA-8ACE-F8A2-79C61A61F15E}"/>
              </a:ext>
            </a:extLst>
          </p:cNvPr>
          <p:cNvSpPr txBox="1"/>
          <p:nvPr/>
        </p:nvSpPr>
        <p:spPr>
          <a:xfrm>
            <a:off x="4099434" y="1576063"/>
            <a:ext cx="6094476" cy="307777"/>
          </a:xfrm>
          <a:prstGeom prst="rect">
            <a:avLst/>
          </a:prstGeom>
          <a:noFill/>
        </p:spPr>
        <p:txBody>
          <a:bodyPr wrap="square">
            <a:spAutoFit/>
          </a:bodyPr>
          <a:lstStyle/>
          <a:p>
            <a:pPr algn="ctr"/>
            <a:r>
              <a:rPr lang="fr-FR" sz="1400" dirty="0"/>
              <a:t>Microsoft Azure</a:t>
            </a:r>
            <a:endParaRPr lang="fr-FR" sz="1400"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9" name="Tableau 8">
            <a:extLst>
              <a:ext uri="{FF2B5EF4-FFF2-40B4-BE49-F238E27FC236}">
                <a16:creationId xmlns:a16="http://schemas.microsoft.com/office/drawing/2014/main" id="{C4347917-08B0-41AB-74AD-E7D7B2DAF839}"/>
              </a:ext>
            </a:extLst>
          </p:cNvPr>
          <p:cNvGraphicFramePr>
            <a:graphicFrameLocks noGrp="1"/>
          </p:cNvGraphicFramePr>
          <p:nvPr>
            <p:extLst>
              <p:ext uri="{D42A27DB-BD31-4B8C-83A1-F6EECF244321}">
                <p14:modId xmlns:p14="http://schemas.microsoft.com/office/powerpoint/2010/main" val="2002962569"/>
              </p:ext>
            </p:extLst>
          </p:nvPr>
        </p:nvGraphicFramePr>
        <p:xfrm>
          <a:off x="4139877" y="3058866"/>
          <a:ext cx="6013590" cy="2530848"/>
        </p:xfrm>
        <a:graphic>
          <a:graphicData uri="http://schemas.openxmlformats.org/drawingml/2006/table">
            <a:tbl>
              <a:tblPr/>
              <a:tblGrid>
                <a:gridCol w="3006795">
                  <a:extLst>
                    <a:ext uri="{9D8B030D-6E8A-4147-A177-3AD203B41FA5}">
                      <a16:colId xmlns:a16="http://schemas.microsoft.com/office/drawing/2014/main" val="3923445574"/>
                    </a:ext>
                  </a:extLst>
                </a:gridCol>
                <a:gridCol w="3006795">
                  <a:extLst>
                    <a:ext uri="{9D8B030D-6E8A-4147-A177-3AD203B41FA5}">
                      <a16:colId xmlns:a16="http://schemas.microsoft.com/office/drawing/2014/main" val="4091087011"/>
                    </a:ext>
                  </a:extLst>
                </a:gridCol>
              </a:tblGrid>
              <a:tr h="118664">
                <a:tc>
                  <a:txBody>
                    <a:bodyPr/>
                    <a:lstStyle/>
                    <a:p>
                      <a:pPr algn="ctr" fontAlgn="ctr"/>
                      <a:r>
                        <a:rPr lang="fr-FR" sz="1000" b="1" i="0" u="none" strike="noStrike">
                          <a:solidFill>
                            <a:srgbClr val="000000"/>
                          </a:solidFill>
                          <a:effectLst/>
                          <a:latin typeface="Aptos Narrow" panose="020B0004020202020204" pitchFamily="34" charset="0"/>
                        </a:rPr>
                        <a:t>Caractéristique</a:t>
                      </a:r>
                    </a:p>
                  </a:txBody>
                  <a:tcPr marL="5180" marR="5180" marT="5180" marB="0" anchor="ctr">
                    <a:lnL>
                      <a:noFill/>
                    </a:lnL>
                    <a:lnR>
                      <a:noFill/>
                    </a:lnR>
                    <a:lnT>
                      <a:noFill/>
                    </a:lnT>
                    <a:lnB>
                      <a:noFill/>
                    </a:lnB>
                    <a:noFill/>
                  </a:tcPr>
                </a:tc>
                <a:tc>
                  <a:txBody>
                    <a:bodyPr/>
                    <a:lstStyle/>
                    <a:p>
                      <a:pPr algn="ctr" fontAlgn="ctr"/>
                      <a:r>
                        <a:rPr lang="fr-FR" sz="1000" b="1" i="0" u="none" strike="noStrike">
                          <a:solidFill>
                            <a:srgbClr val="000000"/>
                          </a:solidFill>
                          <a:effectLst/>
                          <a:latin typeface="Aptos Narrow" panose="020B0004020202020204" pitchFamily="34" charset="0"/>
                        </a:rPr>
                        <a:t>Description</a:t>
                      </a:r>
                    </a:p>
                  </a:txBody>
                  <a:tcPr marL="5180" marR="5180" marT="5180" marB="0" anchor="ctr">
                    <a:lnL>
                      <a:noFill/>
                    </a:lnL>
                    <a:lnR>
                      <a:noFill/>
                    </a:lnR>
                    <a:lnT>
                      <a:noFill/>
                    </a:lnT>
                    <a:lnB>
                      <a:noFill/>
                    </a:lnB>
                    <a:noFill/>
                  </a:tcPr>
                </a:tc>
                <a:extLst>
                  <a:ext uri="{0D108BD9-81ED-4DB2-BD59-A6C34878D82A}">
                    <a16:rowId xmlns:a16="http://schemas.microsoft.com/office/drawing/2014/main" val="644208067"/>
                  </a:ext>
                </a:extLst>
              </a:tr>
              <a:tr h="593317">
                <a:tc>
                  <a:txBody>
                    <a:bodyPr/>
                    <a:lstStyle/>
                    <a:p>
                      <a:pPr algn="l" fontAlgn="ctr"/>
                      <a:r>
                        <a:rPr lang="fr-FR" sz="1000" b="1" i="0" u="none" strike="noStrike">
                          <a:solidFill>
                            <a:srgbClr val="000000"/>
                          </a:solidFill>
                          <a:effectLst/>
                          <a:latin typeface="Aptos Narrow" panose="020B0004020202020204" pitchFamily="34" charset="0"/>
                        </a:rPr>
                        <a:t>Rôle</a:t>
                      </a:r>
                    </a:p>
                  </a:txBody>
                  <a:tcPr marL="5180" marR="5180" marT="5180" marB="0" anchor="ctr">
                    <a:lnL>
                      <a:noFill/>
                    </a:lnL>
                    <a:lnR>
                      <a:noFill/>
                    </a:lnR>
                    <a:lnT>
                      <a:noFill/>
                    </a:lnT>
                    <a:lnB>
                      <a:noFill/>
                    </a:lnB>
                    <a:noFill/>
                  </a:tcPr>
                </a:tc>
                <a:tc>
                  <a:txBody>
                    <a:bodyPr/>
                    <a:lstStyle/>
                    <a:p>
                      <a:pPr algn="l" fontAlgn="ctr"/>
                      <a:r>
                        <a:rPr lang="fr-FR" sz="1000" b="0" i="0" u="none" strike="noStrike" dirty="0">
                          <a:solidFill>
                            <a:srgbClr val="000000"/>
                          </a:solidFill>
                          <a:effectLst/>
                          <a:latin typeface="Aptos Narrow" panose="020B0004020202020204" pitchFamily="34" charset="0"/>
                        </a:rPr>
                        <a:t>Hébergement des machines virtuelles, des services d'annuaire (AD) et des sauvegardes cloud</a:t>
                      </a:r>
                    </a:p>
                  </a:txBody>
                  <a:tcPr marL="5180" marR="5180" marT="5180" marB="0" anchor="ctr">
                    <a:lnL>
                      <a:noFill/>
                    </a:lnL>
                    <a:lnR>
                      <a:noFill/>
                    </a:lnR>
                    <a:lnT>
                      <a:noFill/>
                    </a:lnT>
                    <a:lnB>
                      <a:noFill/>
                    </a:lnB>
                    <a:noFill/>
                  </a:tcPr>
                </a:tc>
                <a:extLst>
                  <a:ext uri="{0D108BD9-81ED-4DB2-BD59-A6C34878D82A}">
                    <a16:rowId xmlns:a16="http://schemas.microsoft.com/office/drawing/2014/main" val="738066014"/>
                  </a:ext>
                </a:extLst>
              </a:tr>
              <a:tr h="296658">
                <a:tc>
                  <a:txBody>
                    <a:bodyPr/>
                    <a:lstStyle/>
                    <a:p>
                      <a:pPr algn="l" fontAlgn="ctr"/>
                      <a:r>
                        <a:rPr lang="fr-FR" sz="1000" b="1" i="0" u="none" strike="noStrike">
                          <a:solidFill>
                            <a:srgbClr val="000000"/>
                          </a:solidFill>
                          <a:effectLst/>
                          <a:latin typeface="Aptos Narrow" panose="020B0004020202020204" pitchFamily="34" charset="0"/>
                        </a:rPr>
                        <a:t>Avantages</a:t>
                      </a:r>
                    </a:p>
                  </a:txBody>
                  <a:tcPr marL="5180" marR="5180" marT="5180" marB="0" anchor="ctr">
                    <a:lnL>
                      <a:noFill/>
                    </a:lnL>
                    <a:lnR>
                      <a:noFill/>
                    </a:lnR>
                    <a:lnT>
                      <a:noFill/>
                    </a:lnT>
                    <a:lnB>
                      <a:noFill/>
                    </a:lnB>
                    <a:noFill/>
                  </a:tcPr>
                </a:tc>
                <a:tc>
                  <a:txBody>
                    <a:bodyPr/>
                    <a:lstStyle/>
                    <a:p>
                      <a:pPr algn="l" fontAlgn="ctr"/>
                      <a:r>
                        <a:rPr lang="fr-FR" sz="1000" b="0" i="0" u="none" strike="noStrike">
                          <a:solidFill>
                            <a:srgbClr val="000000"/>
                          </a:solidFill>
                          <a:effectLst/>
                          <a:latin typeface="Aptos Narrow" panose="020B0004020202020204" pitchFamily="34" charset="0"/>
                        </a:rPr>
                        <a:t>Flexibilité, haute disponibilité, sécurité renforcée</a:t>
                      </a:r>
                    </a:p>
                  </a:txBody>
                  <a:tcPr marL="5180" marR="5180" marT="5180" marB="0" anchor="ctr">
                    <a:lnL>
                      <a:noFill/>
                    </a:lnL>
                    <a:lnR>
                      <a:noFill/>
                    </a:lnR>
                    <a:lnT>
                      <a:noFill/>
                    </a:lnT>
                    <a:lnB>
                      <a:noFill/>
                    </a:lnB>
                    <a:noFill/>
                  </a:tcPr>
                </a:tc>
                <a:extLst>
                  <a:ext uri="{0D108BD9-81ED-4DB2-BD59-A6C34878D82A}">
                    <a16:rowId xmlns:a16="http://schemas.microsoft.com/office/drawing/2014/main" val="2790506951"/>
                  </a:ext>
                </a:extLst>
              </a:tr>
              <a:tr h="830644">
                <a:tc>
                  <a:txBody>
                    <a:bodyPr/>
                    <a:lstStyle/>
                    <a:p>
                      <a:pPr algn="l" fontAlgn="ctr"/>
                      <a:r>
                        <a:rPr lang="fr-FR" sz="1000" b="1" i="0" u="none" strike="noStrike">
                          <a:solidFill>
                            <a:srgbClr val="000000"/>
                          </a:solidFill>
                          <a:effectLst/>
                          <a:latin typeface="Aptos Narrow" panose="020B0004020202020204" pitchFamily="34" charset="0"/>
                        </a:rPr>
                        <a:t>Fonctionnalités</a:t>
                      </a:r>
                    </a:p>
                  </a:txBody>
                  <a:tcPr marL="5180" marR="5180" marT="5180" marB="0" anchor="ctr">
                    <a:lnL>
                      <a:noFill/>
                    </a:lnL>
                    <a:lnR>
                      <a:noFill/>
                    </a:lnR>
                    <a:lnT>
                      <a:noFill/>
                    </a:lnT>
                    <a:lnB>
                      <a:noFill/>
                    </a:lnB>
                    <a:noFill/>
                  </a:tcPr>
                </a:tc>
                <a:tc>
                  <a:txBody>
                    <a:bodyPr/>
                    <a:lstStyle/>
                    <a:p>
                      <a:pPr algn="l" fontAlgn="ctr"/>
                      <a:r>
                        <a:rPr lang="fr-FR" sz="1000" b="0" i="0" u="none" strike="noStrike" dirty="0">
                          <a:solidFill>
                            <a:srgbClr val="000000"/>
                          </a:solidFill>
                          <a:effectLst/>
                          <a:latin typeface="Aptos Narrow" panose="020B0004020202020204" pitchFamily="34" charset="0"/>
                        </a:rPr>
                        <a:t>Machines virtuelles (VM), Active Directory Azure, Sauvegarde automatisée, Intégration avec Microsoft 365</a:t>
                      </a:r>
                    </a:p>
                  </a:txBody>
                  <a:tcPr marL="5180" marR="5180" marT="5180" marB="0" anchor="ctr">
                    <a:lnL>
                      <a:noFill/>
                    </a:lnL>
                    <a:lnR>
                      <a:noFill/>
                    </a:lnR>
                    <a:lnT>
                      <a:noFill/>
                    </a:lnT>
                    <a:lnB>
                      <a:noFill/>
                    </a:lnB>
                    <a:noFill/>
                  </a:tcPr>
                </a:tc>
                <a:extLst>
                  <a:ext uri="{0D108BD9-81ED-4DB2-BD59-A6C34878D82A}">
                    <a16:rowId xmlns:a16="http://schemas.microsoft.com/office/drawing/2014/main" val="3080159999"/>
                  </a:ext>
                </a:extLst>
              </a:tr>
              <a:tr h="652649">
                <a:tc>
                  <a:txBody>
                    <a:bodyPr/>
                    <a:lstStyle/>
                    <a:p>
                      <a:pPr algn="l" fontAlgn="ctr"/>
                      <a:r>
                        <a:rPr lang="fr-FR" sz="1000" b="1" i="0" u="none" strike="noStrike">
                          <a:solidFill>
                            <a:srgbClr val="000000"/>
                          </a:solidFill>
                          <a:effectLst/>
                          <a:latin typeface="Aptos Narrow" panose="020B0004020202020204" pitchFamily="34" charset="0"/>
                        </a:rPr>
                        <a:t>Pourquoi ce choix ?</a:t>
                      </a:r>
                    </a:p>
                  </a:txBody>
                  <a:tcPr marL="5180" marR="5180" marT="5180" marB="0" anchor="ctr">
                    <a:lnL>
                      <a:noFill/>
                    </a:lnL>
                    <a:lnR>
                      <a:noFill/>
                    </a:lnR>
                    <a:lnT>
                      <a:noFill/>
                    </a:lnT>
                    <a:lnB>
                      <a:noFill/>
                    </a:lnB>
                    <a:noFill/>
                  </a:tcPr>
                </a:tc>
                <a:tc>
                  <a:txBody>
                    <a:bodyPr/>
                    <a:lstStyle/>
                    <a:p>
                      <a:pPr algn="l" fontAlgn="ctr"/>
                      <a:r>
                        <a:rPr lang="fr-FR" sz="1000" b="0" i="0" u="none" strike="noStrike" dirty="0">
                          <a:solidFill>
                            <a:srgbClr val="000000"/>
                          </a:solidFill>
                          <a:effectLst/>
                          <a:latin typeface="Aptos Narrow" panose="020B0004020202020204" pitchFamily="34" charset="0"/>
                        </a:rPr>
                        <a:t>Solution leader offrant une intégration transparente avec les outils bureautiques et industriels existants</a:t>
                      </a:r>
                    </a:p>
                  </a:txBody>
                  <a:tcPr marL="5180" marR="5180" marT="5180" marB="0" anchor="ctr">
                    <a:lnL>
                      <a:noFill/>
                    </a:lnL>
                    <a:lnR>
                      <a:noFill/>
                    </a:lnR>
                    <a:lnT>
                      <a:noFill/>
                    </a:lnT>
                    <a:lnB>
                      <a:noFill/>
                    </a:lnB>
                    <a:noFill/>
                  </a:tcPr>
                </a:tc>
                <a:extLst>
                  <a:ext uri="{0D108BD9-81ED-4DB2-BD59-A6C34878D82A}">
                    <a16:rowId xmlns:a16="http://schemas.microsoft.com/office/drawing/2014/main" val="2901787462"/>
                  </a:ext>
                </a:extLst>
              </a:tr>
            </a:tbl>
          </a:graphicData>
        </a:graphic>
      </p:graphicFrame>
      <p:pic>
        <p:nvPicPr>
          <p:cNvPr id="18434" name="Picture 2" descr="Azure : Integration plugin - Edunao">
            <a:extLst>
              <a:ext uri="{FF2B5EF4-FFF2-40B4-BE49-F238E27FC236}">
                <a16:creationId xmlns:a16="http://schemas.microsoft.com/office/drawing/2014/main" id="{44C1DD38-8AE2-459C-4E5D-60EDD0F428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77056" y="1576063"/>
            <a:ext cx="2539232" cy="1435608"/>
          </a:xfrm>
          <a:prstGeom prst="rect">
            <a:avLst/>
          </a:prstGeom>
          <a:noFill/>
          <a:extLst>
            <a:ext uri="{909E8E84-426E-40DD-AFC4-6F175D3DCCD1}">
              <a14:hiddenFill xmlns:a14="http://schemas.microsoft.com/office/drawing/2010/main">
                <a:solidFill>
                  <a:srgbClr val="FFFFFF"/>
                </a:solidFill>
              </a14:hiddenFill>
            </a:ext>
          </a:extLst>
        </p:spPr>
      </p:pic>
      <p:sp>
        <p:nvSpPr>
          <p:cNvPr id="10" name="ZoneTexte 9">
            <a:extLst>
              <a:ext uri="{FF2B5EF4-FFF2-40B4-BE49-F238E27FC236}">
                <a16:creationId xmlns:a16="http://schemas.microsoft.com/office/drawing/2014/main" id="{E1C32017-8515-482D-7FB8-0D2A9C06F399}"/>
              </a:ext>
            </a:extLst>
          </p:cNvPr>
          <p:cNvSpPr txBox="1"/>
          <p:nvPr/>
        </p:nvSpPr>
        <p:spPr>
          <a:xfrm>
            <a:off x="4774440" y="94283"/>
            <a:ext cx="4744464" cy="338554"/>
          </a:xfrm>
          <a:prstGeom prst="rect">
            <a:avLst/>
          </a:prstGeom>
          <a:noFill/>
        </p:spPr>
        <p:txBody>
          <a:bodyPr wrap="square">
            <a:spAutoFit/>
          </a:bodyPr>
          <a:lstStyle/>
          <a:p>
            <a:pPr algn="ctr"/>
            <a:r>
              <a:rPr lang="fr-FR" sz="1600" b="1" dirty="0">
                <a:solidFill>
                  <a:schemeClr val="bg1"/>
                </a:solidFill>
                <a:latin typeface="Calibri" panose="020F0502020204030204" pitchFamily="34" charset="0"/>
                <a:ea typeface="Calibri" panose="020F0502020204030204" pitchFamily="34" charset="0"/>
                <a:cs typeface="Calibri" panose="020F0502020204030204" pitchFamily="34" charset="0"/>
              </a:rPr>
              <a:t>5. Nouveau SI</a:t>
            </a:r>
          </a:p>
        </p:txBody>
      </p:sp>
      <p:sp>
        <p:nvSpPr>
          <p:cNvPr id="30" name="ZoneTexte 29">
            <a:extLst>
              <a:ext uri="{FF2B5EF4-FFF2-40B4-BE49-F238E27FC236}">
                <a16:creationId xmlns:a16="http://schemas.microsoft.com/office/drawing/2014/main" id="{BFC35106-5F02-6295-E311-3C9877B207F8}"/>
              </a:ext>
            </a:extLst>
          </p:cNvPr>
          <p:cNvSpPr txBox="1"/>
          <p:nvPr/>
        </p:nvSpPr>
        <p:spPr>
          <a:xfrm>
            <a:off x="-36845" y="2433036"/>
            <a:ext cx="189224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1. Introduction &amp; Contexte</a:t>
            </a:r>
          </a:p>
        </p:txBody>
      </p:sp>
      <p:sp>
        <p:nvSpPr>
          <p:cNvPr id="31" name="ZoneTexte 30">
            <a:extLst>
              <a:ext uri="{FF2B5EF4-FFF2-40B4-BE49-F238E27FC236}">
                <a16:creationId xmlns:a16="http://schemas.microsoft.com/office/drawing/2014/main" id="{C2B73224-DA1D-B9F5-7858-7A258A0923E0}"/>
              </a:ext>
            </a:extLst>
          </p:cNvPr>
          <p:cNvSpPr txBox="1"/>
          <p:nvPr/>
        </p:nvSpPr>
        <p:spPr>
          <a:xfrm>
            <a:off x="-32814" y="2711031"/>
            <a:ext cx="177119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2. L’existant &amp; Limitations</a:t>
            </a:r>
          </a:p>
        </p:txBody>
      </p:sp>
      <p:sp>
        <p:nvSpPr>
          <p:cNvPr id="32" name="ZoneTexte 31">
            <a:extLst>
              <a:ext uri="{FF2B5EF4-FFF2-40B4-BE49-F238E27FC236}">
                <a16:creationId xmlns:a16="http://schemas.microsoft.com/office/drawing/2014/main" id="{CBD64399-92A3-AF87-617D-9F0C9F5E24EF}"/>
              </a:ext>
            </a:extLst>
          </p:cNvPr>
          <p:cNvSpPr txBox="1"/>
          <p:nvPr/>
        </p:nvSpPr>
        <p:spPr>
          <a:xfrm>
            <a:off x="-32817" y="2988030"/>
            <a:ext cx="136191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3. Note de cadrage</a:t>
            </a:r>
          </a:p>
        </p:txBody>
      </p:sp>
      <p:sp>
        <p:nvSpPr>
          <p:cNvPr id="33" name="ZoneTexte 32">
            <a:extLst>
              <a:ext uri="{FF2B5EF4-FFF2-40B4-BE49-F238E27FC236}">
                <a16:creationId xmlns:a16="http://schemas.microsoft.com/office/drawing/2014/main" id="{25C699C6-57BF-9074-EF8F-7889238CCC71}"/>
              </a:ext>
            </a:extLst>
          </p:cNvPr>
          <p:cNvSpPr txBox="1"/>
          <p:nvPr/>
        </p:nvSpPr>
        <p:spPr>
          <a:xfrm>
            <a:off x="-32816" y="3265029"/>
            <a:ext cx="155702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4. Analyse des risques</a:t>
            </a:r>
          </a:p>
        </p:txBody>
      </p:sp>
      <p:sp>
        <p:nvSpPr>
          <p:cNvPr id="34" name="ZoneTexte 33">
            <a:extLst>
              <a:ext uri="{FF2B5EF4-FFF2-40B4-BE49-F238E27FC236}">
                <a16:creationId xmlns:a16="http://schemas.microsoft.com/office/drawing/2014/main" id="{6EFCBBDD-B6E6-1E11-2A55-DE81B078C723}"/>
              </a:ext>
            </a:extLst>
          </p:cNvPr>
          <p:cNvSpPr txBox="1"/>
          <p:nvPr/>
        </p:nvSpPr>
        <p:spPr>
          <a:xfrm>
            <a:off x="1235277" y="3542028"/>
            <a:ext cx="1063304" cy="276999"/>
          </a:xfrm>
          <a:prstGeom prst="rect">
            <a:avLst/>
          </a:prstGeom>
          <a:noFill/>
        </p:spPr>
        <p:txBody>
          <a:bodyPr wrap="none" rtlCol="0">
            <a:spAutoFit/>
          </a:bodyPr>
          <a:lstStyle/>
          <a:p>
            <a:r>
              <a:rPr lang="fr-FR" sz="1200" b="1" dirty="0">
                <a:solidFill>
                  <a:srgbClr val="C00000"/>
                </a:solidFill>
                <a:latin typeface="Calibri" panose="020F0502020204030204" pitchFamily="34" charset="0"/>
                <a:ea typeface="Calibri" panose="020F0502020204030204" pitchFamily="34" charset="0"/>
                <a:cs typeface="Calibri" panose="020F0502020204030204" pitchFamily="34" charset="0"/>
              </a:rPr>
              <a:t>5. Nouveau SI</a:t>
            </a:r>
          </a:p>
        </p:txBody>
      </p:sp>
      <p:sp>
        <p:nvSpPr>
          <p:cNvPr id="35" name="ZoneTexte 34">
            <a:extLst>
              <a:ext uri="{FF2B5EF4-FFF2-40B4-BE49-F238E27FC236}">
                <a16:creationId xmlns:a16="http://schemas.microsoft.com/office/drawing/2014/main" id="{109F56AF-9ED2-5996-E338-A0F9DEB1A492}"/>
              </a:ext>
            </a:extLst>
          </p:cNvPr>
          <p:cNvSpPr txBox="1"/>
          <p:nvPr/>
        </p:nvSpPr>
        <p:spPr>
          <a:xfrm>
            <a:off x="-13697" y="3821018"/>
            <a:ext cx="196835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6. Déploiement et formation</a:t>
            </a:r>
          </a:p>
        </p:txBody>
      </p:sp>
      <p:sp>
        <p:nvSpPr>
          <p:cNvPr id="36" name="ZoneTexte 35">
            <a:extLst>
              <a:ext uri="{FF2B5EF4-FFF2-40B4-BE49-F238E27FC236}">
                <a16:creationId xmlns:a16="http://schemas.microsoft.com/office/drawing/2014/main" id="{28CDE12F-3BDB-D549-D806-7EE8007902DC}"/>
              </a:ext>
            </a:extLst>
          </p:cNvPr>
          <p:cNvSpPr txBox="1"/>
          <p:nvPr/>
        </p:nvSpPr>
        <p:spPr>
          <a:xfrm>
            <a:off x="-13697" y="4098017"/>
            <a:ext cx="1845955"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7. Contrat de maintenance</a:t>
            </a:r>
          </a:p>
        </p:txBody>
      </p:sp>
    </p:spTree>
    <p:extLst>
      <p:ext uri="{BB962C8B-B14F-4D97-AF65-F5344CB8AC3E}">
        <p14:creationId xmlns:p14="http://schemas.microsoft.com/office/powerpoint/2010/main" val="9938900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937FD-CA2D-66D8-D279-D980EF59A9F6}"/>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93F65CB4-561F-0879-7BE8-87C0EAD31CE0}"/>
              </a:ext>
            </a:extLst>
          </p:cNvPr>
          <p:cNvSpPr>
            <a:spLocks noGrp="1"/>
          </p:cNvSpPr>
          <p:nvPr>
            <p:ph type="dt" sz="half" idx="10"/>
          </p:nvPr>
        </p:nvSpPr>
        <p:spPr/>
        <p:txBody>
          <a:bodyPr/>
          <a:lstStyle/>
          <a:p>
            <a:fld id="{71A39EF6-AF95-4ACF-B35E-ACB6264B09CC}" type="datetime1">
              <a:rPr lang="fr-FR" smtClean="0"/>
              <a:t>04/03/2025</a:t>
            </a:fld>
            <a:endParaRPr lang="fr-FR"/>
          </a:p>
        </p:txBody>
      </p:sp>
      <p:sp>
        <p:nvSpPr>
          <p:cNvPr id="5" name="Espace réservé du numéro de diapositive 4">
            <a:extLst>
              <a:ext uri="{FF2B5EF4-FFF2-40B4-BE49-F238E27FC236}">
                <a16:creationId xmlns:a16="http://schemas.microsoft.com/office/drawing/2014/main" id="{C67CC1CB-4038-9F29-A07E-A239C743ADA6}"/>
              </a:ext>
            </a:extLst>
          </p:cNvPr>
          <p:cNvSpPr>
            <a:spLocks noGrp="1"/>
          </p:cNvSpPr>
          <p:nvPr>
            <p:ph type="sldNum" sz="quarter" idx="12"/>
          </p:nvPr>
        </p:nvSpPr>
        <p:spPr/>
        <p:txBody>
          <a:bodyPr/>
          <a:lstStyle/>
          <a:p>
            <a:fld id="{C4B8AC06-870A-4C43-8EB6-F7945B1E9F37}" type="slidenum">
              <a:rPr lang="fr-FR" smtClean="0"/>
              <a:t>33</a:t>
            </a:fld>
            <a:endParaRPr lang="fr-FR"/>
          </a:p>
        </p:txBody>
      </p:sp>
      <p:sp>
        <p:nvSpPr>
          <p:cNvPr id="2" name="ZoneTexte 1">
            <a:extLst>
              <a:ext uri="{FF2B5EF4-FFF2-40B4-BE49-F238E27FC236}">
                <a16:creationId xmlns:a16="http://schemas.microsoft.com/office/drawing/2014/main" id="{66A343B9-00E8-5BC0-7227-F5845FA7AB71}"/>
              </a:ext>
            </a:extLst>
          </p:cNvPr>
          <p:cNvSpPr txBox="1"/>
          <p:nvPr/>
        </p:nvSpPr>
        <p:spPr>
          <a:xfrm>
            <a:off x="2280402" y="1268286"/>
            <a:ext cx="2785374" cy="307777"/>
          </a:xfrm>
          <a:prstGeom prst="rect">
            <a:avLst/>
          </a:prstGeom>
          <a:noFill/>
        </p:spPr>
        <p:txBody>
          <a:bodyPr wrap="square">
            <a:spAutoFit/>
          </a:bodyPr>
          <a:lstStyle/>
          <a:p>
            <a:r>
              <a:rPr lang="fr-FR" sz="1400" b="1" dirty="0">
                <a:latin typeface="Calibri" panose="020F0502020204030204" pitchFamily="34" charset="0"/>
                <a:ea typeface="Calibri" panose="020F0502020204030204" pitchFamily="34" charset="0"/>
                <a:cs typeface="Calibri" panose="020F0502020204030204" pitchFamily="34" charset="0"/>
              </a:rPr>
              <a:t>Cloud</a:t>
            </a:r>
          </a:p>
        </p:txBody>
      </p:sp>
      <p:sp>
        <p:nvSpPr>
          <p:cNvPr id="3" name="ZoneTexte 2">
            <a:extLst>
              <a:ext uri="{FF2B5EF4-FFF2-40B4-BE49-F238E27FC236}">
                <a16:creationId xmlns:a16="http://schemas.microsoft.com/office/drawing/2014/main" id="{AFD5A67C-9DE0-2DEC-09D7-7746D1FB277D}"/>
              </a:ext>
            </a:extLst>
          </p:cNvPr>
          <p:cNvSpPr txBox="1"/>
          <p:nvPr/>
        </p:nvSpPr>
        <p:spPr>
          <a:xfrm>
            <a:off x="4099434" y="1576063"/>
            <a:ext cx="6094476" cy="307777"/>
          </a:xfrm>
          <a:prstGeom prst="rect">
            <a:avLst/>
          </a:prstGeom>
          <a:noFill/>
        </p:spPr>
        <p:txBody>
          <a:bodyPr wrap="square">
            <a:spAutoFit/>
          </a:bodyPr>
          <a:lstStyle/>
          <a:p>
            <a:pPr algn="ctr"/>
            <a:r>
              <a:rPr lang="fr-FR" sz="1400" dirty="0"/>
              <a:t>Microsoft 365 (Exchange Online)</a:t>
            </a:r>
            <a:endParaRPr lang="fr-FR" sz="1400" dirty="0">
              <a:latin typeface="Calibri" panose="020F0502020204030204" pitchFamily="34" charset="0"/>
              <a:ea typeface="Calibri" panose="020F0502020204030204" pitchFamily="34" charset="0"/>
              <a:cs typeface="Calibri" panose="020F0502020204030204" pitchFamily="34" charset="0"/>
            </a:endParaRPr>
          </a:p>
        </p:txBody>
      </p:sp>
      <p:pic>
        <p:nvPicPr>
          <p:cNvPr id="19458" name="Picture 2" descr="Office 365 - Exchange Online - Beginner to Professional 2019 | Udemy">
            <a:extLst>
              <a:ext uri="{FF2B5EF4-FFF2-40B4-BE49-F238E27FC236}">
                <a16:creationId xmlns:a16="http://schemas.microsoft.com/office/drawing/2014/main" id="{0E4E374A-5124-3F63-6946-496D037A8A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5187" y="1883840"/>
            <a:ext cx="1442970" cy="81191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Tableau 7">
            <a:extLst>
              <a:ext uri="{FF2B5EF4-FFF2-40B4-BE49-F238E27FC236}">
                <a16:creationId xmlns:a16="http://schemas.microsoft.com/office/drawing/2014/main" id="{6FFAD3AA-DF83-6216-E109-C59B821D175B}"/>
              </a:ext>
            </a:extLst>
          </p:cNvPr>
          <p:cNvGraphicFramePr>
            <a:graphicFrameLocks noGrp="1"/>
          </p:cNvGraphicFramePr>
          <p:nvPr>
            <p:extLst>
              <p:ext uri="{D42A27DB-BD31-4B8C-83A1-F6EECF244321}">
                <p14:modId xmlns:p14="http://schemas.microsoft.com/office/powerpoint/2010/main" val="1935326788"/>
              </p:ext>
            </p:extLst>
          </p:nvPr>
        </p:nvGraphicFramePr>
        <p:xfrm>
          <a:off x="4379829" y="2872330"/>
          <a:ext cx="5533686" cy="3149896"/>
        </p:xfrm>
        <a:graphic>
          <a:graphicData uri="http://schemas.openxmlformats.org/drawingml/2006/table">
            <a:tbl>
              <a:tblPr/>
              <a:tblGrid>
                <a:gridCol w="2766843">
                  <a:extLst>
                    <a:ext uri="{9D8B030D-6E8A-4147-A177-3AD203B41FA5}">
                      <a16:colId xmlns:a16="http://schemas.microsoft.com/office/drawing/2014/main" val="3490798499"/>
                    </a:ext>
                  </a:extLst>
                </a:gridCol>
                <a:gridCol w="2766843">
                  <a:extLst>
                    <a:ext uri="{9D8B030D-6E8A-4147-A177-3AD203B41FA5}">
                      <a16:colId xmlns:a16="http://schemas.microsoft.com/office/drawing/2014/main" val="2739749227"/>
                    </a:ext>
                  </a:extLst>
                </a:gridCol>
              </a:tblGrid>
              <a:tr h="179994">
                <a:tc>
                  <a:txBody>
                    <a:bodyPr/>
                    <a:lstStyle/>
                    <a:p>
                      <a:pPr algn="ctr" fontAlgn="ctr"/>
                      <a:r>
                        <a:rPr lang="fr-FR" sz="1000" b="1" i="0" u="none" strike="noStrike">
                          <a:solidFill>
                            <a:srgbClr val="000000"/>
                          </a:solidFill>
                          <a:effectLst/>
                          <a:latin typeface="Aptos Narrow" panose="020B0004020202020204" pitchFamily="34" charset="0"/>
                        </a:rPr>
                        <a:t>Caractéristique</a:t>
                      </a:r>
                    </a:p>
                  </a:txBody>
                  <a:tcPr marL="6216" marR="6216" marT="6216" marB="0" anchor="ctr">
                    <a:lnL>
                      <a:noFill/>
                    </a:lnL>
                    <a:lnR>
                      <a:noFill/>
                    </a:lnR>
                    <a:lnT>
                      <a:noFill/>
                    </a:lnT>
                    <a:lnB>
                      <a:noFill/>
                    </a:lnB>
                    <a:noFill/>
                  </a:tcPr>
                </a:tc>
                <a:tc>
                  <a:txBody>
                    <a:bodyPr/>
                    <a:lstStyle/>
                    <a:p>
                      <a:pPr algn="ctr" fontAlgn="ctr"/>
                      <a:r>
                        <a:rPr lang="fr-FR" sz="1000" b="1" i="0" u="none" strike="noStrike">
                          <a:solidFill>
                            <a:srgbClr val="000000"/>
                          </a:solidFill>
                          <a:effectLst/>
                          <a:latin typeface="Aptos Narrow" panose="020B0004020202020204" pitchFamily="34" charset="0"/>
                        </a:rPr>
                        <a:t>Description</a:t>
                      </a:r>
                    </a:p>
                  </a:txBody>
                  <a:tcPr marL="6216" marR="6216" marT="6216" marB="0" anchor="ctr">
                    <a:lnL>
                      <a:noFill/>
                    </a:lnL>
                    <a:lnR>
                      <a:noFill/>
                    </a:lnR>
                    <a:lnT>
                      <a:noFill/>
                    </a:lnT>
                    <a:lnB>
                      <a:noFill/>
                    </a:lnB>
                    <a:noFill/>
                  </a:tcPr>
                </a:tc>
                <a:extLst>
                  <a:ext uri="{0D108BD9-81ED-4DB2-BD59-A6C34878D82A}">
                    <a16:rowId xmlns:a16="http://schemas.microsoft.com/office/drawing/2014/main" val="1036089551"/>
                  </a:ext>
                </a:extLst>
              </a:tr>
              <a:tr h="809973">
                <a:tc>
                  <a:txBody>
                    <a:bodyPr/>
                    <a:lstStyle/>
                    <a:p>
                      <a:pPr algn="l" fontAlgn="ctr"/>
                      <a:r>
                        <a:rPr lang="fr-FR" sz="1000" b="1" i="0" u="none" strike="noStrike" dirty="0">
                          <a:solidFill>
                            <a:srgbClr val="000000"/>
                          </a:solidFill>
                          <a:effectLst/>
                          <a:latin typeface="Aptos Narrow" panose="020B0004020202020204" pitchFamily="34" charset="0"/>
                        </a:rPr>
                        <a:t>Rôle</a:t>
                      </a:r>
                    </a:p>
                  </a:txBody>
                  <a:tcPr marL="6216" marR="6216" marT="6216" marB="0" anchor="ctr">
                    <a:lnL>
                      <a:noFill/>
                    </a:lnL>
                    <a:lnR>
                      <a:noFill/>
                    </a:lnR>
                    <a:lnT>
                      <a:noFill/>
                    </a:lnT>
                    <a:lnB>
                      <a:noFill/>
                    </a:lnB>
                    <a:noFill/>
                  </a:tcPr>
                </a:tc>
                <a:tc>
                  <a:txBody>
                    <a:bodyPr/>
                    <a:lstStyle/>
                    <a:p>
                      <a:pPr algn="l" fontAlgn="ctr"/>
                      <a:r>
                        <a:rPr lang="fr-FR" sz="1000" b="0" i="0" u="none" strike="noStrike">
                          <a:solidFill>
                            <a:srgbClr val="000000"/>
                          </a:solidFill>
                          <a:effectLst/>
                          <a:latin typeface="Aptos Narrow" panose="020B0004020202020204" pitchFamily="34" charset="0"/>
                        </a:rPr>
                        <a:t>Messagerie professionnelle, collaboration via Teams, stockage SharePoint/OneDrive</a:t>
                      </a:r>
                    </a:p>
                  </a:txBody>
                  <a:tcPr marL="6216" marR="6216" marT="6216" marB="0" anchor="ctr">
                    <a:lnL>
                      <a:noFill/>
                    </a:lnL>
                    <a:lnR>
                      <a:noFill/>
                    </a:lnR>
                    <a:lnT>
                      <a:noFill/>
                    </a:lnT>
                    <a:lnB>
                      <a:noFill/>
                    </a:lnB>
                    <a:noFill/>
                  </a:tcPr>
                </a:tc>
                <a:extLst>
                  <a:ext uri="{0D108BD9-81ED-4DB2-BD59-A6C34878D82A}">
                    <a16:rowId xmlns:a16="http://schemas.microsoft.com/office/drawing/2014/main" val="3733195614"/>
                  </a:ext>
                </a:extLst>
              </a:tr>
              <a:tr h="809973">
                <a:tc>
                  <a:txBody>
                    <a:bodyPr/>
                    <a:lstStyle/>
                    <a:p>
                      <a:pPr algn="l" fontAlgn="ctr"/>
                      <a:r>
                        <a:rPr lang="fr-FR" sz="1000" b="1" i="0" u="none" strike="noStrike" dirty="0">
                          <a:solidFill>
                            <a:srgbClr val="000000"/>
                          </a:solidFill>
                          <a:effectLst/>
                          <a:latin typeface="Aptos Narrow" panose="020B0004020202020204" pitchFamily="34" charset="0"/>
                        </a:rPr>
                        <a:t>Avantages</a:t>
                      </a:r>
                    </a:p>
                  </a:txBody>
                  <a:tcPr marL="6216" marR="6216" marT="6216" marB="0" anchor="ctr">
                    <a:lnL>
                      <a:noFill/>
                    </a:lnL>
                    <a:lnR>
                      <a:noFill/>
                    </a:lnR>
                    <a:lnT>
                      <a:noFill/>
                    </a:lnT>
                    <a:lnB>
                      <a:noFill/>
                    </a:lnB>
                    <a:noFill/>
                  </a:tcPr>
                </a:tc>
                <a:tc>
                  <a:txBody>
                    <a:bodyPr/>
                    <a:lstStyle/>
                    <a:p>
                      <a:pPr algn="l" fontAlgn="ctr"/>
                      <a:r>
                        <a:rPr lang="fr-FR" sz="1000" b="0" i="0" u="none" strike="noStrike">
                          <a:solidFill>
                            <a:srgbClr val="000000"/>
                          </a:solidFill>
                          <a:effectLst/>
                          <a:latin typeface="Aptos Narrow" panose="020B0004020202020204" pitchFamily="34" charset="0"/>
                        </a:rPr>
                        <a:t>Mobilité, sécurité des communications, intégration avec les outils Microsoft</a:t>
                      </a:r>
                    </a:p>
                  </a:txBody>
                  <a:tcPr marL="6216" marR="6216" marT="6216" marB="0" anchor="ctr">
                    <a:lnL>
                      <a:noFill/>
                    </a:lnL>
                    <a:lnR>
                      <a:noFill/>
                    </a:lnR>
                    <a:lnT>
                      <a:noFill/>
                    </a:lnT>
                    <a:lnB>
                      <a:noFill/>
                    </a:lnB>
                    <a:noFill/>
                  </a:tcPr>
                </a:tc>
                <a:extLst>
                  <a:ext uri="{0D108BD9-81ED-4DB2-BD59-A6C34878D82A}">
                    <a16:rowId xmlns:a16="http://schemas.microsoft.com/office/drawing/2014/main" val="2034279071"/>
                  </a:ext>
                </a:extLst>
              </a:tr>
              <a:tr h="809973">
                <a:tc>
                  <a:txBody>
                    <a:bodyPr/>
                    <a:lstStyle/>
                    <a:p>
                      <a:pPr algn="l" fontAlgn="ctr"/>
                      <a:r>
                        <a:rPr lang="fr-FR" sz="1000" b="1" i="0" u="none" strike="noStrike">
                          <a:solidFill>
                            <a:srgbClr val="000000"/>
                          </a:solidFill>
                          <a:effectLst/>
                          <a:latin typeface="Aptos Narrow" panose="020B0004020202020204" pitchFamily="34" charset="0"/>
                        </a:rPr>
                        <a:t>Fonctionnalités</a:t>
                      </a:r>
                    </a:p>
                  </a:txBody>
                  <a:tcPr marL="6216" marR="6216" marT="6216" marB="0" anchor="ctr">
                    <a:lnL>
                      <a:noFill/>
                    </a:lnL>
                    <a:lnR>
                      <a:noFill/>
                    </a:lnR>
                    <a:lnT>
                      <a:noFill/>
                    </a:lnT>
                    <a:lnB>
                      <a:noFill/>
                    </a:lnB>
                    <a:noFill/>
                  </a:tcPr>
                </a:tc>
                <a:tc>
                  <a:txBody>
                    <a:bodyPr/>
                    <a:lstStyle/>
                    <a:p>
                      <a:pPr algn="l" fontAlgn="ctr"/>
                      <a:r>
                        <a:rPr lang="fr-FR" sz="1000" b="0" i="0" u="none" strike="noStrike">
                          <a:solidFill>
                            <a:srgbClr val="000000"/>
                          </a:solidFill>
                          <a:effectLst/>
                          <a:latin typeface="Aptos Narrow" panose="020B0004020202020204" pitchFamily="34" charset="0"/>
                        </a:rPr>
                        <a:t>Boîtes mail Exchange Online, Teams, SharePoint, OneDrive, suite Microsoft Office</a:t>
                      </a:r>
                    </a:p>
                  </a:txBody>
                  <a:tcPr marL="6216" marR="6216" marT="6216" marB="0" anchor="ctr">
                    <a:lnL>
                      <a:noFill/>
                    </a:lnL>
                    <a:lnR>
                      <a:noFill/>
                    </a:lnR>
                    <a:lnT>
                      <a:noFill/>
                    </a:lnT>
                    <a:lnB>
                      <a:noFill/>
                    </a:lnB>
                    <a:noFill/>
                  </a:tcPr>
                </a:tc>
                <a:extLst>
                  <a:ext uri="{0D108BD9-81ED-4DB2-BD59-A6C34878D82A}">
                    <a16:rowId xmlns:a16="http://schemas.microsoft.com/office/drawing/2014/main" val="3004847590"/>
                  </a:ext>
                </a:extLst>
              </a:tr>
              <a:tr h="539983">
                <a:tc>
                  <a:txBody>
                    <a:bodyPr/>
                    <a:lstStyle/>
                    <a:p>
                      <a:pPr algn="l" fontAlgn="ctr"/>
                      <a:r>
                        <a:rPr lang="fr-FR" sz="1000" b="1" i="0" u="none" strike="noStrike">
                          <a:solidFill>
                            <a:srgbClr val="000000"/>
                          </a:solidFill>
                          <a:effectLst/>
                          <a:latin typeface="Aptos Narrow" panose="020B0004020202020204" pitchFamily="34" charset="0"/>
                        </a:rPr>
                        <a:t>Pourquoi ce choix ?</a:t>
                      </a:r>
                    </a:p>
                  </a:txBody>
                  <a:tcPr marL="6216" marR="6216" marT="6216" marB="0" anchor="ctr">
                    <a:lnL>
                      <a:noFill/>
                    </a:lnL>
                    <a:lnR>
                      <a:noFill/>
                    </a:lnR>
                    <a:lnT>
                      <a:noFill/>
                    </a:lnT>
                    <a:lnB>
                      <a:noFill/>
                    </a:lnB>
                    <a:noFill/>
                  </a:tcPr>
                </a:tc>
                <a:tc>
                  <a:txBody>
                    <a:bodyPr/>
                    <a:lstStyle/>
                    <a:p>
                      <a:pPr algn="l" fontAlgn="ctr"/>
                      <a:r>
                        <a:rPr lang="fr-FR" sz="1000" b="0" i="0" u="none" strike="noStrike" dirty="0">
                          <a:solidFill>
                            <a:srgbClr val="000000"/>
                          </a:solidFill>
                          <a:effectLst/>
                          <a:latin typeface="Aptos Narrow" panose="020B0004020202020204" pitchFamily="34" charset="0"/>
                        </a:rPr>
                        <a:t>Améliore la collaboration interne et externe, facilite le télétravail</a:t>
                      </a:r>
                    </a:p>
                  </a:txBody>
                  <a:tcPr marL="6216" marR="6216" marT="6216" marB="0" anchor="ctr">
                    <a:lnL>
                      <a:noFill/>
                    </a:lnL>
                    <a:lnR>
                      <a:noFill/>
                    </a:lnR>
                    <a:lnT>
                      <a:noFill/>
                    </a:lnT>
                    <a:lnB>
                      <a:noFill/>
                    </a:lnB>
                    <a:noFill/>
                  </a:tcPr>
                </a:tc>
                <a:extLst>
                  <a:ext uri="{0D108BD9-81ED-4DB2-BD59-A6C34878D82A}">
                    <a16:rowId xmlns:a16="http://schemas.microsoft.com/office/drawing/2014/main" val="1897199643"/>
                  </a:ext>
                </a:extLst>
              </a:tr>
            </a:tbl>
          </a:graphicData>
        </a:graphic>
      </p:graphicFrame>
      <p:sp>
        <p:nvSpPr>
          <p:cNvPr id="10" name="ZoneTexte 9">
            <a:extLst>
              <a:ext uri="{FF2B5EF4-FFF2-40B4-BE49-F238E27FC236}">
                <a16:creationId xmlns:a16="http://schemas.microsoft.com/office/drawing/2014/main" id="{81B210E9-391A-33DD-C81C-459F794B5C8A}"/>
              </a:ext>
            </a:extLst>
          </p:cNvPr>
          <p:cNvSpPr txBox="1"/>
          <p:nvPr/>
        </p:nvSpPr>
        <p:spPr>
          <a:xfrm>
            <a:off x="4774440" y="94283"/>
            <a:ext cx="4744464" cy="338554"/>
          </a:xfrm>
          <a:prstGeom prst="rect">
            <a:avLst/>
          </a:prstGeom>
          <a:noFill/>
        </p:spPr>
        <p:txBody>
          <a:bodyPr wrap="square">
            <a:spAutoFit/>
          </a:bodyPr>
          <a:lstStyle/>
          <a:p>
            <a:pPr algn="ctr"/>
            <a:r>
              <a:rPr lang="fr-FR" sz="1600" b="1" dirty="0">
                <a:solidFill>
                  <a:schemeClr val="bg1"/>
                </a:solidFill>
                <a:latin typeface="Calibri" panose="020F0502020204030204" pitchFamily="34" charset="0"/>
                <a:ea typeface="Calibri" panose="020F0502020204030204" pitchFamily="34" charset="0"/>
                <a:cs typeface="Calibri" panose="020F0502020204030204" pitchFamily="34" charset="0"/>
              </a:rPr>
              <a:t>5. Nouveau SI</a:t>
            </a:r>
          </a:p>
        </p:txBody>
      </p:sp>
      <p:sp>
        <p:nvSpPr>
          <p:cNvPr id="30" name="ZoneTexte 29">
            <a:extLst>
              <a:ext uri="{FF2B5EF4-FFF2-40B4-BE49-F238E27FC236}">
                <a16:creationId xmlns:a16="http://schemas.microsoft.com/office/drawing/2014/main" id="{FF779EA8-6159-2693-9A50-EFAA952407B1}"/>
              </a:ext>
            </a:extLst>
          </p:cNvPr>
          <p:cNvSpPr txBox="1"/>
          <p:nvPr/>
        </p:nvSpPr>
        <p:spPr>
          <a:xfrm>
            <a:off x="-36845" y="2433036"/>
            <a:ext cx="189224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1. Introduction &amp; Contexte</a:t>
            </a:r>
          </a:p>
        </p:txBody>
      </p:sp>
      <p:sp>
        <p:nvSpPr>
          <p:cNvPr id="31" name="ZoneTexte 30">
            <a:extLst>
              <a:ext uri="{FF2B5EF4-FFF2-40B4-BE49-F238E27FC236}">
                <a16:creationId xmlns:a16="http://schemas.microsoft.com/office/drawing/2014/main" id="{B330579E-D183-D81D-E156-B4B16DC60532}"/>
              </a:ext>
            </a:extLst>
          </p:cNvPr>
          <p:cNvSpPr txBox="1"/>
          <p:nvPr/>
        </p:nvSpPr>
        <p:spPr>
          <a:xfrm>
            <a:off x="-32814" y="2711031"/>
            <a:ext cx="177119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2. L’existant &amp; Limitations</a:t>
            </a:r>
          </a:p>
        </p:txBody>
      </p:sp>
      <p:sp>
        <p:nvSpPr>
          <p:cNvPr id="32" name="ZoneTexte 31">
            <a:extLst>
              <a:ext uri="{FF2B5EF4-FFF2-40B4-BE49-F238E27FC236}">
                <a16:creationId xmlns:a16="http://schemas.microsoft.com/office/drawing/2014/main" id="{322E36D5-FF0B-6CE5-188F-AF67F7C97F7E}"/>
              </a:ext>
            </a:extLst>
          </p:cNvPr>
          <p:cNvSpPr txBox="1"/>
          <p:nvPr/>
        </p:nvSpPr>
        <p:spPr>
          <a:xfrm>
            <a:off x="-32817" y="2988030"/>
            <a:ext cx="136191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3. Note de cadrage</a:t>
            </a:r>
          </a:p>
        </p:txBody>
      </p:sp>
      <p:sp>
        <p:nvSpPr>
          <p:cNvPr id="33" name="ZoneTexte 32">
            <a:extLst>
              <a:ext uri="{FF2B5EF4-FFF2-40B4-BE49-F238E27FC236}">
                <a16:creationId xmlns:a16="http://schemas.microsoft.com/office/drawing/2014/main" id="{DBB7AE6F-9F07-2B72-D893-AE4A5185AFA7}"/>
              </a:ext>
            </a:extLst>
          </p:cNvPr>
          <p:cNvSpPr txBox="1"/>
          <p:nvPr/>
        </p:nvSpPr>
        <p:spPr>
          <a:xfrm>
            <a:off x="-32816" y="3265029"/>
            <a:ext cx="155702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4. Analyse des risques</a:t>
            </a:r>
          </a:p>
        </p:txBody>
      </p:sp>
      <p:sp>
        <p:nvSpPr>
          <p:cNvPr id="34" name="ZoneTexte 33">
            <a:extLst>
              <a:ext uri="{FF2B5EF4-FFF2-40B4-BE49-F238E27FC236}">
                <a16:creationId xmlns:a16="http://schemas.microsoft.com/office/drawing/2014/main" id="{116C0779-BD18-D1D3-9E6A-082F263583AA}"/>
              </a:ext>
            </a:extLst>
          </p:cNvPr>
          <p:cNvSpPr txBox="1"/>
          <p:nvPr/>
        </p:nvSpPr>
        <p:spPr>
          <a:xfrm>
            <a:off x="1235277" y="3542028"/>
            <a:ext cx="1063304" cy="276999"/>
          </a:xfrm>
          <a:prstGeom prst="rect">
            <a:avLst/>
          </a:prstGeom>
          <a:noFill/>
        </p:spPr>
        <p:txBody>
          <a:bodyPr wrap="none" rtlCol="0">
            <a:spAutoFit/>
          </a:bodyPr>
          <a:lstStyle/>
          <a:p>
            <a:r>
              <a:rPr lang="fr-FR" sz="1200" b="1" dirty="0">
                <a:solidFill>
                  <a:srgbClr val="C00000"/>
                </a:solidFill>
                <a:latin typeface="Calibri" panose="020F0502020204030204" pitchFamily="34" charset="0"/>
                <a:ea typeface="Calibri" panose="020F0502020204030204" pitchFamily="34" charset="0"/>
                <a:cs typeface="Calibri" panose="020F0502020204030204" pitchFamily="34" charset="0"/>
              </a:rPr>
              <a:t>5. Nouveau SI</a:t>
            </a:r>
          </a:p>
        </p:txBody>
      </p:sp>
      <p:sp>
        <p:nvSpPr>
          <p:cNvPr id="35" name="ZoneTexte 34">
            <a:extLst>
              <a:ext uri="{FF2B5EF4-FFF2-40B4-BE49-F238E27FC236}">
                <a16:creationId xmlns:a16="http://schemas.microsoft.com/office/drawing/2014/main" id="{C5B8DD8D-9E2E-CD17-B022-0B9400AFD234}"/>
              </a:ext>
            </a:extLst>
          </p:cNvPr>
          <p:cNvSpPr txBox="1"/>
          <p:nvPr/>
        </p:nvSpPr>
        <p:spPr>
          <a:xfrm>
            <a:off x="-13697" y="3821018"/>
            <a:ext cx="196835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6. Déploiement et formation</a:t>
            </a:r>
          </a:p>
        </p:txBody>
      </p:sp>
      <p:sp>
        <p:nvSpPr>
          <p:cNvPr id="36" name="ZoneTexte 35">
            <a:extLst>
              <a:ext uri="{FF2B5EF4-FFF2-40B4-BE49-F238E27FC236}">
                <a16:creationId xmlns:a16="http://schemas.microsoft.com/office/drawing/2014/main" id="{F75D0CFD-45FA-3718-9F75-8C5ECC6D5896}"/>
              </a:ext>
            </a:extLst>
          </p:cNvPr>
          <p:cNvSpPr txBox="1"/>
          <p:nvPr/>
        </p:nvSpPr>
        <p:spPr>
          <a:xfrm>
            <a:off x="-13697" y="4098017"/>
            <a:ext cx="1845955"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7. Contrat de maintenance</a:t>
            </a:r>
          </a:p>
        </p:txBody>
      </p:sp>
    </p:spTree>
    <p:extLst>
      <p:ext uri="{BB962C8B-B14F-4D97-AF65-F5344CB8AC3E}">
        <p14:creationId xmlns:p14="http://schemas.microsoft.com/office/powerpoint/2010/main" val="10125928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B6B24-FDA6-0183-8612-5960BF068F76}"/>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3B2A4081-3C94-0652-47A9-AC761FC1A421}"/>
              </a:ext>
            </a:extLst>
          </p:cNvPr>
          <p:cNvSpPr>
            <a:spLocks noGrp="1"/>
          </p:cNvSpPr>
          <p:nvPr>
            <p:ph type="dt" sz="half" idx="10"/>
          </p:nvPr>
        </p:nvSpPr>
        <p:spPr/>
        <p:txBody>
          <a:bodyPr/>
          <a:lstStyle/>
          <a:p>
            <a:fld id="{71A39EF6-AF95-4ACF-B35E-ACB6264B09CC}" type="datetime1">
              <a:rPr lang="fr-FR" smtClean="0"/>
              <a:t>04/03/2025</a:t>
            </a:fld>
            <a:endParaRPr lang="fr-FR"/>
          </a:p>
        </p:txBody>
      </p:sp>
      <p:sp>
        <p:nvSpPr>
          <p:cNvPr id="5" name="Espace réservé du numéro de diapositive 4">
            <a:extLst>
              <a:ext uri="{FF2B5EF4-FFF2-40B4-BE49-F238E27FC236}">
                <a16:creationId xmlns:a16="http://schemas.microsoft.com/office/drawing/2014/main" id="{907ACF7B-8820-B754-7BC5-DC1073D6A61B}"/>
              </a:ext>
            </a:extLst>
          </p:cNvPr>
          <p:cNvSpPr>
            <a:spLocks noGrp="1"/>
          </p:cNvSpPr>
          <p:nvPr>
            <p:ph type="sldNum" sz="quarter" idx="12"/>
          </p:nvPr>
        </p:nvSpPr>
        <p:spPr/>
        <p:txBody>
          <a:bodyPr/>
          <a:lstStyle/>
          <a:p>
            <a:fld id="{C4B8AC06-870A-4C43-8EB6-F7945B1E9F37}" type="slidenum">
              <a:rPr lang="fr-FR" smtClean="0"/>
              <a:t>34</a:t>
            </a:fld>
            <a:endParaRPr lang="fr-FR"/>
          </a:p>
        </p:txBody>
      </p:sp>
      <p:sp>
        <p:nvSpPr>
          <p:cNvPr id="2" name="ZoneTexte 1">
            <a:extLst>
              <a:ext uri="{FF2B5EF4-FFF2-40B4-BE49-F238E27FC236}">
                <a16:creationId xmlns:a16="http://schemas.microsoft.com/office/drawing/2014/main" id="{643BB99D-328F-F0A6-8A04-B5A5816E0662}"/>
              </a:ext>
            </a:extLst>
          </p:cNvPr>
          <p:cNvSpPr txBox="1"/>
          <p:nvPr/>
        </p:nvSpPr>
        <p:spPr>
          <a:xfrm>
            <a:off x="2280402" y="1268286"/>
            <a:ext cx="2785374" cy="307777"/>
          </a:xfrm>
          <a:prstGeom prst="rect">
            <a:avLst/>
          </a:prstGeom>
          <a:noFill/>
        </p:spPr>
        <p:txBody>
          <a:bodyPr wrap="square">
            <a:spAutoFit/>
          </a:bodyPr>
          <a:lstStyle/>
          <a:p>
            <a:r>
              <a:rPr lang="fr-FR" sz="1400" b="1" dirty="0">
                <a:latin typeface="Calibri" panose="020F0502020204030204" pitchFamily="34" charset="0"/>
                <a:ea typeface="Calibri" panose="020F0502020204030204" pitchFamily="34" charset="0"/>
                <a:cs typeface="Calibri" panose="020F0502020204030204" pitchFamily="34" charset="0"/>
              </a:rPr>
              <a:t>Cloud</a:t>
            </a:r>
          </a:p>
        </p:txBody>
      </p:sp>
      <p:sp>
        <p:nvSpPr>
          <p:cNvPr id="3" name="ZoneTexte 2">
            <a:extLst>
              <a:ext uri="{FF2B5EF4-FFF2-40B4-BE49-F238E27FC236}">
                <a16:creationId xmlns:a16="http://schemas.microsoft.com/office/drawing/2014/main" id="{09F3D32A-3D2B-F7C4-27F8-78C074B4B0BE}"/>
              </a:ext>
            </a:extLst>
          </p:cNvPr>
          <p:cNvSpPr txBox="1"/>
          <p:nvPr/>
        </p:nvSpPr>
        <p:spPr>
          <a:xfrm>
            <a:off x="4099434" y="1576063"/>
            <a:ext cx="6094476" cy="307777"/>
          </a:xfrm>
          <a:prstGeom prst="rect">
            <a:avLst/>
          </a:prstGeom>
          <a:noFill/>
        </p:spPr>
        <p:txBody>
          <a:bodyPr wrap="square">
            <a:spAutoFit/>
          </a:bodyPr>
          <a:lstStyle/>
          <a:p>
            <a:pPr algn="ctr"/>
            <a:r>
              <a:rPr lang="fr-FR" sz="1400" dirty="0"/>
              <a:t>Monitoring : Zabbix</a:t>
            </a:r>
            <a:endParaRPr lang="fr-FR" sz="1400" dirty="0">
              <a:latin typeface="Calibri" panose="020F0502020204030204" pitchFamily="34" charset="0"/>
              <a:ea typeface="Calibri" panose="020F0502020204030204" pitchFamily="34" charset="0"/>
              <a:cs typeface="Calibri" panose="020F0502020204030204" pitchFamily="34" charset="0"/>
            </a:endParaRPr>
          </a:p>
        </p:txBody>
      </p:sp>
      <p:pic>
        <p:nvPicPr>
          <p:cNvPr id="26626" name="Picture 2">
            <a:extLst>
              <a:ext uri="{FF2B5EF4-FFF2-40B4-BE49-F238E27FC236}">
                <a16:creationId xmlns:a16="http://schemas.microsoft.com/office/drawing/2014/main" id="{528AE268-5EC1-C034-9995-1617B615FC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4311" y="1883840"/>
            <a:ext cx="1204722" cy="31563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Tableau 6">
            <a:extLst>
              <a:ext uri="{FF2B5EF4-FFF2-40B4-BE49-F238E27FC236}">
                <a16:creationId xmlns:a16="http://schemas.microsoft.com/office/drawing/2014/main" id="{05D2925F-5637-CD25-0885-A38A2D79DD86}"/>
              </a:ext>
            </a:extLst>
          </p:cNvPr>
          <p:cNvGraphicFramePr>
            <a:graphicFrameLocks noGrp="1"/>
          </p:cNvGraphicFramePr>
          <p:nvPr>
            <p:extLst>
              <p:ext uri="{D42A27DB-BD31-4B8C-83A1-F6EECF244321}">
                <p14:modId xmlns:p14="http://schemas.microsoft.com/office/powerpoint/2010/main" val="3921155992"/>
              </p:ext>
            </p:extLst>
          </p:nvPr>
        </p:nvGraphicFramePr>
        <p:xfrm>
          <a:off x="4324589" y="2854222"/>
          <a:ext cx="5644166" cy="3149898"/>
        </p:xfrm>
        <a:graphic>
          <a:graphicData uri="http://schemas.openxmlformats.org/drawingml/2006/table">
            <a:tbl>
              <a:tblPr/>
              <a:tblGrid>
                <a:gridCol w="2822083">
                  <a:extLst>
                    <a:ext uri="{9D8B030D-6E8A-4147-A177-3AD203B41FA5}">
                      <a16:colId xmlns:a16="http://schemas.microsoft.com/office/drawing/2014/main" val="394430705"/>
                    </a:ext>
                  </a:extLst>
                </a:gridCol>
                <a:gridCol w="2822083">
                  <a:extLst>
                    <a:ext uri="{9D8B030D-6E8A-4147-A177-3AD203B41FA5}">
                      <a16:colId xmlns:a16="http://schemas.microsoft.com/office/drawing/2014/main" val="4242197217"/>
                    </a:ext>
                  </a:extLst>
                </a:gridCol>
              </a:tblGrid>
              <a:tr h="629980">
                <a:tc>
                  <a:txBody>
                    <a:bodyPr/>
                    <a:lstStyle/>
                    <a:p>
                      <a:pPr algn="l" fontAlgn="ctr"/>
                      <a:r>
                        <a:rPr lang="fr-FR" sz="1000" b="1" i="0" u="none" strike="noStrike">
                          <a:solidFill>
                            <a:srgbClr val="000000"/>
                          </a:solidFill>
                          <a:effectLst/>
                          <a:latin typeface="Aptos Narrow" panose="020B0004020202020204" pitchFamily="34" charset="0"/>
                        </a:rPr>
                        <a:t>Rôle</a:t>
                      </a:r>
                    </a:p>
                  </a:txBody>
                  <a:tcPr marL="5439" marR="5439" marT="5439" marB="0" anchor="ctr">
                    <a:lnL>
                      <a:noFill/>
                    </a:lnL>
                    <a:lnR>
                      <a:noFill/>
                    </a:lnR>
                    <a:lnT>
                      <a:noFill/>
                    </a:lnT>
                    <a:lnB>
                      <a:noFill/>
                    </a:lnB>
                    <a:noFill/>
                  </a:tcPr>
                </a:tc>
                <a:tc>
                  <a:txBody>
                    <a:bodyPr/>
                    <a:lstStyle/>
                    <a:p>
                      <a:pPr algn="l" fontAlgn="ctr"/>
                      <a:r>
                        <a:rPr lang="fr-FR" sz="1000" b="0" i="0" u="none" strike="noStrike" dirty="0">
                          <a:solidFill>
                            <a:srgbClr val="000000"/>
                          </a:solidFill>
                          <a:effectLst/>
                          <a:latin typeface="Aptos Narrow" panose="020B0004020202020204" pitchFamily="34" charset="0"/>
                        </a:rPr>
                        <a:t>Monitoring des performances et de la disponibilité de l'infrastructure IT</a:t>
                      </a:r>
                    </a:p>
                  </a:txBody>
                  <a:tcPr marL="5439" marR="5439" marT="5439" marB="0" anchor="ctr">
                    <a:lnL>
                      <a:noFill/>
                    </a:lnL>
                    <a:lnR>
                      <a:noFill/>
                    </a:lnR>
                    <a:lnT>
                      <a:noFill/>
                    </a:lnT>
                    <a:lnB>
                      <a:noFill/>
                    </a:lnB>
                    <a:noFill/>
                  </a:tcPr>
                </a:tc>
                <a:extLst>
                  <a:ext uri="{0D108BD9-81ED-4DB2-BD59-A6C34878D82A}">
                    <a16:rowId xmlns:a16="http://schemas.microsoft.com/office/drawing/2014/main" val="3200705335"/>
                  </a:ext>
                </a:extLst>
              </a:tr>
              <a:tr h="551232">
                <a:tc>
                  <a:txBody>
                    <a:bodyPr/>
                    <a:lstStyle/>
                    <a:p>
                      <a:pPr algn="l" fontAlgn="ctr"/>
                      <a:r>
                        <a:rPr lang="fr-FR" sz="1000" b="1" i="0" u="none" strike="noStrike">
                          <a:solidFill>
                            <a:srgbClr val="000000"/>
                          </a:solidFill>
                          <a:effectLst/>
                          <a:latin typeface="Aptos Narrow" panose="020B0004020202020204" pitchFamily="34" charset="0"/>
                        </a:rPr>
                        <a:t>Avantages</a:t>
                      </a:r>
                    </a:p>
                  </a:txBody>
                  <a:tcPr marL="5439" marR="5439" marT="5439" marB="0" anchor="ctr">
                    <a:lnL>
                      <a:noFill/>
                    </a:lnL>
                    <a:lnR>
                      <a:noFill/>
                    </a:lnR>
                    <a:lnT>
                      <a:noFill/>
                    </a:lnT>
                    <a:lnB>
                      <a:noFill/>
                    </a:lnB>
                    <a:noFill/>
                  </a:tcPr>
                </a:tc>
                <a:tc>
                  <a:txBody>
                    <a:bodyPr/>
                    <a:lstStyle/>
                    <a:p>
                      <a:pPr algn="l" fontAlgn="ctr"/>
                      <a:r>
                        <a:rPr lang="fr-FR" sz="1000" b="0" i="0" u="none" strike="noStrike">
                          <a:solidFill>
                            <a:srgbClr val="000000"/>
                          </a:solidFill>
                          <a:effectLst/>
                          <a:latin typeface="Aptos Narrow" panose="020B0004020202020204" pitchFamily="34" charset="0"/>
                        </a:rPr>
                        <a:t>Évolutivité, sécurité renforcée, déploiement rapide, gestion centralisée</a:t>
                      </a:r>
                    </a:p>
                  </a:txBody>
                  <a:tcPr marL="5439" marR="5439" marT="5439" marB="0" anchor="ctr">
                    <a:lnL>
                      <a:noFill/>
                    </a:lnL>
                    <a:lnR>
                      <a:noFill/>
                    </a:lnR>
                    <a:lnT>
                      <a:noFill/>
                    </a:lnT>
                    <a:lnB>
                      <a:noFill/>
                    </a:lnB>
                    <a:noFill/>
                  </a:tcPr>
                </a:tc>
                <a:extLst>
                  <a:ext uri="{0D108BD9-81ED-4DB2-BD59-A6C34878D82A}">
                    <a16:rowId xmlns:a16="http://schemas.microsoft.com/office/drawing/2014/main" val="3324973645"/>
                  </a:ext>
                </a:extLst>
              </a:tr>
              <a:tr h="866222">
                <a:tc>
                  <a:txBody>
                    <a:bodyPr/>
                    <a:lstStyle/>
                    <a:p>
                      <a:pPr algn="l" fontAlgn="ctr"/>
                      <a:r>
                        <a:rPr lang="fr-FR" sz="1000" b="1" i="0" u="none" strike="noStrike">
                          <a:solidFill>
                            <a:srgbClr val="000000"/>
                          </a:solidFill>
                          <a:effectLst/>
                          <a:latin typeface="Aptos Narrow" panose="020B0004020202020204" pitchFamily="34" charset="0"/>
                        </a:rPr>
                        <a:t>Fonctionnalités</a:t>
                      </a:r>
                    </a:p>
                  </a:txBody>
                  <a:tcPr marL="5439" marR="5439" marT="5439" marB="0" anchor="ctr">
                    <a:lnL>
                      <a:noFill/>
                    </a:lnL>
                    <a:lnR>
                      <a:noFill/>
                    </a:lnR>
                    <a:lnT>
                      <a:noFill/>
                    </a:lnT>
                    <a:lnB>
                      <a:noFill/>
                    </a:lnB>
                    <a:noFill/>
                  </a:tcPr>
                </a:tc>
                <a:tc>
                  <a:txBody>
                    <a:bodyPr/>
                    <a:lstStyle/>
                    <a:p>
                      <a:pPr algn="l" fontAlgn="ctr"/>
                      <a:r>
                        <a:rPr lang="fr-FR" sz="1000" b="0" i="0" u="none" strike="noStrike" dirty="0">
                          <a:solidFill>
                            <a:srgbClr val="000000"/>
                          </a:solidFill>
                          <a:effectLst/>
                          <a:latin typeface="Aptos Narrow" panose="020B0004020202020204" pitchFamily="34" charset="0"/>
                        </a:rPr>
                        <a:t>Collecte de métriques, alertes en temps réel, tableaux de bord personnalisables, intégration avec divers systèmes</a:t>
                      </a:r>
                    </a:p>
                  </a:txBody>
                  <a:tcPr marL="5439" marR="5439" marT="5439" marB="0" anchor="ctr">
                    <a:lnL>
                      <a:noFill/>
                    </a:lnL>
                    <a:lnR>
                      <a:noFill/>
                    </a:lnR>
                    <a:lnT>
                      <a:noFill/>
                    </a:lnT>
                    <a:lnB>
                      <a:noFill/>
                    </a:lnB>
                    <a:noFill/>
                  </a:tcPr>
                </a:tc>
                <a:extLst>
                  <a:ext uri="{0D108BD9-81ED-4DB2-BD59-A6C34878D82A}">
                    <a16:rowId xmlns:a16="http://schemas.microsoft.com/office/drawing/2014/main" val="1176228445"/>
                  </a:ext>
                </a:extLst>
              </a:tr>
              <a:tr h="1102464">
                <a:tc>
                  <a:txBody>
                    <a:bodyPr/>
                    <a:lstStyle/>
                    <a:p>
                      <a:pPr algn="l" fontAlgn="ctr"/>
                      <a:r>
                        <a:rPr lang="fr-FR" sz="1000" b="1" i="0" u="none" strike="noStrike">
                          <a:solidFill>
                            <a:srgbClr val="000000"/>
                          </a:solidFill>
                          <a:effectLst/>
                          <a:latin typeface="Aptos Narrow" panose="020B0004020202020204" pitchFamily="34" charset="0"/>
                        </a:rPr>
                        <a:t>Pourquoi ce choix ?</a:t>
                      </a:r>
                    </a:p>
                  </a:txBody>
                  <a:tcPr marL="5439" marR="5439" marT="5439" marB="0" anchor="ctr">
                    <a:lnL>
                      <a:noFill/>
                    </a:lnL>
                    <a:lnR>
                      <a:noFill/>
                    </a:lnR>
                    <a:lnT>
                      <a:noFill/>
                    </a:lnT>
                    <a:lnB>
                      <a:noFill/>
                    </a:lnB>
                    <a:noFill/>
                  </a:tcPr>
                </a:tc>
                <a:tc>
                  <a:txBody>
                    <a:bodyPr/>
                    <a:lstStyle/>
                    <a:p>
                      <a:pPr algn="l" fontAlgn="ctr"/>
                      <a:r>
                        <a:rPr lang="fr-FR" sz="1000" b="0" i="0" u="none" strike="noStrike" dirty="0">
                          <a:solidFill>
                            <a:srgbClr val="000000"/>
                          </a:solidFill>
                          <a:effectLst/>
                          <a:latin typeface="Aptos Narrow" panose="020B0004020202020204" pitchFamily="34" charset="0"/>
                        </a:rPr>
                        <a:t>Permet une surveillance proactive sans la complexité de la gestion sur site, idéal pour les infrastructures hybrides ou full cloud</a:t>
                      </a:r>
                    </a:p>
                  </a:txBody>
                  <a:tcPr marL="5439" marR="5439" marT="5439" marB="0" anchor="ctr">
                    <a:lnL>
                      <a:noFill/>
                    </a:lnL>
                    <a:lnR>
                      <a:noFill/>
                    </a:lnR>
                    <a:lnT>
                      <a:noFill/>
                    </a:lnT>
                    <a:lnB>
                      <a:noFill/>
                    </a:lnB>
                    <a:noFill/>
                  </a:tcPr>
                </a:tc>
                <a:extLst>
                  <a:ext uri="{0D108BD9-81ED-4DB2-BD59-A6C34878D82A}">
                    <a16:rowId xmlns:a16="http://schemas.microsoft.com/office/drawing/2014/main" val="1888475038"/>
                  </a:ext>
                </a:extLst>
              </a:tr>
            </a:tbl>
          </a:graphicData>
        </a:graphic>
      </p:graphicFrame>
      <p:sp>
        <p:nvSpPr>
          <p:cNvPr id="8" name="ZoneTexte 7">
            <a:extLst>
              <a:ext uri="{FF2B5EF4-FFF2-40B4-BE49-F238E27FC236}">
                <a16:creationId xmlns:a16="http://schemas.microsoft.com/office/drawing/2014/main" id="{F5AC59EB-2E0A-CAF7-3A2E-2BEB9FD7226F}"/>
              </a:ext>
            </a:extLst>
          </p:cNvPr>
          <p:cNvSpPr txBox="1"/>
          <p:nvPr/>
        </p:nvSpPr>
        <p:spPr>
          <a:xfrm>
            <a:off x="4774440" y="94283"/>
            <a:ext cx="4744464" cy="338554"/>
          </a:xfrm>
          <a:prstGeom prst="rect">
            <a:avLst/>
          </a:prstGeom>
          <a:noFill/>
        </p:spPr>
        <p:txBody>
          <a:bodyPr wrap="square">
            <a:spAutoFit/>
          </a:bodyPr>
          <a:lstStyle/>
          <a:p>
            <a:pPr algn="ctr"/>
            <a:r>
              <a:rPr lang="fr-FR" sz="1600" b="1" dirty="0">
                <a:solidFill>
                  <a:schemeClr val="bg1"/>
                </a:solidFill>
                <a:latin typeface="Calibri" panose="020F0502020204030204" pitchFamily="34" charset="0"/>
                <a:ea typeface="Calibri" panose="020F0502020204030204" pitchFamily="34" charset="0"/>
                <a:cs typeface="Calibri" panose="020F0502020204030204" pitchFamily="34" charset="0"/>
              </a:rPr>
              <a:t>5. Nouveau SI</a:t>
            </a:r>
          </a:p>
        </p:txBody>
      </p:sp>
      <p:sp>
        <p:nvSpPr>
          <p:cNvPr id="30" name="ZoneTexte 29">
            <a:extLst>
              <a:ext uri="{FF2B5EF4-FFF2-40B4-BE49-F238E27FC236}">
                <a16:creationId xmlns:a16="http://schemas.microsoft.com/office/drawing/2014/main" id="{DCF5C624-8E19-8884-899B-6D167685EE4F}"/>
              </a:ext>
            </a:extLst>
          </p:cNvPr>
          <p:cNvSpPr txBox="1"/>
          <p:nvPr/>
        </p:nvSpPr>
        <p:spPr>
          <a:xfrm>
            <a:off x="-36845" y="2433036"/>
            <a:ext cx="189224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1. Introduction &amp; Contexte</a:t>
            </a:r>
          </a:p>
        </p:txBody>
      </p:sp>
      <p:sp>
        <p:nvSpPr>
          <p:cNvPr id="31" name="ZoneTexte 30">
            <a:extLst>
              <a:ext uri="{FF2B5EF4-FFF2-40B4-BE49-F238E27FC236}">
                <a16:creationId xmlns:a16="http://schemas.microsoft.com/office/drawing/2014/main" id="{F203209B-E253-9034-3B59-5BE7557C02C4}"/>
              </a:ext>
            </a:extLst>
          </p:cNvPr>
          <p:cNvSpPr txBox="1"/>
          <p:nvPr/>
        </p:nvSpPr>
        <p:spPr>
          <a:xfrm>
            <a:off x="-32814" y="2711031"/>
            <a:ext cx="177119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2. L’existant &amp; Limitations</a:t>
            </a:r>
          </a:p>
        </p:txBody>
      </p:sp>
      <p:sp>
        <p:nvSpPr>
          <p:cNvPr id="32" name="ZoneTexte 31">
            <a:extLst>
              <a:ext uri="{FF2B5EF4-FFF2-40B4-BE49-F238E27FC236}">
                <a16:creationId xmlns:a16="http://schemas.microsoft.com/office/drawing/2014/main" id="{C4739B37-2A6F-154C-2C8B-9BA15D9E0504}"/>
              </a:ext>
            </a:extLst>
          </p:cNvPr>
          <p:cNvSpPr txBox="1"/>
          <p:nvPr/>
        </p:nvSpPr>
        <p:spPr>
          <a:xfrm>
            <a:off x="-32817" y="2988030"/>
            <a:ext cx="136191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3. Note de cadrage</a:t>
            </a:r>
          </a:p>
        </p:txBody>
      </p:sp>
      <p:sp>
        <p:nvSpPr>
          <p:cNvPr id="33" name="ZoneTexte 32">
            <a:extLst>
              <a:ext uri="{FF2B5EF4-FFF2-40B4-BE49-F238E27FC236}">
                <a16:creationId xmlns:a16="http://schemas.microsoft.com/office/drawing/2014/main" id="{B08500A2-82B2-A93B-481C-CE494C7C8DE8}"/>
              </a:ext>
            </a:extLst>
          </p:cNvPr>
          <p:cNvSpPr txBox="1"/>
          <p:nvPr/>
        </p:nvSpPr>
        <p:spPr>
          <a:xfrm>
            <a:off x="-32816" y="3265029"/>
            <a:ext cx="155702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4. Analyse des risques</a:t>
            </a:r>
          </a:p>
        </p:txBody>
      </p:sp>
      <p:sp>
        <p:nvSpPr>
          <p:cNvPr id="34" name="ZoneTexte 33">
            <a:extLst>
              <a:ext uri="{FF2B5EF4-FFF2-40B4-BE49-F238E27FC236}">
                <a16:creationId xmlns:a16="http://schemas.microsoft.com/office/drawing/2014/main" id="{72201076-F431-24BD-BE3C-A0EE93CEED96}"/>
              </a:ext>
            </a:extLst>
          </p:cNvPr>
          <p:cNvSpPr txBox="1"/>
          <p:nvPr/>
        </p:nvSpPr>
        <p:spPr>
          <a:xfrm>
            <a:off x="1235277" y="3542028"/>
            <a:ext cx="1063304" cy="276999"/>
          </a:xfrm>
          <a:prstGeom prst="rect">
            <a:avLst/>
          </a:prstGeom>
          <a:noFill/>
        </p:spPr>
        <p:txBody>
          <a:bodyPr wrap="none" rtlCol="0">
            <a:spAutoFit/>
          </a:bodyPr>
          <a:lstStyle/>
          <a:p>
            <a:r>
              <a:rPr lang="fr-FR" sz="1200" b="1" dirty="0">
                <a:solidFill>
                  <a:srgbClr val="C00000"/>
                </a:solidFill>
                <a:latin typeface="Calibri" panose="020F0502020204030204" pitchFamily="34" charset="0"/>
                <a:ea typeface="Calibri" panose="020F0502020204030204" pitchFamily="34" charset="0"/>
                <a:cs typeface="Calibri" panose="020F0502020204030204" pitchFamily="34" charset="0"/>
              </a:rPr>
              <a:t>5. Nouveau SI</a:t>
            </a:r>
          </a:p>
        </p:txBody>
      </p:sp>
      <p:sp>
        <p:nvSpPr>
          <p:cNvPr id="35" name="ZoneTexte 34">
            <a:extLst>
              <a:ext uri="{FF2B5EF4-FFF2-40B4-BE49-F238E27FC236}">
                <a16:creationId xmlns:a16="http://schemas.microsoft.com/office/drawing/2014/main" id="{764667FE-5680-9747-952F-D732EE3BE253}"/>
              </a:ext>
            </a:extLst>
          </p:cNvPr>
          <p:cNvSpPr txBox="1"/>
          <p:nvPr/>
        </p:nvSpPr>
        <p:spPr>
          <a:xfrm>
            <a:off x="-13697" y="3821018"/>
            <a:ext cx="196835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6. Déploiement et formation</a:t>
            </a:r>
          </a:p>
        </p:txBody>
      </p:sp>
      <p:sp>
        <p:nvSpPr>
          <p:cNvPr id="36" name="ZoneTexte 35">
            <a:extLst>
              <a:ext uri="{FF2B5EF4-FFF2-40B4-BE49-F238E27FC236}">
                <a16:creationId xmlns:a16="http://schemas.microsoft.com/office/drawing/2014/main" id="{9D2759E9-FF00-5BBE-BD36-C0C8E9F81508}"/>
              </a:ext>
            </a:extLst>
          </p:cNvPr>
          <p:cNvSpPr txBox="1"/>
          <p:nvPr/>
        </p:nvSpPr>
        <p:spPr>
          <a:xfrm>
            <a:off x="-13697" y="4098017"/>
            <a:ext cx="1845955"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7. Contrat de maintenance</a:t>
            </a:r>
          </a:p>
        </p:txBody>
      </p:sp>
    </p:spTree>
    <p:extLst>
      <p:ext uri="{BB962C8B-B14F-4D97-AF65-F5344CB8AC3E}">
        <p14:creationId xmlns:p14="http://schemas.microsoft.com/office/powerpoint/2010/main" val="38817407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F7E67-F24E-00AC-349C-405EF7557D50}"/>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EF8F9519-6844-C378-8364-5F4E4E7E6CBF}"/>
              </a:ext>
            </a:extLst>
          </p:cNvPr>
          <p:cNvSpPr>
            <a:spLocks noGrp="1"/>
          </p:cNvSpPr>
          <p:nvPr>
            <p:ph type="dt" sz="half" idx="10"/>
          </p:nvPr>
        </p:nvSpPr>
        <p:spPr/>
        <p:txBody>
          <a:bodyPr/>
          <a:lstStyle/>
          <a:p>
            <a:fld id="{71A39EF6-AF95-4ACF-B35E-ACB6264B09CC}" type="datetime1">
              <a:rPr lang="fr-FR" smtClean="0"/>
              <a:t>04/03/2025</a:t>
            </a:fld>
            <a:endParaRPr lang="fr-FR"/>
          </a:p>
        </p:txBody>
      </p:sp>
      <p:sp>
        <p:nvSpPr>
          <p:cNvPr id="5" name="Espace réservé du numéro de diapositive 4">
            <a:extLst>
              <a:ext uri="{FF2B5EF4-FFF2-40B4-BE49-F238E27FC236}">
                <a16:creationId xmlns:a16="http://schemas.microsoft.com/office/drawing/2014/main" id="{E69FA916-8C1E-3DD3-47C7-B0E0743BD77D}"/>
              </a:ext>
            </a:extLst>
          </p:cNvPr>
          <p:cNvSpPr>
            <a:spLocks noGrp="1"/>
          </p:cNvSpPr>
          <p:nvPr>
            <p:ph type="sldNum" sz="quarter" idx="12"/>
          </p:nvPr>
        </p:nvSpPr>
        <p:spPr/>
        <p:txBody>
          <a:bodyPr/>
          <a:lstStyle/>
          <a:p>
            <a:fld id="{C4B8AC06-870A-4C43-8EB6-F7945B1E9F37}" type="slidenum">
              <a:rPr lang="fr-FR" smtClean="0"/>
              <a:t>35</a:t>
            </a:fld>
            <a:endParaRPr lang="fr-FR"/>
          </a:p>
        </p:txBody>
      </p:sp>
      <p:pic>
        <p:nvPicPr>
          <p:cNvPr id="20482" name="Picture 2" descr="Dernières informations sur notre site de Strasbourg">
            <a:extLst>
              <a:ext uri="{FF2B5EF4-FFF2-40B4-BE49-F238E27FC236}">
                <a16:creationId xmlns:a16="http://schemas.microsoft.com/office/drawing/2014/main" id="{A5943A3C-9B7F-76C7-E1EA-11C6BA72E1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89905" y="1875569"/>
            <a:ext cx="2913533" cy="1921244"/>
          </a:xfrm>
          <a:prstGeom prst="rect">
            <a:avLst/>
          </a:prstGeom>
          <a:noFill/>
          <a:extLst>
            <a:ext uri="{909E8E84-426E-40DD-AFC4-6F175D3DCCD1}">
              <a14:hiddenFill xmlns:a14="http://schemas.microsoft.com/office/drawing/2010/main">
                <a:solidFill>
                  <a:srgbClr val="FFFFFF"/>
                </a:solidFill>
              </a14:hiddenFill>
            </a:ext>
          </a:extLst>
        </p:spPr>
      </p:pic>
      <p:sp>
        <p:nvSpPr>
          <p:cNvPr id="10" name="ZoneTexte 9">
            <a:extLst>
              <a:ext uri="{FF2B5EF4-FFF2-40B4-BE49-F238E27FC236}">
                <a16:creationId xmlns:a16="http://schemas.microsoft.com/office/drawing/2014/main" id="{DCBAD115-C78A-770B-808D-72AFF8BEEA83}"/>
              </a:ext>
            </a:extLst>
          </p:cNvPr>
          <p:cNvSpPr txBox="1"/>
          <p:nvPr/>
        </p:nvSpPr>
        <p:spPr>
          <a:xfrm>
            <a:off x="4774440" y="94283"/>
            <a:ext cx="4744464" cy="338554"/>
          </a:xfrm>
          <a:prstGeom prst="rect">
            <a:avLst/>
          </a:prstGeom>
          <a:noFill/>
        </p:spPr>
        <p:txBody>
          <a:bodyPr wrap="square">
            <a:spAutoFit/>
          </a:bodyPr>
          <a:lstStyle/>
          <a:p>
            <a:pPr algn="ctr"/>
            <a:r>
              <a:rPr lang="fr-FR" sz="1600" b="1" dirty="0">
                <a:solidFill>
                  <a:schemeClr val="bg1"/>
                </a:solidFill>
                <a:latin typeface="Calibri" panose="020F0502020204030204" pitchFamily="34" charset="0"/>
                <a:ea typeface="Calibri" panose="020F0502020204030204" pitchFamily="34" charset="0"/>
                <a:cs typeface="Calibri" panose="020F0502020204030204" pitchFamily="34" charset="0"/>
              </a:rPr>
              <a:t>5. Nouveau SI</a:t>
            </a:r>
          </a:p>
        </p:txBody>
      </p:sp>
      <p:sp>
        <p:nvSpPr>
          <p:cNvPr id="8" name="Rectangle 2">
            <a:extLst>
              <a:ext uri="{FF2B5EF4-FFF2-40B4-BE49-F238E27FC236}">
                <a16:creationId xmlns:a16="http://schemas.microsoft.com/office/drawing/2014/main" id="{9682B478-1DF5-6EDC-4F9F-13397632B877}"/>
              </a:ext>
            </a:extLst>
          </p:cNvPr>
          <p:cNvSpPr>
            <a:spLocks noChangeArrowheads="1"/>
          </p:cNvSpPr>
          <p:nvPr/>
        </p:nvSpPr>
        <p:spPr bwMode="auto">
          <a:xfrm>
            <a:off x="2364127" y="3699467"/>
            <a:ext cx="9737513"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Cloud 100% Souverain</a:t>
            </a:r>
            <a:r>
              <a:rPr kumimoji="0" lang="fr-FR" altLang="fr-FR"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 Hébergé en France, ce cloud garantit une </a:t>
            </a:r>
            <a:r>
              <a:rPr kumimoji="0" lang="fr-FR" altLang="fr-FR"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totale indépendance</a:t>
            </a:r>
            <a:r>
              <a:rPr kumimoji="0" lang="fr-FR" altLang="fr-FR"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des infrastructures et une </a:t>
            </a:r>
            <a:r>
              <a:rPr kumimoji="0" lang="fr-FR" altLang="fr-FR"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protection des données</a:t>
            </a:r>
            <a:r>
              <a:rPr kumimoji="0" lang="fr-FR" altLang="fr-FR"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sous législation française.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Non soumis au Cloud </a:t>
            </a:r>
            <a:r>
              <a:rPr kumimoji="0" lang="fr-FR" altLang="fr-FR" sz="1400" b="1"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Act</a:t>
            </a:r>
            <a:r>
              <a:rPr kumimoji="0" lang="fr-FR" altLang="fr-FR"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 Contrairement aux solutions américaines (AWS, Azure, Google Cloud), ce cloud </a:t>
            </a:r>
            <a:r>
              <a:rPr kumimoji="0" lang="fr-FR" altLang="fr-FR"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échappe aux lois étrangères</a:t>
            </a:r>
            <a:r>
              <a:rPr kumimoji="0" lang="fr-FR" altLang="fr-FR"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et protège vos données des ingérences extérieures.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Cloud Privé</a:t>
            </a:r>
            <a:r>
              <a:rPr kumimoji="0" lang="fr-FR" altLang="fr-FR"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 Sécurité et confidentialité renforcées, </a:t>
            </a:r>
            <a:r>
              <a:rPr kumimoji="0" lang="fr-FR" altLang="fr-FR"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dédié aux entreprises et organisations sensibles</a:t>
            </a:r>
            <a:r>
              <a:rPr kumimoji="0" lang="fr-FR" altLang="fr-FR"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avec un </a:t>
            </a:r>
            <a:r>
              <a:rPr kumimoji="0" lang="fr-FR" altLang="fr-FR"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contrôle total des accès et de l’infrastructure</a:t>
            </a:r>
            <a:r>
              <a:rPr kumimoji="0" lang="fr-FR" altLang="fr-FR"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p>
        </p:txBody>
      </p:sp>
      <p:sp>
        <p:nvSpPr>
          <p:cNvPr id="15" name="ZoneTexte 14">
            <a:extLst>
              <a:ext uri="{FF2B5EF4-FFF2-40B4-BE49-F238E27FC236}">
                <a16:creationId xmlns:a16="http://schemas.microsoft.com/office/drawing/2014/main" id="{3BF9450A-6378-2415-CFCD-3F56A673010A}"/>
              </a:ext>
            </a:extLst>
          </p:cNvPr>
          <p:cNvSpPr txBox="1"/>
          <p:nvPr/>
        </p:nvSpPr>
        <p:spPr>
          <a:xfrm>
            <a:off x="2294074" y="1306206"/>
            <a:ext cx="2486593" cy="307777"/>
          </a:xfrm>
          <a:prstGeom prst="rect">
            <a:avLst/>
          </a:prstGeom>
          <a:noFill/>
        </p:spPr>
        <p:txBody>
          <a:bodyPr wrap="square">
            <a:spAutoFit/>
          </a:bodyPr>
          <a:lstStyle/>
          <a:p>
            <a:r>
              <a:rPr lang="fr-FR" sz="1400" b="1" dirty="0"/>
              <a:t>Sauvegarde 1 : OVH</a:t>
            </a:r>
            <a:endParaRPr lang="en-US" sz="1400" b="1" i="0" dirty="0">
              <a:solidFill>
                <a:srgbClr val="000000"/>
              </a:solidFill>
              <a:effectLst/>
              <a:latin typeface="Aptos Narrow" panose="020B0004020202020204" pitchFamily="34" charset="0"/>
            </a:endParaRPr>
          </a:p>
        </p:txBody>
      </p:sp>
      <p:sp>
        <p:nvSpPr>
          <p:cNvPr id="2" name="ZoneTexte 1">
            <a:extLst>
              <a:ext uri="{FF2B5EF4-FFF2-40B4-BE49-F238E27FC236}">
                <a16:creationId xmlns:a16="http://schemas.microsoft.com/office/drawing/2014/main" id="{2466723C-4033-170A-E895-735248AA8630}"/>
              </a:ext>
            </a:extLst>
          </p:cNvPr>
          <p:cNvSpPr txBox="1"/>
          <p:nvPr/>
        </p:nvSpPr>
        <p:spPr>
          <a:xfrm>
            <a:off x="5903374" y="733205"/>
            <a:ext cx="2486593" cy="307777"/>
          </a:xfrm>
          <a:prstGeom prst="rect">
            <a:avLst/>
          </a:prstGeom>
          <a:noFill/>
        </p:spPr>
        <p:txBody>
          <a:bodyPr wrap="square">
            <a:spAutoFit/>
          </a:bodyPr>
          <a:lstStyle/>
          <a:p>
            <a:pPr algn="ctr"/>
            <a:r>
              <a:rPr lang="fr-FR" sz="1400" dirty="0"/>
              <a:t>Sauvegarde de type 3, 2, 1</a:t>
            </a:r>
          </a:p>
        </p:txBody>
      </p:sp>
      <p:sp>
        <p:nvSpPr>
          <p:cNvPr id="30" name="ZoneTexte 29">
            <a:extLst>
              <a:ext uri="{FF2B5EF4-FFF2-40B4-BE49-F238E27FC236}">
                <a16:creationId xmlns:a16="http://schemas.microsoft.com/office/drawing/2014/main" id="{246A9262-2183-3A16-D777-B60BE99E694D}"/>
              </a:ext>
            </a:extLst>
          </p:cNvPr>
          <p:cNvSpPr txBox="1"/>
          <p:nvPr/>
        </p:nvSpPr>
        <p:spPr>
          <a:xfrm>
            <a:off x="-36845" y="2433036"/>
            <a:ext cx="189224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1. Introduction &amp; Contexte</a:t>
            </a:r>
          </a:p>
        </p:txBody>
      </p:sp>
      <p:sp>
        <p:nvSpPr>
          <p:cNvPr id="31" name="ZoneTexte 30">
            <a:extLst>
              <a:ext uri="{FF2B5EF4-FFF2-40B4-BE49-F238E27FC236}">
                <a16:creationId xmlns:a16="http://schemas.microsoft.com/office/drawing/2014/main" id="{8C9ACBC9-307B-3045-9AE5-A8B57498BE65}"/>
              </a:ext>
            </a:extLst>
          </p:cNvPr>
          <p:cNvSpPr txBox="1"/>
          <p:nvPr/>
        </p:nvSpPr>
        <p:spPr>
          <a:xfrm>
            <a:off x="-32814" y="2711031"/>
            <a:ext cx="177119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2. L’existant &amp; Limitations</a:t>
            </a:r>
          </a:p>
        </p:txBody>
      </p:sp>
      <p:sp>
        <p:nvSpPr>
          <p:cNvPr id="32" name="ZoneTexte 31">
            <a:extLst>
              <a:ext uri="{FF2B5EF4-FFF2-40B4-BE49-F238E27FC236}">
                <a16:creationId xmlns:a16="http://schemas.microsoft.com/office/drawing/2014/main" id="{0A20204B-943F-5EF7-FD8A-40CC5DADF202}"/>
              </a:ext>
            </a:extLst>
          </p:cNvPr>
          <p:cNvSpPr txBox="1"/>
          <p:nvPr/>
        </p:nvSpPr>
        <p:spPr>
          <a:xfrm>
            <a:off x="-32817" y="2988030"/>
            <a:ext cx="136191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3. Note de cadrage</a:t>
            </a:r>
          </a:p>
        </p:txBody>
      </p:sp>
      <p:sp>
        <p:nvSpPr>
          <p:cNvPr id="33" name="ZoneTexte 32">
            <a:extLst>
              <a:ext uri="{FF2B5EF4-FFF2-40B4-BE49-F238E27FC236}">
                <a16:creationId xmlns:a16="http://schemas.microsoft.com/office/drawing/2014/main" id="{5E306ED2-F415-E4AD-B8D9-A29777F1667B}"/>
              </a:ext>
            </a:extLst>
          </p:cNvPr>
          <p:cNvSpPr txBox="1"/>
          <p:nvPr/>
        </p:nvSpPr>
        <p:spPr>
          <a:xfrm>
            <a:off x="-32816" y="3265029"/>
            <a:ext cx="155702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4. Analyse des risques</a:t>
            </a:r>
          </a:p>
        </p:txBody>
      </p:sp>
      <p:sp>
        <p:nvSpPr>
          <p:cNvPr id="34" name="ZoneTexte 33">
            <a:extLst>
              <a:ext uri="{FF2B5EF4-FFF2-40B4-BE49-F238E27FC236}">
                <a16:creationId xmlns:a16="http://schemas.microsoft.com/office/drawing/2014/main" id="{9B11921C-E7A6-F705-4DD8-53ADF43BE5C1}"/>
              </a:ext>
            </a:extLst>
          </p:cNvPr>
          <p:cNvSpPr txBox="1"/>
          <p:nvPr/>
        </p:nvSpPr>
        <p:spPr>
          <a:xfrm>
            <a:off x="1235277" y="3542028"/>
            <a:ext cx="1063304" cy="276999"/>
          </a:xfrm>
          <a:prstGeom prst="rect">
            <a:avLst/>
          </a:prstGeom>
          <a:noFill/>
        </p:spPr>
        <p:txBody>
          <a:bodyPr wrap="none" rtlCol="0">
            <a:spAutoFit/>
          </a:bodyPr>
          <a:lstStyle/>
          <a:p>
            <a:r>
              <a:rPr lang="fr-FR" sz="1200" b="1" dirty="0">
                <a:solidFill>
                  <a:srgbClr val="C00000"/>
                </a:solidFill>
                <a:latin typeface="Calibri" panose="020F0502020204030204" pitchFamily="34" charset="0"/>
                <a:ea typeface="Calibri" panose="020F0502020204030204" pitchFamily="34" charset="0"/>
                <a:cs typeface="Calibri" panose="020F0502020204030204" pitchFamily="34" charset="0"/>
              </a:rPr>
              <a:t>5. Nouveau SI</a:t>
            </a:r>
          </a:p>
        </p:txBody>
      </p:sp>
      <p:sp>
        <p:nvSpPr>
          <p:cNvPr id="35" name="ZoneTexte 34">
            <a:extLst>
              <a:ext uri="{FF2B5EF4-FFF2-40B4-BE49-F238E27FC236}">
                <a16:creationId xmlns:a16="http://schemas.microsoft.com/office/drawing/2014/main" id="{0D20B001-1A0F-153F-7EE4-2F8355B835FC}"/>
              </a:ext>
            </a:extLst>
          </p:cNvPr>
          <p:cNvSpPr txBox="1"/>
          <p:nvPr/>
        </p:nvSpPr>
        <p:spPr>
          <a:xfrm>
            <a:off x="-13697" y="3821018"/>
            <a:ext cx="196835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6. Déploiement et formation</a:t>
            </a:r>
          </a:p>
        </p:txBody>
      </p:sp>
      <p:sp>
        <p:nvSpPr>
          <p:cNvPr id="36" name="ZoneTexte 35">
            <a:extLst>
              <a:ext uri="{FF2B5EF4-FFF2-40B4-BE49-F238E27FC236}">
                <a16:creationId xmlns:a16="http://schemas.microsoft.com/office/drawing/2014/main" id="{4D47ED65-E598-8B17-AB68-8C6914BE19DC}"/>
              </a:ext>
            </a:extLst>
          </p:cNvPr>
          <p:cNvSpPr txBox="1"/>
          <p:nvPr/>
        </p:nvSpPr>
        <p:spPr>
          <a:xfrm>
            <a:off x="-13697" y="4098017"/>
            <a:ext cx="1845955"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7. Contrat de maintenance</a:t>
            </a:r>
          </a:p>
        </p:txBody>
      </p:sp>
    </p:spTree>
    <p:extLst>
      <p:ext uri="{BB962C8B-B14F-4D97-AF65-F5344CB8AC3E}">
        <p14:creationId xmlns:p14="http://schemas.microsoft.com/office/powerpoint/2010/main" val="3068921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2382C-71CA-4A54-BF73-D92CF9EA499C}"/>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159DC602-3987-9D60-421E-E924B57FADE4}"/>
              </a:ext>
            </a:extLst>
          </p:cNvPr>
          <p:cNvSpPr>
            <a:spLocks noGrp="1"/>
          </p:cNvSpPr>
          <p:nvPr>
            <p:ph type="dt" sz="half" idx="10"/>
          </p:nvPr>
        </p:nvSpPr>
        <p:spPr/>
        <p:txBody>
          <a:bodyPr/>
          <a:lstStyle/>
          <a:p>
            <a:fld id="{71A39EF6-AF95-4ACF-B35E-ACB6264B09CC}" type="datetime1">
              <a:rPr lang="fr-FR" smtClean="0"/>
              <a:t>04/03/2025</a:t>
            </a:fld>
            <a:endParaRPr lang="fr-FR"/>
          </a:p>
        </p:txBody>
      </p:sp>
      <p:sp>
        <p:nvSpPr>
          <p:cNvPr id="5" name="Espace réservé du numéro de diapositive 4">
            <a:extLst>
              <a:ext uri="{FF2B5EF4-FFF2-40B4-BE49-F238E27FC236}">
                <a16:creationId xmlns:a16="http://schemas.microsoft.com/office/drawing/2014/main" id="{CFF07FB6-6533-3BA9-EA7F-6EBE9DD221B3}"/>
              </a:ext>
            </a:extLst>
          </p:cNvPr>
          <p:cNvSpPr>
            <a:spLocks noGrp="1"/>
          </p:cNvSpPr>
          <p:nvPr>
            <p:ph type="sldNum" sz="quarter" idx="12"/>
          </p:nvPr>
        </p:nvSpPr>
        <p:spPr/>
        <p:txBody>
          <a:bodyPr/>
          <a:lstStyle/>
          <a:p>
            <a:fld id="{C4B8AC06-870A-4C43-8EB6-F7945B1E9F37}" type="slidenum">
              <a:rPr lang="fr-FR" smtClean="0"/>
              <a:t>36</a:t>
            </a:fld>
            <a:endParaRPr lang="fr-FR"/>
          </a:p>
        </p:txBody>
      </p:sp>
      <p:sp>
        <p:nvSpPr>
          <p:cNvPr id="3" name="ZoneTexte 2">
            <a:extLst>
              <a:ext uri="{FF2B5EF4-FFF2-40B4-BE49-F238E27FC236}">
                <a16:creationId xmlns:a16="http://schemas.microsoft.com/office/drawing/2014/main" id="{FDF4DEF1-69BE-6BCC-8E42-BF882C439537}"/>
              </a:ext>
            </a:extLst>
          </p:cNvPr>
          <p:cNvSpPr txBox="1"/>
          <p:nvPr/>
        </p:nvSpPr>
        <p:spPr>
          <a:xfrm>
            <a:off x="5903374" y="733205"/>
            <a:ext cx="2486593" cy="307777"/>
          </a:xfrm>
          <a:prstGeom prst="rect">
            <a:avLst/>
          </a:prstGeom>
          <a:noFill/>
        </p:spPr>
        <p:txBody>
          <a:bodyPr wrap="square">
            <a:spAutoFit/>
          </a:bodyPr>
          <a:lstStyle/>
          <a:p>
            <a:pPr algn="ctr"/>
            <a:r>
              <a:rPr lang="fr-FR" sz="1400" dirty="0"/>
              <a:t>Sauvegarde de type 3, 2, 1</a:t>
            </a:r>
          </a:p>
        </p:txBody>
      </p:sp>
      <p:sp>
        <p:nvSpPr>
          <p:cNvPr id="10" name="ZoneTexte 9">
            <a:extLst>
              <a:ext uri="{FF2B5EF4-FFF2-40B4-BE49-F238E27FC236}">
                <a16:creationId xmlns:a16="http://schemas.microsoft.com/office/drawing/2014/main" id="{3E0BB6F1-7527-47A9-5E9B-DD1163558518}"/>
              </a:ext>
            </a:extLst>
          </p:cNvPr>
          <p:cNvSpPr txBox="1"/>
          <p:nvPr/>
        </p:nvSpPr>
        <p:spPr>
          <a:xfrm>
            <a:off x="4774440" y="94283"/>
            <a:ext cx="4744464" cy="338554"/>
          </a:xfrm>
          <a:prstGeom prst="rect">
            <a:avLst/>
          </a:prstGeom>
          <a:noFill/>
        </p:spPr>
        <p:txBody>
          <a:bodyPr wrap="square">
            <a:spAutoFit/>
          </a:bodyPr>
          <a:lstStyle/>
          <a:p>
            <a:pPr algn="ctr"/>
            <a:r>
              <a:rPr lang="fr-FR" sz="1600" b="1" dirty="0">
                <a:solidFill>
                  <a:schemeClr val="bg1"/>
                </a:solidFill>
                <a:latin typeface="Calibri" panose="020F0502020204030204" pitchFamily="34" charset="0"/>
                <a:ea typeface="Calibri" panose="020F0502020204030204" pitchFamily="34" charset="0"/>
                <a:cs typeface="Calibri" panose="020F0502020204030204" pitchFamily="34" charset="0"/>
              </a:rPr>
              <a:t>5. Nouveau SI</a:t>
            </a:r>
          </a:p>
        </p:txBody>
      </p:sp>
      <p:sp>
        <p:nvSpPr>
          <p:cNvPr id="15" name="ZoneTexte 14">
            <a:extLst>
              <a:ext uri="{FF2B5EF4-FFF2-40B4-BE49-F238E27FC236}">
                <a16:creationId xmlns:a16="http://schemas.microsoft.com/office/drawing/2014/main" id="{999E94BA-90D5-EBF7-BDB0-83DF8B494ACC}"/>
              </a:ext>
            </a:extLst>
          </p:cNvPr>
          <p:cNvSpPr txBox="1"/>
          <p:nvPr/>
        </p:nvSpPr>
        <p:spPr>
          <a:xfrm>
            <a:off x="2294074" y="1306206"/>
            <a:ext cx="3713436" cy="307777"/>
          </a:xfrm>
          <a:prstGeom prst="rect">
            <a:avLst/>
          </a:prstGeom>
          <a:noFill/>
        </p:spPr>
        <p:txBody>
          <a:bodyPr wrap="square">
            <a:spAutoFit/>
          </a:bodyPr>
          <a:lstStyle/>
          <a:p>
            <a:r>
              <a:rPr lang="fr-FR" sz="1400" b="1" dirty="0"/>
              <a:t>Sauvegarde 2 : NAS sur site</a:t>
            </a:r>
            <a:endParaRPr lang="en-US" sz="1400" b="1" i="0" dirty="0">
              <a:solidFill>
                <a:srgbClr val="000000"/>
              </a:solidFill>
              <a:effectLst/>
              <a:latin typeface="Aptos Narrow" panose="020B0004020202020204" pitchFamily="34" charset="0"/>
            </a:endParaRPr>
          </a:p>
        </p:txBody>
      </p:sp>
      <p:graphicFrame>
        <p:nvGraphicFramePr>
          <p:cNvPr id="6" name="Tableau 5">
            <a:extLst>
              <a:ext uri="{FF2B5EF4-FFF2-40B4-BE49-F238E27FC236}">
                <a16:creationId xmlns:a16="http://schemas.microsoft.com/office/drawing/2014/main" id="{AC112C72-0582-326B-E313-3882BC1161E4}"/>
              </a:ext>
            </a:extLst>
          </p:cNvPr>
          <p:cNvGraphicFramePr>
            <a:graphicFrameLocks noGrp="1"/>
          </p:cNvGraphicFramePr>
          <p:nvPr>
            <p:extLst>
              <p:ext uri="{D42A27DB-BD31-4B8C-83A1-F6EECF244321}">
                <p14:modId xmlns:p14="http://schemas.microsoft.com/office/powerpoint/2010/main" val="121013915"/>
              </p:ext>
            </p:extLst>
          </p:nvPr>
        </p:nvGraphicFramePr>
        <p:xfrm>
          <a:off x="3400929" y="3262415"/>
          <a:ext cx="7491482" cy="2866509"/>
        </p:xfrm>
        <a:graphic>
          <a:graphicData uri="http://schemas.openxmlformats.org/drawingml/2006/table">
            <a:tbl>
              <a:tblPr firstRow="1" bandRow="1"/>
              <a:tblGrid>
                <a:gridCol w="3745741">
                  <a:extLst>
                    <a:ext uri="{9D8B030D-6E8A-4147-A177-3AD203B41FA5}">
                      <a16:colId xmlns:a16="http://schemas.microsoft.com/office/drawing/2014/main" val="3689148115"/>
                    </a:ext>
                  </a:extLst>
                </a:gridCol>
                <a:gridCol w="3745741">
                  <a:extLst>
                    <a:ext uri="{9D8B030D-6E8A-4147-A177-3AD203B41FA5}">
                      <a16:colId xmlns:a16="http://schemas.microsoft.com/office/drawing/2014/main" val="3552637248"/>
                    </a:ext>
                  </a:extLst>
                </a:gridCol>
              </a:tblGrid>
              <a:tr h="347877">
                <a:tc>
                  <a:txBody>
                    <a:bodyPr/>
                    <a:lstStyle/>
                    <a:p>
                      <a:pPr algn="l" fontAlgn="b"/>
                      <a:r>
                        <a:rPr lang="fr-FR" sz="14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Caractéristique</a:t>
                      </a:r>
                    </a:p>
                  </a:txBody>
                  <a:tcPr marL="9525" marR="9525" marT="9525" marB="0" anchor="b">
                    <a:lnL>
                      <a:noFill/>
                    </a:lnL>
                    <a:lnR>
                      <a:noFill/>
                    </a:lnR>
                    <a:lnT>
                      <a:noFill/>
                    </a:lnT>
                    <a:lnB>
                      <a:noFill/>
                    </a:lnB>
                    <a:noFill/>
                  </a:tcPr>
                </a:tc>
                <a:tc>
                  <a:txBody>
                    <a:bodyPr/>
                    <a:lstStyle/>
                    <a:p>
                      <a:pPr algn="l" fontAlgn="b"/>
                      <a:r>
                        <a:rPr lang="fr-FR" sz="14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Description</a:t>
                      </a:r>
                    </a:p>
                  </a:txBody>
                  <a:tcPr marL="9525" marR="9525" marT="9525" marB="0" anchor="b">
                    <a:lnL>
                      <a:noFill/>
                    </a:lnL>
                    <a:lnR>
                      <a:noFill/>
                    </a:lnR>
                    <a:lnT>
                      <a:noFill/>
                    </a:lnT>
                    <a:lnB>
                      <a:noFill/>
                    </a:lnB>
                    <a:noFill/>
                  </a:tcPr>
                </a:tc>
                <a:extLst>
                  <a:ext uri="{0D108BD9-81ED-4DB2-BD59-A6C34878D82A}">
                    <a16:rowId xmlns:a16="http://schemas.microsoft.com/office/drawing/2014/main" val="814320521"/>
                  </a:ext>
                </a:extLst>
              </a:tr>
              <a:tr h="629658">
                <a:tc>
                  <a:txBody>
                    <a:bodyPr/>
                    <a:lstStyle/>
                    <a:p>
                      <a:pPr algn="l" fontAlgn="b"/>
                      <a:r>
                        <a:rPr lang="fr-FR" sz="14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Rôle</a:t>
                      </a:r>
                    </a:p>
                  </a:txBody>
                  <a:tcPr marL="9525" marR="9525" marT="9525" marB="0" anchor="b">
                    <a:lnL>
                      <a:noFill/>
                    </a:lnL>
                    <a:lnR>
                      <a:noFill/>
                    </a:lnR>
                    <a:lnT>
                      <a:noFill/>
                    </a:lnT>
                    <a:lnB>
                      <a:noFill/>
                    </a:lnB>
                    <a:noFill/>
                  </a:tcPr>
                </a:tc>
                <a:tc>
                  <a:txBody>
                    <a:bodyPr/>
                    <a:lstStyle/>
                    <a:p>
                      <a:pPr algn="l" fontAlgn="b"/>
                      <a:r>
                        <a:rPr lang="fr-FR" sz="14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Stockage externe de sécurité avec réplication</a:t>
                      </a:r>
                    </a:p>
                  </a:txBody>
                  <a:tcPr marL="9525" marR="9525" marT="9525" marB="0" anchor="b">
                    <a:lnL>
                      <a:noFill/>
                    </a:lnL>
                    <a:lnR>
                      <a:noFill/>
                    </a:lnR>
                    <a:lnT>
                      <a:noFill/>
                    </a:lnT>
                    <a:lnB>
                      <a:noFill/>
                    </a:lnB>
                    <a:noFill/>
                  </a:tcPr>
                </a:tc>
                <a:extLst>
                  <a:ext uri="{0D108BD9-81ED-4DB2-BD59-A6C34878D82A}">
                    <a16:rowId xmlns:a16="http://schemas.microsoft.com/office/drawing/2014/main" val="3848422286"/>
                  </a:ext>
                </a:extLst>
              </a:tr>
              <a:tr h="629658">
                <a:tc>
                  <a:txBody>
                    <a:bodyPr/>
                    <a:lstStyle/>
                    <a:p>
                      <a:pPr algn="l" fontAlgn="b"/>
                      <a:r>
                        <a:rPr lang="fr-FR" sz="14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Avantages</a:t>
                      </a:r>
                    </a:p>
                  </a:txBody>
                  <a:tcPr marL="9525" marR="9525" marT="9525" marB="0" anchor="b">
                    <a:lnL>
                      <a:noFill/>
                    </a:lnL>
                    <a:lnR>
                      <a:noFill/>
                    </a:lnR>
                    <a:lnT>
                      <a:noFill/>
                    </a:lnT>
                    <a:lnB>
                      <a:noFill/>
                    </a:lnB>
                    <a:noFill/>
                  </a:tcPr>
                </a:tc>
                <a:tc>
                  <a:txBody>
                    <a:bodyPr/>
                    <a:lstStyle/>
                    <a:p>
                      <a:pPr algn="l" fontAlgn="b"/>
                      <a:r>
                        <a:rPr lang="fr-FR" sz="14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Contrôle des données, restauration rapide, RAID sécurisé</a:t>
                      </a:r>
                    </a:p>
                  </a:txBody>
                  <a:tcPr marL="9525" marR="9525" marT="9525" marB="0" anchor="b">
                    <a:lnL>
                      <a:noFill/>
                    </a:lnL>
                    <a:lnR>
                      <a:noFill/>
                    </a:lnR>
                    <a:lnT>
                      <a:noFill/>
                    </a:lnT>
                    <a:lnB>
                      <a:noFill/>
                    </a:lnB>
                    <a:noFill/>
                  </a:tcPr>
                </a:tc>
                <a:extLst>
                  <a:ext uri="{0D108BD9-81ED-4DB2-BD59-A6C34878D82A}">
                    <a16:rowId xmlns:a16="http://schemas.microsoft.com/office/drawing/2014/main" val="3280635094"/>
                  </a:ext>
                </a:extLst>
              </a:tr>
              <a:tr h="629658">
                <a:tc>
                  <a:txBody>
                    <a:bodyPr/>
                    <a:lstStyle/>
                    <a:p>
                      <a:pPr algn="l" fontAlgn="b"/>
                      <a:r>
                        <a:rPr lang="fr-FR" sz="14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Fonctionnalités</a:t>
                      </a:r>
                    </a:p>
                  </a:txBody>
                  <a:tcPr marL="9525" marR="9525" marT="9525" marB="0" anchor="b">
                    <a:lnL>
                      <a:noFill/>
                    </a:lnL>
                    <a:lnR>
                      <a:noFill/>
                    </a:lnR>
                    <a:lnT>
                      <a:noFill/>
                    </a:lnT>
                    <a:lnB>
                      <a:noFill/>
                    </a:lnB>
                    <a:noFill/>
                  </a:tcPr>
                </a:tc>
                <a:tc>
                  <a:txBody>
                    <a:bodyPr/>
                    <a:lstStyle/>
                    <a:p>
                      <a:pPr algn="l" fontAlgn="b"/>
                      <a:r>
                        <a:rPr lang="fr-FR" sz="14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NAS Synology DS923+, 4 disques 8 To, chiffrement AES</a:t>
                      </a:r>
                    </a:p>
                  </a:txBody>
                  <a:tcPr marL="9525" marR="9525" marT="9525" marB="0" anchor="b">
                    <a:lnL>
                      <a:noFill/>
                    </a:lnL>
                    <a:lnR>
                      <a:noFill/>
                    </a:lnR>
                    <a:lnT>
                      <a:noFill/>
                    </a:lnT>
                    <a:lnB>
                      <a:noFill/>
                    </a:lnB>
                    <a:noFill/>
                  </a:tcPr>
                </a:tc>
                <a:extLst>
                  <a:ext uri="{0D108BD9-81ED-4DB2-BD59-A6C34878D82A}">
                    <a16:rowId xmlns:a16="http://schemas.microsoft.com/office/drawing/2014/main" val="2671320202"/>
                  </a:ext>
                </a:extLst>
              </a:tr>
              <a:tr h="629658">
                <a:tc>
                  <a:txBody>
                    <a:bodyPr/>
                    <a:lstStyle/>
                    <a:p>
                      <a:pPr algn="l" fontAlgn="b"/>
                      <a:r>
                        <a:rPr lang="fr-FR" sz="14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Pourquoi ce choix ?</a:t>
                      </a:r>
                    </a:p>
                  </a:txBody>
                  <a:tcPr marL="9525" marR="9525" marT="9525" marB="0" anchor="b">
                    <a:lnL>
                      <a:noFill/>
                    </a:lnL>
                    <a:lnR>
                      <a:noFill/>
                    </a:lnR>
                    <a:lnT>
                      <a:noFill/>
                    </a:lnT>
                    <a:lnB>
                      <a:noFill/>
                    </a:lnB>
                    <a:noFill/>
                  </a:tcPr>
                </a:tc>
                <a:tc>
                  <a:txBody>
                    <a:bodyPr/>
                    <a:lstStyle/>
                    <a:p>
                      <a:pPr algn="l" fontAlgn="b"/>
                      <a:r>
                        <a:rPr lang="fr-FR" sz="14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Équilibre entre performance, coût et sécurité des données</a:t>
                      </a:r>
                    </a:p>
                  </a:txBody>
                  <a:tcPr marL="9525" marR="9525" marT="9525" marB="0" anchor="b">
                    <a:lnL>
                      <a:noFill/>
                    </a:lnL>
                    <a:lnR>
                      <a:noFill/>
                    </a:lnR>
                    <a:lnT>
                      <a:noFill/>
                    </a:lnT>
                    <a:lnB>
                      <a:noFill/>
                    </a:lnB>
                    <a:noFill/>
                  </a:tcPr>
                </a:tc>
                <a:extLst>
                  <a:ext uri="{0D108BD9-81ED-4DB2-BD59-A6C34878D82A}">
                    <a16:rowId xmlns:a16="http://schemas.microsoft.com/office/drawing/2014/main" val="798424510"/>
                  </a:ext>
                </a:extLst>
              </a:tr>
            </a:tbl>
          </a:graphicData>
        </a:graphic>
      </p:graphicFrame>
      <p:pic>
        <p:nvPicPr>
          <p:cNvPr id="7" name="Picture 2" descr="Image du produit">
            <a:extLst>
              <a:ext uri="{FF2B5EF4-FFF2-40B4-BE49-F238E27FC236}">
                <a16:creationId xmlns:a16="http://schemas.microsoft.com/office/drawing/2014/main" id="{7A562AC9-E1D7-714D-64D3-D6E336F42A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07510" y="1555633"/>
            <a:ext cx="2355954" cy="1698250"/>
          </a:xfrm>
          <a:prstGeom prst="rect">
            <a:avLst/>
          </a:prstGeom>
          <a:noFill/>
          <a:extLst>
            <a:ext uri="{909E8E84-426E-40DD-AFC4-6F175D3DCCD1}">
              <a14:hiddenFill xmlns:a14="http://schemas.microsoft.com/office/drawing/2010/main">
                <a:solidFill>
                  <a:srgbClr val="FFFFFF"/>
                </a:solidFill>
              </a14:hiddenFill>
            </a:ext>
          </a:extLst>
        </p:spPr>
      </p:pic>
      <p:sp>
        <p:nvSpPr>
          <p:cNvPr id="31" name="ZoneTexte 30">
            <a:extLst>
              <a:ext uri="{FF2B5EF4-FFF2-40B4-BE49-F238E27FC236}">
                <a16:creationId xmlns:a16="http://schemas.microsoft.com/office/drawing/2014/main" id="{B4A0763C-BFFF-1E56-E67F-8FAA7C10E168}"/>
              </a:ext>
            </a:extLst>
          </p:cNvPr>
          <p:cNvSpPr txBox="1"/>
          <p:nvPr/>
        </p:nvSpPr>
        <p:spPr>
          <a:xfrm>
            <a:off x="-36845" y="2433036"/>
            <a:ext cx="189224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1. Introduction &amp; Contexte</a:t>
            </a:r>
          </a:p>
        </p:txBody>
      </p:sp>
      <p:sp>
        <p:nvSpPr>
          <p:cNvPr id="32" name="ZoneTexte 31">
            <a:extLst>
              <a:ext uri="{FF2B5EF4-FFF2-40B4-BE49-F238E27FC236}">
                <a16:creationId xmlns:a16="http://schemas.microsoft.com/office/drawing/2014/main" id="{8088D3D6-1226-47EB-64FA-774B325C6819}"/>
              </a:ext>
            </a:extLst>
          </p:cNvPr>
          <p:cNvSpPr txBox="1"/>
          <p:nvPr/>
        </p:nvSpPr>
        <p:spPr>
          <a:xfrm>
            <a:off x="-32814" y="2711031"/>
            <a:ext cx="177119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2. L’existant &amp; Limitations</a:t>
            </a:r>
          </a:p>
        </p:txBody>
      </p:sp>
      <p:sp>
        <p:nvSpPr>
          <p:cNvPr id="33" name="ZoneTexte 32">
            <a:extLst>
              <a:ext uri="{FF2B5EF4-FFF2-40B4-BE49-F238E27FC236}">
                <a16:creationId xmlns:a16="http://schemas.microsoft.com/office/drawing/2014/main" id="{1BF75966-2F4F-256C-5DBF-E18D10078398}"/>
              </a:ext>
            </a:extLst>
          </p:cNvPr>
          <p:cNvSpPr txBox="1"/>
          <p:nvPr/>
        </p:nvSpPr>
        <p:spPr>
          <a:xfrm>
            <a:off x="-32817" y="2988030"/>
            <a:ext cx="136191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3. Note de cadrage</a:t>
            </a:r>
          </a:p>
        </p:txBody>
      </p:sp>
      <p:sp>
        <p:nvSpPr>
          <p:cNvPr id="34" name="ZoneTexte 33">
            <a:extLst>
              <a:ext uri="{FF2B5EF4-FFF2-40B4-BE49-F238E27FC236}">
                <a16:creationId xmlns:a16="http://schemas.microsoft.com/office/drawing/2014/main" id="{D2CBD139-100B-CBAD-9A79-282F77789F0A}"/>
              </a:ext>
            </a:extLst>
          </p:cNvPr>
          <p:cNvSpPr txBox="1"/>
          <p:nvPr/>
        </p:nvSpPr>
        <p:spPr>
          <a:xfrm>
            <a:off x="-32816" y="3265029"/>
            <a:ext cx="155702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4. Analyse des risques</a:t>
            </a:r>
          </a:p>
        </p:txBody>
      </p:sp>
      <p:sp>
        <p:nvSpPr>
          <p:cNvPr id="35" name="ZoneTexte 34">
            <a:extLst>
              <a:ext uri="{FF2B5EF4-FFF2-40B4-BE49-F238E27FC236}">
                <a16:creationId xmlns:a16="http://schemas.microsoft.com/office/drawing/2014/main" id="{3388A8ED-BBF9-ED4F-EB38-9A9D46683C66}"/>
              </a:ext>
            </a:extLst>
          </p:cNvPr>
          <p:cNvSpPr txBox="1"/>
          <p:nvPr/>
        </p:nvSpPr>
        <p:spPr>
          <a:xfrm>
            <a:off x="1235277" y="3542028"/>
            <a:ext cx="1063304" cy="276999"/>
          </a:xfrm>
          <a:prstGeom prst="rect">
            <a:avLst/>
          </a:prstGeom>
          <a:noFill/>
        </p:spPr>
        <p:txBody>
          <a:bodyPr wrap="none" rtlCol="0">
            <a:spAutoFit/>
          </a:bodyPr>
          <a:lstStyle/>
          <a:p>
            <a:r>
              <a:rPr lang="fr-FR" sz="1200" b="1" dirty="0">
                <a:solidFill>
                  <a:srgbClr val="C00000"/>
                </a:solidFill>
                <a:latin typeface="Calibri" panose="020F0502020204030204" pitchFamily="34" charset="0"/>
                <a:ea typeface="Calibri" panose="020F0502020204030204" pitchFamily="34" charset="0"/>
                <a:cs typeface="Calibri" panose="020F0502020204030204" pitchFamily="34" charset="0"/>
              </a:rPr>
              <a:t>5. Nouveau SI</a:t>
            </a:r>
          </a:p>
        </p:txBody>
      </p:sp>
      <p:sp>
        <p:nvSpPr>
          <p:cNvPr id="36" name="ZoneTexte 35">
            <a:extLst>
              <a:ext uri="{FF2B5EF4-FFF2-40B4-BE49-F238E27FC236}">
                <a16:creationId xmlns:a16="http://schemas.microsoft.com/office/drawing/2014/main" id="{5249CF38-07C5-22BE-A331-A223A1A0FDBD}"/>
              </a:ext>
            </a:extLst>
          </p:cNvPr>
          <p:cNvSpPr txBox="1"/>
          <p:nvPr/>
        </p:nvSpPr>
        <p:spPr>
          <a:xfrm>
            <a:off x="-13697" y="3821018"/>
            <a:ext cx="196835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6. Déploiement et formation</a:t>
            </a:r>
          </a:p>
        </p:txBody>
      </p:sp>
      <p:sp>
        <p:nvSpPr>
          <p:cNvPr id="37" name="ZoneTexte 36">
            <a:extLst>
              <a:ext uri="{FF2B5EF4-FFF2-40B4-BE49-F238E27FC236}">
                <a16:creationId xmlns:a16="http://schemas.microsoft.com/office/drawing/2014/main" id="{E6EDDCF4-6ACE-7F94-F402-61EE9F4E9E0A}"/>
              </a:ext>
            </a:extLst>
          </p:cNvPr>
          <p:cNvSpPr txBox="1"/>
          <p:nvPr/>
        </p:nvSpPr>
        <p:spPr>
          <a:xfrm>
            <a:off x="-13697" y="4098017"/>
            <a:ext cx="1845955"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7. Contrat de maintenance</a:t>
            </a:r>
          </a:p>
        </p:txBody>
      </p:sp>
    </p:spTree>
    <p:extLst>
      <p:ext uri="{BB962C8B-B14F-4D97-AF65-F5344CB8AC3E}">
        <p14:creationId xmlns:p14="http://schemas.microsoft.com/office/powerpoint/2010/main" val="24941685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C4F1C-B65C-1828-25DD-9FE9B2A8C2C9}"/>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D2E9C412-D955-9F9D-680D-0EB70915D94A}"/>
              </a:ext>
            </a:extLst>
          </p:cNvPr>
          <p:cNvSpPr>
            <a:spLocks noGrp="1"/>
          </p:cNvSpPr>
          <p:nvPr>
            <p:ph type="dt" sz="half" idx="10"/>
          </p:nvPr>
        </p:nvSpPr>
        <p:spPr/>
        <p:txBody>
          <a:bodyPr/>
          <a:lstStyle/>
          <a:p>
            <a:fld id="{71A39EF6-AF95-4ACF-B35E-ACB6264B09CC}" type="datetime1">
              <a:rPr lang="fr-FR" smtClean="0"/>
              <a:t>04/03/2025</a:t>
            </a:fld>
            <a:endParaRPr lang="fr-FR"/>
          </a:p>
        </p:txBody>
      </p:sp>
      <p:sp>
        <p:nvSpPr>
          <p:cNvPr id="5" name="Espace réservé du numéro de diapositive 4">
            <a:extLst>
              <a:ext uri="{FF2B5EF4-FFF2-40B4-BE49-F238E27FC236}">
                <a16:creationId xmlns:a16="http://schemas.microsoft.com/office/drawing/2014/main" id="{4241D19A-C3E6-17D9-1F4C-5EB06304A120}"/>
              </a:ext>
            </a:extLst>
          </p:cNvPr>
          <p:cNvSpPr>
            <a:spLocks noGrp="1"/>
          </p:cNvSpPr>
          <p:nvPr>
            <p:ph type="sldNum" sz="quarter" idx="12"/>
          </p:nvPr>
        </p:nvSpPr>
        <p:spPr/>
        <p:txBody>
          <a:bodyPr/>
          <a:lstStyle/>
          <a:p>
            <a:fld id="{C4B8AC06-870A-4C43-8EB6-F7945B1E9F37}" type="slidenum">
              <a:rPr lang="fr-FR" smtClean="0"/>
              <a:t>37</a:t>
            </a:fld>
            <a:endParaRPr lang="fr-FR"/>
          </a:p>
        </p:txBody>
      </p:sp>
      <p:sp>
        <p:nvSpPr>
          <p:cNvPr id="10" name="ZoneTexte 9">
            <a:extLst>
              <a:ext uri="{FF2B5EF4-FFF2-40B4-BE49-F238E27FC236}">
                <a16:creationId xmlns:a16="http://schemas.microsoft.com/office/drawing/2014/main" id="{47B145B7-486F-BE1D-5AA4-642731D52EFC}"/>
              </a:ext>
            </a:extLst>
          </p:cNvPr>
          <p:cNvSpPr txBox="1"/>
          <p:nvPr/>
        </p:nvSpPr>
        <p:spPr>
          <a:xfrm>
            <a:off x="4774440" y="94283"/>
            <a:ext cx="4744464" cy="338554"/>
          </a:xfrm>
          <a:prstGeom prst="rect">
            <a:avLst/>
          </a:prstGeom>
          <a:noFill/>
        </p:spPr>
        <p:txBody>
          <a:bodyPr wrap="square">
            <a:spAutoFit/>
          </a:bodyPr>
          <a:lstStyle/>
          <a:p>
            <a:pPr algn="ctr"/>
            <a:r>
              <a:rPr lang="fr-FR" sz="1600" b="1" dirty="0">
                <a:solidFill>
                  <a:schemeClr val="bg1"/>
                </a:solidFill>
                <a:latin typeface="Calibri" panose="020F0502020204030204" pitchFamily="34" charset="0"/>
                <a:ea typeface="Calibri" panose="020F0502020204030204" pitchFamily="34" charset="0"/>
                <a:cs typeface="Calibri" panose="020F0502020204030204" pitchFamily="34" charset="0"/>
              </a:rPr>
              <a:t>5. Nouveau SI</a:t>
            </a:r>
          </a:p>
        </p:txBody>
      </p:sp>
      <p:sp>
        <p:nvSpPr>
          <p:cNvPr id="15" name="ZoneTexte 14">
            <a:extLst>
              <a:ext uri="{FF2B5EF4-FFF2-40B4-BE49-F238E27FC236}">
                <a16:creationId xmlns:a16="http://schemas.microsoft.com/office/drawing/2014/main" id="{4FB4F999-D4BB-31E1-BE09-F734D0DA691F}"/>
              </a:ext>
            </a:extLst>
          </p:cNvPr>
          <p:cNvSpPr txBox="1"/>
          <p:nvPr/>
        </p:nvSpPr>
        <p:spPr>
          <a:xfrm>
            <a:off x="2294074" y="1306206"/>
            <a:ext cx="3713436" cy="307777"/>
          </a:xfrm>
          <a:prstGeom prst="rect">
            <a:avLst/>
          </a:prstGeom>
          <a:noFill/>
        </p:spPr>
        <p:txBody>
          <a:bodyPr wrap="square">
            <a:spAutoFit/>
          </a:bodyPr>
          <a:lstStyle/>
          <a:p>
            <a:r>
              <a:rPr lang="fr-FR" sz="1400" b="1" dirty="0"/>
              <a:t>Sauvegarde 3 : NAS (1 par site)</a:t>
            </a:r>
          </a:p>
        </p:txBody>
      </p:sp>
      <p:graphicFrame>
        <p:nvGraphicFramePr>
          <p:cNvPr id="7" name="Tableau 6">
            <a:extLst>
              <a:ext uri="{FF2B5EF4-FFF2-40B4-BE49-F238E27FC236}">
                <a16:creationId xmlns:a16="http://schemas.microsoft.com/office/drawing/2014/main" id="{CDA185CC-83CC-126D-27BA-3D90BEB6F2C0}"/>
              </a:ext>
            </a:extLst>
          </p:cNvPr>
          <p:cNvGraphicFramePr>
            <a:graphicFrameLocks noGrp="1"/>
          </p:cNvGraphicFramePr>
          <p:nvPr>
            <p:extLst>
              <p:ext uri="{D42A27DB-BD31-4B8C-83A1-F6EECF244321}">
                <p14:modId xmlns:p14="http://schemas.microsoft.com/office/powerpoint/2010/main" val="2354484574"/>
              </p:ext>
            </p:extLst>
          </p:nvPr>
        </p:nvGraphicFramePr>
        <p:xfrm>
          <a:off x="3400929" y="3262415"/>
          <a:ext cx="7491482" cy="2866509"/>
        </p:xfrm>
        <a:graphic>
          <a:graphicData uri="http://schemas.openxmlformats.org/drawingml/2006/table">
            <a:tbl>
              <a:tblPr firstRow="1" bandRow="1"/>
              <a:tblGrid>
                <a:gridCol w="3745741">
                  <a:extLst>
                    <a:ext uri="{9D8B030D-6E8A-4147-A177-3AD203B41FA5}">
                      <a16:colId xmlns:a16="http://schemas.microsoft.com/office/drawing/2014/main" val="3689148115"/>
                    </a:ext>
                  </a:extLst>
                </a:gridCol>
                <a:gridCol w="3745741">
                  <a:extLst>
                    <a:ext uri="{9D8B030D-6E8A-4147-A177-3AD203B41FA5}">
                      <a16:colId xmlns:a16="http://schemas.microsoft.com/office/drawing/2014/main" val="3552637248"/>
                    </a:ext>
                  </a:extLst>
                </a:gridCol>
              </a:tblGrid>
              <a:tr h="347877">
                <a:tc>
                  <a:txBody>
                    <a:bodyPr/>
                    <a:lstStyle/>
                    <a:p>
                      <a:pPr algn="l" fontAlgn="b"/>
                      <a:r>
                        <a:rPr lang="fr-FR" sz="14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Caractéristique</a:t>
                      </a:r>
                    </a:p>
                  </a:txBody>
                  <a:tcPr marL="9525" marR="9525" marT="9525" marB="0" anchor="b">
                    <a:lnL>
                      <a:noFill/>
                    </a:lnL>
                    <a:lnR>
                      <a:noFill/>
                    </a:lnR>
                    <a:lnT>
                      <a:noFill/>
                    </a:lnT>
                    <a:lnB>
                      <a:noFill/>
                    </a:lnB>
                    <a:noFill/>
                  </a:tcPr>
                </a:tc>
                <a:tc>
                  <a:txBody>
                    <a:bodyPr/>
                    <a:lstStyle/>
                    <a:p>
                      <a:pPr algn="l" fontAlgn="b"/>
                      <a:r>
                        <a:rPr lang="fr-FR" sz="14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Description</a:t>
                      </a:r>
                    </a:p>
                  </a:txBody>
                  <a:tcPr marL="9525" marR="9525" marT="9525" marB="0" anchor="b">
                    <a:lnL>
                      <a:noFill/>
                    </a:lnL>
                    <a:lnR>
                      <a:noFill/>
                    </a:lnR>
                    <a:lnT>
                      <a:noFill/>
                    </a:lnT>
                    <a:lnB>
                      <a:noFill/>
                    </a:lnB>
                    <a:noFill/>
                  </a:tcPr>
                </a:tc>
                <a:extLst>
                  <a:ext uri="{0D108BD9-81ED-4DB2-BD59-A6C34878D82A}">
                    <a16:rowId xmlns:a16="http://schemas.microsoft.com/office/drawing/2014/main" val="814320521"/>
                  </a:ext>
                </a:extLst>
              </a:tr>
              <a:tr h="629658">
                <a:tc>
                  <a:txBody>
                    <a:bodyPr/>
                    <a:lstStyle/>
                    <a:p>
                      <a:pPr algn="l" fontAlgn="b"/>
                      <a:r>
                        <a:rPr lang="fr-FR" sz="14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Rôle</a:t>
                      </a:r>
                    </a:p>
                  </a:txBody>
                  <a:tcPr marL="9525" marR="9525" marT="9525" marB="0" anchor="b">
                    <a:lnL>
                      <a:noFill/>
                    </a:lnL>
                    <a:lnR>
                      <a:noFill/>
                    </a:lnR>
                    <a:lnT>
                      <a:noFill/>
                    </a:lnT>
                    <a:lnB>
                      <a:noFill/>
                    </a:lnB>
                    <a:noFill/>
                  </a:tcPr>
                </a:tc>
                <a:tc>
                  <a:txBody>
                    <a:bodyPr/>
                    <a:lstStyle/>
                    <a:p>
                      <a:pPr algn="l" fontAlgn="b"/>
                      <a:r>
                        <a:rPr lang="fr-FR" sz="14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Stockage externe de sécurité avec réplication</a:t>
                      </a:r>
                    </a:p>
                  </a:txBody>
                  <a:tcPr marL="9525" marR="9525" marT="9525" marB="0" anchor="b">
                    <a:lnL>
                      <a:noFill/>
                    </a:lnL>
                    <a:lnR>
                      <a:noFill/>
                    </a:lnR>
                    <a:lnT>
                      <a:noFill/>
                    </a:lnT>
                    <a:lnB>
                      <a:noFill/>
                    </a:lnB>
                    <a:noFill/>
                  </a:tcPr>
                </a:tc>
                <a:extLst>
                  <a:ext uri="{0D108BD9-81ED-4DB2-BD59-A6C34878D82A}">
                    <a16:rowId xmlns:a16="http://schemas.microsoft.com/office/drawing/2014/main" val="3848422286"/>
                  </a:ext>
                </a:extLst>
              </a:tr>
              <a:tr h="629658">
                <a:tc>
                  <a:txBody>
                    <a:bodyPr/>
                    <a:lstStyle/>
                    <a:p>
                      <a:pPr algn="l" fontAlgn="b"/>
                      <a:r>
                        <a:rPr lang="fr-FR" sz="14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Avantages</a:t>
                      </a:r>
                    </a:p>
                  </a:txBody>
                  <a:tcPr marL="9525" marR="9525" marT="9525" marB="0" anchor="b">
                    <a:lnL>
                      <a:noFill/>
                    </a:lnL>
                    <a:lnR>
                      <a:noFill/>
                    </a:lnR>
                    <a:lnT>
                      <a:noFill/>
                    </a:lnT>
                    <a:lnB>
                      <a:noFill/>
                    </a:lnB>
                    <a:noFill/>
                  </a:tcPr>
                </a:tc>
                <a:tc>
                  <a:txBody>
                    <a:bodyPr/>
                    <a:lstStyle/>
                    <a:p>
                      <a:pPr algn="l" fontAlgn="b"/>
                      <a:r>
                        <a:rPr lang="fr-FR" sz="14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Contrôle des données, restauration rapide, RAID sécurisé</a:t>
                      </a:r>
                    </a:p>
                  </a:txBody>
                  <a:tcPr marL="9525" marR="9525" marT="9525" marB="0" anchor="b">
                    <a:lnL>
                      <a:noFill/>
                    </a:lnL>
                    <a:lnR>
                      <a:noFill/>
                    </a:lnR>
                    <a:lnT>
                      <a:noFill/>
                    </a:lnT>
                    <a:lnB>
                      <a:noFill/>
                    </a:lnB>
                    <a:noFill/>
                  </a:tcPr>
                </a:tc>
                <a:extLst>
                  <a:ext uri="{0D108BD9-81ED-4DB2-BD59-A6C34878D82A}">
                    <a16:rowId xmlns:a16="http://schemas.microsoft.com/office/drawing/2014/main" val="3280635094"/>
                  </a:ext>
                </a:extLst>
              </a:tr>
              <a:tr h="629658">
                <a:tc>
                  <a:txBody>
                    <a:bodyPr/>
                    <a:lstStyle/>
                    <a:p>
                      <a:pPr algn="l" fontAlgn="b"/>
                      <a:r>
                        <a:rPr lang="fr-FR" sz="14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Fonctionnalités</a:t>
                      </a:r>
                    </a:p>
                  </a:txBody>
                  <a:tcPr marL="9525" marR="9525" marT="9525" marB="0" anchor="b">
                    <a:lnL>
                      <a:noFill/>
                    </a:lnL>
                    <a:lnR>
                      <a:noFill/>
                    </a:lnR>
                    <a:lnT>
                      <a:noFill/>
                    </a:lnT>
                    <a:lnB>
                      <a:noFill/>
                    </a:lnB>
                    <a:noFill/>
                  </a:tcPr>
                </a:tc>
                <a:tc>
                  <a:txBody>
                    <a:bodyPr/>
                    <a:lstStyle/>
                    <a:p>
                      <a:pPr algn="l" fontAlgn="b"/>
                      <a:r>
                        <a:rPr lang="fr-FR" sz="14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NAS Synology DS923+, 4 disques 8 To, chiffrement AES</a:t>
                      </a:r>
                    </a:p>
                  </a:txBody>
                  <a:tcPr marL="9525" marR="9525" marT="9525" marB="0" anchor="b">
                    <a:lnL>
                      <a:noFill/>
                    </a:lnL>
                    <a:lnR>
                      <a:noFill/>
                    </a:lnR>
                    <a:lnT>
                      <a:noFill/>
                    </a:lnT>
                    <a:lnB>
                      <a:noFill/>
                    </a:lnB>
                    <a:noFill/>
                  </a:tcPr>
                </a:tc>
                <a:extLst>
                  <a:ext uri="{0D108BD9-81ED-4DB2-BD59-A6C34878D82A}">
                    <a16:rowId xmlns:a16="http://schemas.microsoft.com/office/drawing/2014/main" val="2671320202"/>
                  </a:ext>
                </a:extLst>
              </a:tr>
              <a:tr h="629658">
                <a:tc>
                  <a:txBody>
                    <a:bodyPr/>
                    <a:lstStyle/>
                    <a:p>
                      <a:pPr algn="l" fontAlgn="b"/>
                      <a:r>
                        <a:rPr lang="fr-FR" sz="14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Pourquoi ce choix ?</a:t>
                      </a:r>
                    </a:p>
                  </a:txBody>
                  <a:tcPr marL="9525" marR="9525" marT="9525" marB="0" anchor="b">
                    <a:lnL>
                      <a:noFill/>
                    </a:lnL>
                    <a:lnR>
                      <a:noFill/>
                    </a:lnR>
                    <a:lnT>
                      <a:noFill/>
                    </a:lnT>
                    <a:lnB>
                      <a:noFill/>
                    </a:lnB>
                    <a:noFill/>
                  </a:tcPr>
                </a:tc>
                <a:tc>
                  <a:txBody>
                    <a:bodyPr/>
                    <a:lstStyle/>
                    <a:p>
                      <a:pPr algn="l" fontAlgn="b"/>
                      <a:r>
                        <a:rPr lang="fr-FR" sz="14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Équilibre entre performance, coût et sécurité des données</a:t>
                      </a:r>
                    </a:p>
                  </a:txBody>
                  <a:tcPr marL="9525" marR="9525" marT="9525" marB="0" anchor="b">
                    <a:lnL>
                      <a:noFill/>
                    </a:lnL>
                    <a:lnR>
                      <a:noFill/>
                    </a:lnR>
                    <a:lnT>
                      <a:noFill/>
                    </a:lnT>
                    <a:lnB>
                      <a:noFill/>
                    </a:lnB>
                    <a:noFill/>
                  </a:tcPr>
                </a:tc>
                <a:extLst>
                  <a:ext uri="{0D108BD9-81ED-4DB2-BD59-A6C34878D82A}">
                    <a16:rowId xmlns:a16="http://schemas.microsoft.com/office/drawing/2014/main" val="798424510"/>
                  </a:ext>
                </a:extLst>
              </a:tr>
            </a:tbl>
          </a:graphicData>
        </a:graphic>
      </p:graphicFrame>
      <p:pic>
        <p:nvPicPr>
          <p:cNvPr id="2050" name="Picture 2" descr="Image du produit">
            <a:extLst>
              <a:ext uri="{FF2B5EF4-FFF2-40B4-BE49-F238E27FC236}">
                <a16:creationId xmlns:a16="http://schemas.microsoft.com/office/drawing/2014/main" id="{B3053DAF-F27F-ADDA-E518-1467A67620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07510" y="1555633"/>
            <a:ext cx="2355954" cy="1698250"/>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31A3D10C-C1FF-DACD-4964-AF5B425D5B7E}"/>
              </a:ext>
            </a:extLst>
          </p:cNvPr>
          <p:cNvSpPr txBox="1"/>
          <p:nvPr/>
        </p:nvSpPr>
        <p:spPr>
          <a:xfrm>
            <a:off x="5903374" y="733205"/>
            <a:ext cx="2486593" cy="307777"/>
          </a:xfrm>
          <a:prstGeom prst="rect">
            <a:avLst/>
          </a:prstGeom>
          <a:noFill/>
        </p:spPr>
        <p:txBody>
          <a:bodyPr wrap="square">
            <a:spAutoFit/>
          </a:bodyPr>
          <a:lstStyle/>
          <a:p>
            <a:pPr algn="ctr"/>
            <a:r>
              <a:rPr lang="fr-FR" sz="1400" dirty="0"/>
              <a:t>Sauvegarde de type 3, 2, 1</a:t>
            </a:r>
          </a:p>
        </p:txBody>
      </p:sp>
      <p:sp>
        <p:nvSpPr>
          <p:cNvPr id="30" name="ZoneTexte 29">
            <a:extLst>
              <a:ext uri="{FF2B5EF4-FFF2-40B4-BE49-F238E27FC236}">
                <a16:creationId xmlns:a16="http://schemas.microsoft.com/office/drawing/2014/main" id="{3F064BBE-6330-4268-BFD4-9A222996FE10}"/>
              </a:ext>
            </a:extLst>
          </p:cNvPr>
          <p:cNvSpPr txBox="1"/>
          <p:nvPr/>
        </p:nvSpPr>
        <p:spPr>
          <a:xfrm>
            <a:off x="-36845" y="2433036"/>
            <a:ext cx="189224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1. Introduction &amp; Contexte</a:t>
            </a:r>
          </a:p>
        </p:txBody>
      </p:sp>
      <p:sp>
        <p:nvSpPr>
          <p:cNvPr id="31" name="ZoneTexte 30">
            <a:extLst>
              <a:ext uri="{FF2B5EF4-FFF2-40B4-BE49-F238E27FC236}">
                <a16:creationId xmlns:a16="http://schemas.microsoft.com/office/drawing/2014/main" id="{FC23CE94-6E1E-0BC5-AB9A-6AD4857AE7B4}"/>
              </a:ext>
            </a:extLst>
          </p:cNvPr>
          <p:cNvSpPr txBox="1"/>
          <p:nvPr/>
        </p:nvSpPr>
        <p:spPr>
          <a:xfrm>
            <a:off x="-32814" y="2711031"/>
            <a:ext cx="177119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2. L’existant &amp; Limitations</a:t>
            </a:r>
          </a:p>
        </p:txBody>
      </p:sp>
      <p:sp>
        <p:nvSpPr>
          <p:cNvPr id="32" name="ZoneTexte 31">
            <a:extLst>
              <a:ext uri="{FF2B5EF4-FFF2-40B4-BE49-F238E27FC236}">
                <a16:creationId xmlns:a16="http://schemas.microsoft.com/office/drawing/2014/main" id="{BDE02BB0-86E9-9711-4D99-8A3669A765A0}"/>
              </a:ext>
            </a:extLst>
          </p:cNvPr>
          <p:cNvSpPr txBox="1"/>
          <p:nvPr/>
        </p:nvSpPr>
        <p:spPr>
          <a:xfrm>
            <a:off x="-32817" y="2988030"/>
            <a:ext cx="136191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3. Note de cadrage</a:t>
            </a:r>
          </a:p>
        </p:txBody>
      </p:sp>
      <p:sp>
        <p:nvSpPr>
          <p:cNvPr id="33" name="ZoneTexte 32">
            <a:extLst>
              <a:ext uri="{FF2B5EF4-FFF2-40B4-BE49-F238E27FC236}">
                <a16:creationId xmlns:a16="http://schemas.microsoft.com/office/drawing/2014/main" id="{81E103D7-0291-EFD1-1EB5-54FF94D80D1D}"/>
              </a:ext>
            </a:extLst>
          </p:cNvPr>
          <p:cNvSpPr txBox="1"/>
          <p:nvPr/>
        </p:nvSpPr>
        <p:spPr>
          <a:xfrm>
            <a:off x="-32816" y="3265029"/>
            <a:ext cx="155702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4. Analyse des risques</a:t>
            </a:r>
          </a:p>
        </p:txBody>
      </p:sp>
      <p:sp>
        <p:nvSpPr>
          <p:cNvPr id="34" name="ZoneTexte 33">
            <a:extLst>
              <a:ext uri="{FF2B5EF4-FFF2-40B4-BE49-F238E27FC236}">
                <a16:creationId xmlns:a16="http://schemas.microsoft.com/office/drawing/2014/main" id="{7C12E5D5-A775-D902-1A91-90A704D8F923}"/>
              </a:ext>
            </a:extLst>
          </p:cNvPr>
          <p:cNvSpPr txBox="1"/>
          <p:nvPr/>
        </p:nvSpPr>
        <p:spPr>
          <a:xfrm>
            <a:off x="1235277" y="3542028"/>
            <a:ext cx="1063304" cy="276999"/>
          </a:xfrm>
          <a:prstGeom prst="rect">
            <a:avLst/>
          </a:prstGeom>
          <a:noFill/>
        </p:spPr>
        <p:txBody>
          <a:bodyPr wrap="none" rtlCol="0">
            <a:spAutoFit/>
          </a:bodyPr>
          <a:lstStyle/>
          <a:p>
            <a:r>
              <a:rPr lang="fr-FR" sz="1200" b="1" dirty="0">
                <a:solidFill>
                  <a:srgbClr val="C00000"/>
                </a:solidFill>
                <a:latin typeface="Calibri" panose="020F0502020204030204" pitchFamily="34" charset="0"/>
                <a:ea typeface="Calibri" panose="020F0502020204030204" pitchFamily="34" charset="0"/>
                <a:cs typeface="Calibri" panose="020F0502020204030204" pitchFamily="34" charset="0"/>
              </a:rPr>
              <a:t>5. Nouveau SI</a:t>
            </a:r>
          </a:p>
        </p:txBody>
      </p:sp>
      <p:sp>
        <p:nvSpPr>
          <p:cNvPr id="35" name="ZoneTexte 34">
            <a:extLst>
              <a:ext uri="{FF2B5EF4-FFF2-40B4-BE49-F238E27FC236}">
                <a16:creationId xmlns:a16="http://schemas.microsoft.com/office/drawing/2014/main" id="{66E76501-B9D7-4EEA-846E-A032B8ABB529}"/>
              </a:ext>
            </a:extLst>
          </p:cNvPr>
          <p:cNvSpPr txBox="1"/>
          <p:nvPr/>
        </p:nvSpPr>
        <p:spPr>
          <a:xfrm>
            <a:off x="-13697" y="3821018"/>
            <a:ext cx="196835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6. Déploiement et formation</a:t>
            </a:r>
          </a:p>
        </p:txBody>
      </p:sp>
      <p:sp>
        <p:nvSpPr>
          <p:cNvPr id="36" name="ZoneTexte 35">
            <a:extLst>
              <a:ext uri="{FF2B5EF4-FFF2-40B4-BE49-F238E27FC236}">
                <a16:creationId xmlns:a16="http://schemas.microsoft.com/office/drawing/2014/main" id="{22FAEB36-5C31-D3A3-D19E-EB78D5C72127}"/>
              </a:ext>
            </a:extLst>
          </p:cNvPr>
          <p:cNvSpPr txBox="1"/>
          <p:nvPr/>
        </p:nvSpPr>
        <p:spPr>
          <a:xfrm>
            <a:off x="-13697" y="4098017"/>
            <a:ext cx="1845955"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7. Contrat de maintenance</a:t>
            </a:r>
          </a:p>
        </p:txBody>
      </p:sp>
    </p:spTree>
    <p:extLst>
      <p:ext uri="{BB962C8B-B14F-4D97-AF65-F5344CB8AC3E}">
        <p14:creationId xmlns:p14="http://schemas.microsoft.com/office/powerpoint/2010/main" val="21610243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B1EFB-CE90-ED34-6B4F-5344A86F244D}"/>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E667DC1E-325D-3835-2CAA-2CEB26FCEAB0}"/>
              </a:ext>
            </a:extLst>
          </p:cNvPr>
          <p:cNvSpPr>
            <a:spLocks noGrp="1"/>
          </p:cNvSpPr>
          <p:nvPr>
            <p:ph type="dt" sz="half" idx="10"/>
          </p:nvPr>
        </p:nvSpPr>
        <p:spPr/>
        <p:txBody>
          <a:bodyPr/>
          <a:lstStyle/>
          <a:p>
            <a:fld id="{71A39EF6-AF95-4ACF-B35E-ACB6264B09CC}" type="datetime1">
              <a:rPr lang="fr-FR" smtClean="0"/>
              <a:t>04/03/2025</a:t>
            </a:fld>
            <a:endParaRPr lang="fr-FR"/>
          </a:p>
        </p:txBody>
      </p:sp>
      <p:sp>
        <p:nvSpPr>
          <p:cNvPr id="5" name="Espace réservé du numéro de diapositive 4">
            <a:extLst>
              <a:ext uri="{FF2B5EF4-FFF2-40B4-BE49-F238E27FC236}">
                <a16:creationId xmlns:a16="http://schemas.microsoft.com/office/drawing/2014/main" id="{2EE343AE-57E9-CDDD-9B7A-89EC4DD04EE7}"/>
              </a:ext>
            </a:extLst>
          </p:cNvPr>
          <p:cNvSpPr>
            <a:spLocks noGrp="1"/>
          </p:cNvSpPr>
          <p:nvPr>
            <p:ph type="sldNum" sz="quarter" idx="12"/>
          </p:nvPr>
        </p:nvSpPr>
        <p:spPr/>
        <p:txBody>
          <a:bodyPr/>
          <a:lstStyle/>
          <a:p>
            <a:fld id="{C4B8AC06-870A-4C43-8EB6-F7945B1E9F37}" type="slidenum">
              <a:rPr lang="fr-FR" smtClean="0"/>
              <a:t>38</a:t>
            </a:fld>
            <a:endParaRPr lang="fr-FR"/>
          </a:p>
        </p:txBody>
      </p:sp>
      <p:sp>
        <p:nvSpPr>
          <p:cNvPr id="2" name="ZoneTexte 1">
            <a:extLst>
              <a:ext uri="{FF2B5EF4-FFF2-40B4-BE49-F238E27FC236}">
                <a16:creationId xmlns:a16="http://schemas.microsoft.com/office/drawing/2014/main" id="{0B4FD937-6599-0C82-082E-12AAE754A41D}"/>
              </a:ext>
            </a:extLst>
          </p:cNvPr>
          <p:cNvSpPr txBox="1"/>
          <p:nvPr/>
        </p:nvSpPr>
        <p:spPr>
          <a:xfrm>
            <a:off x="2280401" y="1268286"/>
            <a:ext cx="3304321" cy="307777"/>
          </a:xfrm>
          <a:prstGeom prst="rect">
            <a:avLst/>
          </a:prstGeom>
          <a:noFill/>
        </p:spPr>
        <p:txBody>
          <a:bodyPr wrap="square">
            <a:spAutoFit/>
          </a:bodyPr>
          <a:lstStyle/>
          <a:p>
            <a:r>
              <a:rPr lang="fr-FR" sz="1400" b="1" dirty="0">
                <a:latin typeface="Calibri" panose="020F0502020204030204" pitchFamily="34" charset="0"/>
                <a:ea typeface="Calibri" panose="020F0502020204030204" pitchFamily="34" charset="0"/>
                <a:cs typeface="Calibri" panose="020F0502020204030204" pitchFamily="34" charset="0"/>
              </a:rPr>
              <a:t>Abonnement fibre dédié</a:t>
            </a:r>
          </a:p>
        </p:txBody>
      </p:sp>
      <p:pic>
        <p:nvPicPr>
          <p:cNvPr id="22530" name="Picture 2" descr="Orange Business Digital Luxembourg SA - TELECOM NANCY">
            <a:extLst>
              <a:ext uri="{FF2B5EF4-FFF2-40B4-BE49-F238E27FC236}">
                <a16:creationId xmlns:a16="http://schemas.microsoft.com/office/drawing/2014/main" id="{E5133E41-C5D6-7871-E70A-4A7816995A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2112" y="1781733"/>
            <a:ext cx="4307328" cy="1488398"/>
          </a:xfrm>
          <a:prstGeom prst="rect">
            <a:avLst/>
          </a:prstGeom>
          <a:noFill/>
          <a:extLst>
            <a:ext uri="{909E8E84-426E-40DD-AFC4-6F175D3DCCD1}">
              <a14:hiddenFill xmlns:a14="http://schemas.microsoft.com/office/drawing/2010/main">
                <a:solidFill>
                  <a:srgbClr val="FFFFFF"/>
                </a:solidFill>
              </a14:hiddenFill>
            </a:ext>
          </a:extLst>
        </p:spPr>
      </p:pic>
      <p:pic>
        <p:nvPicPr>
          <p:cNvPr id="22532" name="Picture 4" descr="Bouygues Telecom Pro | Téléphonie fixe, Mobile, Internet, et Cybersécurité">
            <a:extLst>
              <a:ext uri="{FF2B5EF4-FFF2-40B4-BE49-F238E27FC236}">
                <a16:creationId xmlns:a16="http://schemas.microsoft.com/office/drawing/2014/main" id="{6BCE8907-B59A-A22E-9F37-501B0C8656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67558" y="3914911"/>
            <a:ext cx="4664831" cy="1123201"/>
          </a:xfrm>
          <a:prstGeom prst="rect">
            <a:avLst/>
          </a:prstGeom>
          <a:noFill/>
          <a:extLst>
            <a:ext uri="{909E8E84-426E-40DD-AFC4-6F175D3DCCD1}">
              <a14:hiddenFill xmlns:a14="http://schemas.microsoft.com/office/drawing/2010/main">
                <a:solidFill>
                  <a:srgbClr val="FFFFFF"/>
                </a:solidFill>
              </a14:hiddenFill>
            </a:ext>
          </a:extLst>
        </p:spPr>
      </p:pic>
      <p:sp>
        <p:nvSpPr>
          <p:cNvPr id="10" name="ZoneTexte 9">
            <a:extLst>
              <a:ext uri="{FF2B5EF4-FFF2-40B4-BE49-F238E27FC236}">
                <a16:creationId xmlns:a16="http://schemas.microsoft.com/office/drawing/2014/main" id="{E4EB5933-6553-E611-57F7-77F26A84A3DF}"/>
              </a:ext>
            </a:extLst>
          </p:cNvPr>
          <p:cNvSpPr txBox="1"/>
          <p:nvPr/>
        </p:nvSpPr>
        <p:spPr>
          <a:xfrm>
            <a:off x="4774440" y="94283"/>
            <a:ext cx="4744464" cy="338554"/>
          </a:xfrm>
          <a:prstGeom prst="rect">
            <a:avLst/>
          </a:prstGeom>
          <a:noFill/>
        </p:spPr>
        <p:txBody>
          <a:bodyPr wrap="square">
            <a:spAutoFit/>
          </a:bodyPr>
          <a:lstStyle/>
          <a:p>
            <a:pPr algn="ctr"/>
            <a:r>
              <a:rPr lang="fr-FR" sz="1600" b="1" dirty="0">
                <a:solidFill>
                  <a:schemeClr val="bg1"/>
                </a:solidFill>
                <a:latin typeface="Calibri" panose="020F0502020204030204" pitchFamily="34" charset="0"/>
                <a:ea typeface="Calibri" panose="020F0502020204030204" pitchFamily="34" charset="0"/>
                <a:cs typeface="Calibri" panose="020F0502020204030204" pitchFamily="34" charset="0"/>
              </a:rPr>
              <a:t>5. Nouveau SI</a:t>
            </a:r>
          </a:p>
        </p:txBody>
      </p:sp>
      <p:sp>
        <p:nvSpPr>
          <p:cNvPr id="28" name="ZoneTexte 27">
            <a:extLst>
              <a:ext uri="{FF2B5EF4-FFF2-40B4-BE49-F238E27FC236}">
                <a16:creationId xmlns:a16="http://schemas.microsoft.com/office/drawing/2014/main" id="{DD18E1DD-73AF-4329-2C61-155570CC6D01}"/>
              </a:ext>
            </a:extLst>
          </p:cNvPr>
          <p:cNvSpPr txBox="1"/>
          <p:nvPr/>
        </p:nvSpPr>
        <p:spPr>
          <a:xfrm>
            <a:off x="-36845" y="2433036"/>
            <a:ext cx="189224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1. Introduction &amp; Contexte</a:t>
            </a:r>
          </a:p>
        </p:txBody>
      </p:sp>
      <p:sp>
        <p:nvSpPr>
          <p:cNvPr id="29" name="ZoneTexte 28">
            <a:extLst>
              <a:ext uri="{FF2B5EF4-FFF2-40B4-BE49-F238E27FC236}">
                <a16:creationId xmlns:a16="http://schemas.microsoft.com/office/drawing/2014/main" id="{14F5039F-EC16-D436-B160-8637BAF581C5}"/>
              </a:ext>
            </a:extLst>
          </p:cNvPr>
          <p:cNvSpPr txBox="1"/>
          <p:nvPr/>
        </p:nvSpPr>
        <p:spPr>
          <a:xfrm>
            <a:off x="-32814" y="2711031"/>
            <a:ext cx="177119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2. L’existant &amp; Limitations</a:t>
            </a:r>
          </a:p>
        </p:txBody>
      </p:sp>
      <p:sp>
        <p:nvSpPr>
          <p:cNvPr id="30" name="ZoneTexte 29">
            <a:extLst>
              <a:ext uri="{FF2B5EF4-FFF2-40B4-BE49-F238E27FC236}">
                <a16:creationId xmlns:a16="http://schemas.microsoft.com/office/drawing/2014/main" id="{459E8330-9320-56A3-2B24-8799A9DFE26F}"/>
              </a:ext>
            </a:extLst>
          </p:cNvPr>
          <p:cNvSpPr txBox="1"/>
          <p:nvPr/>
        </p:nvSpPr>
        <p:spPr>
          <a:xfrm>
            <a:off x="-32817" y="2988030"/>
            <a:ext cx="136191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3. Note de cadrage</a:t>
            </a:r>
          </a:p>
        </p:txBody>
      </p:sp>
      <p:sp>
        <p:nvSpPr>
          <p:cNvPr id="31" name="ZoneTexte 30">
            <a:extLst>
              <a:ext uri="{FF2B5EF4-FFF2-40B4-BE49-F238E27FC236}">
                <a16:creationId xmlns:a16="http://schemas.microsoft.com/office/drawing/2014/main" id="{AD95989D-7202-036A-E7CD-A681EDB3D414}"/>
              </a:ext>
            </a:extLst>
          </p:cNvPr>
          <p:cNvSpPr txBox="1"/>
          <p:nvPr/>
        </p:nvSpPr>
        <p:spPr>
          <a:xfrm>
            <a:off x="-32816" y="3265029"/>
            <a:ext cx="155702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4. Analyse des risques</a:t>
            </a:r>
          </a:p>
        </p:txBody>
      </p:sp>
      <p:sp>
        <p:nvSpPr>
          <p:cNvPr id="32" name="ZoneTexte 31">
            <a:extLst>
              <a:ext uri="{FF2B5EF4-FFF2-40B4-BE49-F238E27FC236}">
                <a16:creationId xmlns:a16="http://schemas.microsoft.com/office/drawing/2014/main" id="{2FF78C06-75E4-DC2E-856C-5A3833BD0CC2}"/>
              </a:ext>
            </a:extLst>
          </p:cNvPr>
          <p:cNvSpPr txBox="1"/>
          <p:nvPr/>
        </p:nvSpPr>
        <p:spPr>
          <a:xfrm>
            <a:off x="1235277" y="3542028"/>
            <a:ext cx="1063304" cy="276999"/>
          </a:xfrm>
          <a:prstGeom prst="rect">
            <a:avLst/>
          </a:prstGeom>
          <a:noFill/>
        </p:spPr>
        <p:txBody>
          <a:bodyPr wrap="none" rtlCol="0">
            <a:spAutoFit/>
          </a:bodyPr>
          <a:lstStyle/>
          <a:p>
            <a:r>
              <a:rPr lang="fr-FR" sz="1200" b="1" dirty="0">
                <a:solidFill>
                  <a:srgbClr val="C00000"/>
                </a:solidFill>
                <a:latin typeface="Calibri" panose="020F0502020204030204" pitchFamily="34" charset="0"/>
                <a:ea typeface="Calibri" panose="020F0502020204030204" pitchFamily="34" charset="0"/>
                <a:cs typeface="Calibri" panose="020F0502020204030204" pitchFamily="34" charset="0"/>
              </a:rPr>
              <a:t>5. Nouveau SI</a:t>
            </a:r>
          </a:p>
        </p:txBody>
      </p:sp>
      <p:sp>
        <p:nvSpPr>
          <p:cNvPr id="33" name="ZoneTexte 32">
            <a:extLst>
              <a:ext uri="{FF2B5EF4-FFF2-40B4-BE49-F238E27FC236}">
                <a16:creationId xmlns:a16="http://schemas.microsoft.com/office/drawing/2014/main" id="{893158F4-987B-370B-6710-C1B43FEAEC63}"/>
              </a:ext>
            </a:extLst>
          </p:cNvPr>
          <p:cNvSpPr txBox="1"/>
          <p:nvPr/>
        </p:nvSpPr>
        <p:spPr>
          <a:xfrm>
            <a:off x="-13697" y="3821018"/>
            <a:ext cx="196835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6. Déploiement et formation</a:t>
            </a:r>
          </a:p>
        </p:txBody>
      </p:sp>
      <p:sp>
        <p:nvSpPr>
          <p:cNvPr id="34" name="ZoneTexte 33">
            <a:extLst>
              <a:ext uri="{FF2B5EF4-FFF2-40B4-BE49-F238E27FC236}">
                <a16:creationId xmlns:a16="http://schemas.microsoft.com/office/drawing/2014/main" id="{B5B56A68-349D-BD58-95C1-DE3A1CB568DB}"/>
              </a:ext>
            </a:extLst>
          </p:cNvPr>
          <p:cNvSpPr txBox="1"/>
          <p:nvPr/>
        </p:nvSpPr>
        <p:spPr>
          <a:xfrm>
            <a:off x="-13697" y="4098017"/>
            <a:ext cx="1845955"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7. Contrat de maintenance</a:t>
            </a:r>
          </a:p>
        </p:txBody>
      </p:sp>
    </p:spTree>
    <p:extLst>
      <p:ext uri="{BB962C8B-B14F-4D97-AF65-F5344CB8AC3E}">
        <p14:creationId xmlns:p14="http://schemas.microsoft.com/office/powerpoint/2010/main" val="6192248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2D5EC-B1CA-88B1-D792-8C899918A1D7}"/>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52A50576-0A39-6684-4F4C-6506FF33A8E9}"/>
              </a:ext>
            </a:extLst>
          </p:cNvPr>
          <p:cNvSpPr>
            <a:spLocks noGrp="1"/>
          </p:cNvSpPr>
          <p:nvPr>
            <p:ph type="dt" sz="half" idx="10"/>
          </p:nvPr>
        </p:nvSpPr>
        <p:spPr/>
        <p:txBody>
          <a:bodyPr/>
          <a:lstStyle/>
          <a:p>
            <a:fld id="{71A39EF6-AF95-4ACF-B35E-ACB6264B09CC}" type="datetime1">
              <a:rPr lang="fr-FR" smtClean="0"/>
              <a:t>04/03/2025</a:t>
            </a:fld>
            <a:endParaRPr lang="fr-FR"/>
          </a:p>
        </p:txBody>
      </p:sp>
      <p:sp>
        <p:nvSpPr>
          <p:cNvPr id="5" name="Espace réservé du numéro de diapositive 4">
            <a:extLst>
              <a:ext uri="{FF2B5EF4-FFF2-40B4-BE49-F238E27FC236}">
                <a16:creationId xmlns:a16="http://schemas.microsoft.com/office/drawing/2014/main" id="{3D772FB6-C531-A948-DFED-006276C4A943}"/>
              </a:ext>
            </a:extLst>
          </p:cNvPr>
          <p:cNvSpPr>
            <a:spLocks noGrp="1"/>
          </p:cNvSpPr>
          <p:nvPr>
            <p:ph type="sldNum" sz="quarter" idx="12"/>
          </p:nvPr>
        </p:nvSpPr>
        <p:spPr/>
        <p:txBody>
          <a:bodyPr/>
          <a:lstStyle/>
          <a:p>
            <a:fld id="{C4B8AC06-870A-4C43-8EB6-F7945B1E9F37}" type="slidenum">
              <a:rPr lang="fr-FR" smtClean="0"/>
              <a:t>39</a:t>
            </a:fld>
            <a:endParaRPr lang="fr-FR"/>
          </a:p>
        </p:txBody>
      </p:sp>
      <p:sp>
        <p:nvSpPr>
          <p:cNvPr id="2" name="ZoneTexte 1">
            <a:extLst>
              <a:ext uri="{FF2B5EF4-FFF2-40B4-BE49-F238E27FC236}">
                <a16:creationId xmlns:a16="http://schemas.microsoft.com/office/drawing/2014/main" id="{D8B8AB79-C1C5-C736-DD86-CE410386C4E2}"/>
              </a:ext>
            </a:extLst>
          </p:cNvPr>
          <p:cNvSpPr txBox="1"/>
          <p:nvPr/>
        </p:nvSpPr>
        <p:spPr>
          <a:xfrm>
            <a:off x="2280402" y="1268286"/>
            <a:ext cx="2785374" cy="307777"/>
          </a:xfrm>
          <a:prstGeom prst="rect">
            <a:avLst/>
          </a:prstGeom>
          <a:noFill/>
        </p:spPr>
        <p:txBody>
          <a:bodyPr wrap="square">
            <a:spAutoFit/>
          </a:bodyPr>
          <a:lstStyle/>
          <a:p>
            <a:r>
              <a:rPr lang="fr-FR" sz="1400" b="1" dirty="0">
                <a:latin typeface="Calibri" panose="020F0502020204030204" pitchFamily="34" charset="0"/>
                <a:ea typeface="Calibri" panose="020F0502020204030204" pitchFamily="34" charset="0"/>
                <a:cs typeface="Calibri" panose="020F0502020204030204" pitchFamily="34" charset="0"/>
              </a:rPr>
              <a:t>PRA/PCA &amp; RTO/RPO</a:t>
            </a:r>
          </a:p>
        </p:txBody>
      </p:sp>
      <p:sp>
        <p:nvSpPr>
          <p:cNvPr id="3" name="ZoneTexte 2">
            <a:extLst>
              <a:ext uri="{FF2B5EF4-FFF2-40B4-BE49-F238E27FC236}">
                <a16:creationId xmlns:a16="http://schemas.microsoft.com/office/drawing/2014/main" id="{C3FAC90E-AF78-EEF3-1407-104B800B772B}"/>
              </a:ext>
            </a:extLst>
          </p:cNvPr>
          <p:cNvSpPr txBox="1"/>
          <p:nvPr/>
        </p:nvSpPr>
        <p:spPr>
          <a:xfrm>
            <a:off x="4774440" y="94283"/>
            <a:ext cx="4744464" cy="338554"/>
          </a:xfrm>
          <a:prstGeom prst="rect">
            <a:avLst/>
          </a:prstGeom>
          <a:noFill/>
        </p:spPr>
        <p:txBody>
          <a:bodyPr wrap="square">
            <a:spAutoFit/>
          </a:bodyPr>
          <a:lstStyle/>
          <a:p>
            <a:pPr algn="ctr"/>
            <a:r>
              <a:rPr lang="fr-FR" sz="1600" b="1" dirty="0">
                <a:solidFill>
                  <a:schemeClr val="bg1"/>
                </a:solidFill>
                <a:latin typeface="Calibri" panose="020F0502020204030204" pitchFamily="34" charset="0"/>
                <a:ea typeface="Calibri" panose="020F0502020204030204" pitchFamily="34" charset="0"/>
                <a:cs typeface="Calibri" panose="020F0502020204030204" pitchFamily="34" charset="0"/>
              </a:rPr>
              <a:t>5. Nouveau SI</a:t>
            </a:r>
          </a:p>
        </p:txBody>
      </p:sp>
      <p:sp>
        <p:nvSpPr>
          <p:cNvPr id="8" name="ZoneTexte 7">
            <a:extLst>
              <a:ext uri="{FF2B5EF4-FFF2-40B4-BE49-F238E27FC236}">
                <a16:creationId xmlns:a16="http://schemas.microsoft.com/office/drawing/2014/main" id="{138301BE-3DC3-21FC-FCF4-C59B68321752}"/>
              </a:ext>
            </a:extLst>
          </p:cNvPr>
          <p:cNvSpPr txBox="1"/>
          <p:nvPr/>
        </p:nvSpPr>
        <p:spPr>
          <a:xfrm>
            <a:off x="2386870" y="1576063"/>
            <a:ext cx="9805130" cy="4616648"/>
          </a:xfrm>
          <a:prstGeom prst="rect">
            <a:avLst/>
          </a:prstGeom>
          <a:noFill/>
        </p:spPr>
        <p:txBody>
          <a:bodyPr wrap="square">
            <a:spAutoFit/>
          </a:bodyPr>
          <a:lstStyle/>
          <a:p>
            <a:r>
              <a:rPr lang="fr-FR" sz="1400" b="1" dirty="0">
                <a:latin typeface="Calibri" panose="020F0502020204030204" pitchFamily="34" charset="0"/>
                <a:ea typeface="Calibri" panose="020F0502020204030204" pitchFamily="34" charset="0"/>
                <a:cs typeface="Calibri" panose="020F0502020204030204" pitchFamily="34" charset="0"/>
              </a:rPr>
              <a:t>Objectif du PRA / PCA</a:t>
            </a:r>
          </a:p>
          <a:p>
            <a:r>
              <a:rPr lang="fr-FR" sz="1400" dirty="0">
                <a:latin typeface="Calibri" panose="020F0502020204030204" pitchFamily="34" charset="0"/>
                <a:ea typeface="Calibri" panose="020F0502020204030204" pitchFamily="34" charset="0"/>
                <a:cs typeface="Calibri" panose="020F0502020204030204" pitchFamily="34" charset="0"/>
              </a:rPr>
              <a:t>Assurer la continuité des activités critiques en cas d'incident majeur.</a:t>
            </a:r>
          </a:p>
          <a:p>
            <a:r>
              <a:rPr lang="fr-FR" sz="1400" dirty="0">
                <a:latin typeface="Calibri" panose="020F0502020204030204" pitchFamily="34" charset="0"/>
                <a:ea typeface="Calibri" panose="020F0502020204030204" pitchFamily="34" charset="0"/>
                <a:cs typeface="Calibri" panose="020F0502020204030204" pitchFamily="34" charset="0"/>
              </a:rPr>
              <a:t>Garantir une reprise rapide et efficace des systèmes informatiques et industriels.</a:t>
            </a:r>
          </a:p>
          <a:p>
            <a:r>
              <a:rPr lang="fr-FR" sz="1400" dirty="0">
                <a:latin typeface="Calibri" panose="020F0502020204030204" pitchFamily="34" charset="0"/>
                <a:ea typeface="Calibri" panose="020F0502020204030204" pitchFamily="34" charset="0"/>
                <a:cs typeface="Calibri" panose="020F0502020204030204" pitchFamily="34" charset="0"/>
              </a:rPr>
              <a:t>Minimiser les pertes financières et les impacts sur la production.</a:t>
            </a:r>
          </a:p>
          <a:p>
            <a:pPr algn="r"/>
            <a:r>
              <a:rPr lang="fr-FR" sz="1400" b="1" dirty="0">
                <a:latin typeface="Calibri" panose="020F0502020204030204" pitchFamily="34" charset="0"/>
                <a:ea typeface="Calibri" panose="020F0502020204030204" pitchFamily="34" charset="0"/>
                <a:cs typeface="Calibri" panose="020F0502020204030204" pitchFamily="34" charset="0"/>
              </a:rPr>
              <a:t>Enjeux et Risques</a:t>
            </a:r>
          </a:p>
          <a:p>
            <a:pPr algn="r"/>
            <a:r>
              <a:rPr lang="fr-FR" sz="1400" dirty="0">
                <a:latin typeface="Calibri" panose="020F0502020204030204" pitchFamily="34" charset="0"/>
                <a:ea typeface="Calibri" panose="020F0502020204030204" pitchFamily="34" charset="0"/>
                <a:cs typeface="Calibri" panose="020F0502020204030204" pitchFamily="34" charset="0"/>
              </a:rPr>
              <a:t>Obsolescence des infrastructures : Serveurs vieillissants, absence de redondance.</a:t>
            </a:r>
          </a:p>
          <a:p>
            <a:pPr algn="r"/>
            <a:r>
              <a:rPr lang="fr-FR" sz="1400" dirty="0">
                <a:latin typeface="Calibri" panose="020F0502020204030204" pitchFamily="34" charset="0"/>
                <a:ea typeface="Calibri" panose="020F0502020204030204" pitchFamily="34" charset="0"/>
                <a:cs typeface="Calibri" panose="020F0502020204030204" pitchFamily="34" charset="0"/>
              </a:rPr>
              <a:t>Menaces cybernétiques : Failles de sécurité, protection des données.</a:t>
            </a:r>
          </a:p>
          <a:p>
            <a:pPr algn="r"/>
            <a:r>
              <a:rPr lang="fr-FR" sz="1400" dirty="0">
                <a:latin typeface="Calibri" panose="020F0502020204030204" pitchFamily="34" charset="0"/>
                <a:ea typeface="Calibri" panose="020F0502020204030204" pitchFamily="34" charset="0"/>
                <a:cs typeface="Calibri" panose="020F0502020204030204" pitchFamily="34" charset="0"/>
              </a:rPr>
              <a:t>Dépendance à des systèmes critiques : ERP, IoT, automatisation industrielle.</a:t>
            </a:r>
          </a:p>
          <a:p>
            <a:endParaRPr lang="fr-FR" sz="1400" dirty="0">
              <a:latin typeface="Calibri" panose="020F0502020204030204" pitchFamily="34" charset="0"/>
              <a:ea typeface="Calibri" panose="020F0502020204030204" pitchFamily="34" charset="0"/>
              <a:cs typeface="Calibri" panose="020F0502020204030204" pitchFamily="34" charset="0"/>
            </a:endParaRPr>
          </a:p>
          <a:p>
            <a:r>
              <a:rPr lang="fr-FR" sz="1400" b="1" dirty="0">
                <a:latin typeface="Calibri" panose="020F0502020204030204" pitchFamily="34" charset="0"/>
                <a:ea typeface="Calibri" panose="020F0502020204030204" pitchFamily="34" charset="0"/>
                <a:cs typeface="Calibri" panose="020F0502020204030204" pitchFamily="34" charset="0"/>
              </a:rPr>
              <a:t>Stratégies PCA / PRA</a:t>
            </a:r>
          </a:p>
          <a:p>
            <a:r>
              <a:rPr lang="fr-FR" sz="1400" dirty="0">
                <a:latin typeface="Calibri" panose="020F0502020204030204" pitchFamily="34" charset="0"/>
                <a:ea typeface="Calibri" panose="020F0502020204030204" pitchFamily="34" charset="0"/>
                <a:cs typeface="Calibri" panose="020F0502020204030204" pitchFamily="34" charset="0"/>
              </a:rPr>
              <a:t>Infrastructure Hybride : Cloud souverain, sauvegarde 3-2-1 (OVH, NAS local, NAS site).</a:t>
            </a:r>
          </a:p>
          <a:p>
            <a:r>
              <a:rPr lang="fr-FR" sz="1400" dirty="0">
                <a:latin typeface="Calibri" panose="020F0502020204030204" pitchFamily="34" charset="0"/>
                <a:ea typeface="Calibri" panose="020F0502020204030204" pitchFamily="34" charset="0"/>
                <a:cs typeface="Calibri" panose="020F0502020204030204" pitchFamily="34" charset="0"/>
              </a:rPr>
              <a:t>Modernisation du Réseau : SD-WAN, firewall (</a:t>
            </a:r>
            <a:r>
              <a:rPr lang="fr-FR" sz="1400" dirty="0" err="1">
                <a:latin typeface="Calibri" panose="020F0502020204030204" pitchFamily="34" charset="0"/>
                <a:ea typeface="Calibri" panose="020F0502020204030204" pitchFamily="34" charset="0"/>
                <a:cs typeface="Calibri" panose="020F0502020204030204" pitchFamily="34" charset="0"/>
              </a:rPr>
              <a:t>pfSense</a:t>
            </a:r>
            <a:r>
              <a:rPr lang="fr-FR" sz="1400" dirty="0">
                <a:latin typeface="Calibri" panose="020F0502020204030204" pitchFamily="34" charset="0"/>
                <a:ea typeface="Calibri" panose="020F0502020204030204" pitchFamily="34" charset="0"/>
                <a:cs typeface="Calibri" panose="020F0502020204030204" pitchFamily="34" charset="0"/>
              </a:rPr>
              <a:t>, Stormshield).</a:t>
            </a:r>
          </a:p>
          <a:p>
            <a:r>
              <a:rPr lang="fr-FR" sz="1400" dirty="0">
                <a:latin typeface="Calibri" panose="020F0502020204030204" pitchFamily="34" charset="0"/>
                <a:ea typeface="Calibri" panose="020F0502020204030204" pitchFamily="34" charset="0"/>
                <a:cs typeface="Calibri" panose="020F0502020204030204" pitchFamily="34" charset="0"/>
              </a:rPr>
              <a:t>Supervision et Monitoring : Zabbix, systèmes d'alerte et intervention rapide.</a:t>
            </a:r>
          </a:p>
          <a:p>
            <a:r>
              <a:rPr lang="fr-FR" sz="1400" dirty="0">
                <a:latin typeface="Calibri" panose="020F0502020204030204" pitchFamily="34" charset="0"/>
                <a:ea typeface="Calibri" panose="020F0502020204030204" pitchFamily="34" charset="0"/>
                <a:cs typeface="Calibri" panose="020F0502020204030204" pitchFamily="34" charset="0"/>
              </a:rPr>
              <a:t>Tests et Formation : Scénarios de désastre réguliers, formation des équipes.</a:t>
            </a:r>
          </a:p>
          <a:p>
            <a:pPr algn="r"/>
            <a:r>
              <a:rPr lang="fr-FR" sz="1400" b="1" dirty="0">
                <a:latin typeface="Calibri" panose="020F0502020204030204" pitchFamily="34" charset="0"/>
                <a:ea typeface="Calibri" panose="020F0502020204030204" pitchFamily="34" charset="0"/>
                <a:cs typeface="Calibri" panose="020F0502020204030204" pitchFamily="34" charset="0"/>
              </a:rPr>
              <a:t>RTO &amp; RPO</a:t>
            </a:r>
          </a:p>
          <a:p>
            <a:pPr algn="r"/>
            <a:r>
              <a:rPr lang="fr-FR" sz="1400" dirty="0">
                <a:latin typeface="Calibri" panose="020F0502020204030204" pitchFamily="34" charset="0"/>
                <a:ea typeface="Calibri" panose="020F0502020204030204" pitchFamily="34" charset="0"/>
                <a:cs typeface="Calibri" panose="020F0502020204030204" pitchFamily="34" charset="0"/>
              </a:rPr>
              <a:t>RTO (</a:t>
            </a:r>
            <a:r>
              <a:rPr lang="fr-FR" sz="1400" dirty="0" err="1">
                <a:latin typeface="Calibri" panose="020F0502020204030204" pitchFamily="34" charset="0"/>
                <a:ea typeface="Calibri" panose="020F0502020204030204" pitchFamily="34" charset="0"/>
                <a:cs typeface="Calibri" panose="020F0502020204030204" pitchFamily="34" charset="0"/>
              </a:rPr>
              <a:t>Recovery</a:t>
            </a:r>
            <a:r>
              <a:rPr lang="fr-FR" sz="1400" dirty="0">
                <a:latin typeface="Calibri" panose="020F0502020204030204" pitchFamily="34" charset="0"/>
                <a:ea typeface="Calibri" panose="020F0502020204030204" pitchFamily="34" charset="0"/>
                <a:cs typeface="Calibri" panose="020F0502020204030204" pitchFamily="34" charset="0"/>
              </a:rPr>
              <a:t> Time Objective) : 4 heures pour les systèmes critiques.</a:t>
            </a:r>
          </a:p>
          <a:p>
            <a:pPr algn="r"/>
            <a:r>
              <a:rPr lang="fr-FR" sz="1400" dirty="0">
                <a:latin typeface="Calibri" panose="020F0502020204030204" pitchFamily="34" charset="0"/>
                <a:ea typeface="Calibri" panose="020F0502020204030204" pitchFamily="34" charset="0"/>
                <a:cs typeface="Calibri" panose="020F0502020204030204" pitchFamily="34" charset="0"/>
              </a:rPr>
              <a:t>RPO (</a:t>
            </a:r>
            <a:r>
              <a:rPr lang="fr-FR" sz="1400" dirty="0" err="1">
                <a:latin typeface="Calibri" panose="020F0502020204030204" pitchFamily="34" charset="0"/>
                <a:ea typeface="Calibri" panose="020F0502020204030204" pitchFamily="34" charset="0"/>
                <a:cs typeface="Calibri" panose="020F0502020204030204" pitchFamily="34" charset="0"/>
              </a:rPr>
              <a:t>Recovery</a:t>
            </a:r>
            <a:r>
              <a:rPr lang="fr-FR" sz="1400" dirty="0">
                <a:latin typeface="Calibri" panose="020F0502020204030204" pitchFamily="34" charset="0"/>
                <a:ea typeface="Calibri" panose="020F0502020204030204" pitchFamily="34" charset="0"/>
                <a:cs typeface="Calibri" panose="020F0502020204030204" pitchFamily="34" charset="0"/>
              </a:rPr>
              <a:t> Point Objective) : 15 minutes pour les données sensibles.</a:t>
            </a:r>
          </a:p>
          <a:p>
            <a:r>
              <a:rPr lang="fr-FR" sz="1400" b="1" dirty="0">
                <a:latin typeface="Calibri" panose="020F0502020204030204" pitchFamily="34" charset="0"/>
                <a:ea typeface="Calibri" panose="020F0502020204030204" pitchFamily="34" charset="0"/>
                <a:cs typeface="Calibri" panose="020F0502020204030204" pitchFamily="34" charset="0"/>
              </a:rPr>
              <a:t>Bénéfices</a:t>
            </a:r>
          </a:p>
          <a:p>
            <a:r>
              <a:rPr lang="fr-FR" sz="1400" dirty="0">
                <a:latin typeface="Calibri" panose="020F0502020204030204" pitchFamily="34" charset="0"/>
                <a:ea typeface="Calibri" panose="020F0502020204030204" pitchFamily="34" charset="0"/>
                <a:cs typeface="Calibri" panose="020F0502020204030204" pitchFamily="34" charset="0"/>
              </a:rPr>
              <a:t>Réduction des temps d'arrêt et des pertes financières.</a:t>
            </a:r>
          </a:p>
          <a:p>
            <a:r>
              <a:rPr lang="fr-FR" sz="1400" dirty="0">
                <a:latin typeface="Calibri" panose="020F0502020204030204" pitchFamily="34" charset="0"/>
                <a:ea typeface="Calibri" panose="020F0502020204030204" pitchFamily="34" charset="0"/>
                <a:cs typeface="Calibri" panose="020F0502020204030204" pitchFamily="34" charset="0"/>
              </a:rPr>
              <a:t>Sécurisation des données et infrastructures critiques.</a:t>
            </a:r>
          </a:p>
          <a:p>
            <a:r>
              <a:rPr lang="fr-FR" sz="1400" dirty="0">
                <a:latin typeface="Calibri" panose="020F0502020204030204" pitchFamily="34" charset="0"/>
                <a:ea typeface="Calibri" panose="020F0502020204030204" pitchFamily="34" charset="0"/>
                <a:cs typeface="Calibri" panose="020F0502020204030204" pitchFamily="34" charset="0"/>
              </a:rPr>
              <a:t>Amélioration de la résilience et flexibilité opérationnelle.</a:t>
            </a:r>
          </a:p>
        </p:txBody>
      </p:sp>
      <p:sp>
        <p:nvSpPr>
          <p:cNvPr id="29" name="ZoneTexte 28">
            <a:extLst>
              <a:ext uri="{FF2B5EF4-FFF2-40B4-BE49-F238E27FC236}">
                <a16:creationId xmlns:a16="http://schemas.microsoft.com/office/drawing/2014/main" id="{BD1588B9-05BE-7EEE-05CF-8183A2E3108F}"/>
              </a:ext>
            </a:extLst>
          </p:cNvPr>
          <p:cNvSpPr txBox="1"/>
          <p:nvPr/>
        </p:nvSpPr>
        <p:spPr>
          <a:xfrm>
            <a:off x="-36845" y="2433036"/>
            <a:ext cx="189224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1. Introduction &amp; Contexte</a:t>
            </a:r>
          </a:p>
        </p:txBody>
      </p:sp>
      <p:sp>
        <p:nvSpPr>
          <p:cNvPr id="30" name="ZoneTexte 29">
            <a:extLst>
              <a:ext uri="{FF2B5EF4-FFF2-40B4-BE49-F238E27FC236}">
                <a16:creationId xmlns:a16="http://schemas.microsoft.com/office/drawing/2014/main" id="{934111A9-9B18-EE6A-37F9-E579C12DF349}"/>
              </a:ext>
            </a:extLst>
          </p:cNvPr>
          <p:cNvSpPr txBox="1"/>
          <p:nvPr/>
        </p:nvSpPr>
        <p:spPr>
          <a:xfrm>
            <a:off x="-32814" y="2711031"/>
            <a:ext cx="177119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2. L’existant &amp; Limitations</a:t>
            </a:r>
          </a:p>
        </p:txBody>
      </p:sp>
      <p:sp>
        <p:nvSpPr>
          <p:cNvPr id="31" name="ZoneTexte 30">
            <a:extLst>
              <a:ext uri="{FF2B5EF4-FFF2-40B4-BE49-F238E27FC236}">
                <a16:creationId xmlns:a16="http://schemas.microsoft.com/office/drawing/2014/main" id="{55979CAC-E8C9-8E3C-2E47-6490157BD125}"/>
              </a:ext>
            </a:extLst>
          </p:cNvPr>
          <p:cNvSpPr txBox="1"/>
          <p:nvPr/>
        </p:nvSpPr>
        <p:spPr>
          <a:xfrm>
            <a:off x="-32817" y="2988030"/>
            <a:ext cx="136191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3. Note de cadrage</a:t>
            </a:r>
          </a:p>
        </p:txBody>
      </p:sp>
      <p:sp>
        <p:nvSpPr>
          <p:cNvPr id="32" name="ZoneTexte 31">
            <a:extLst>
              <a:ext uri="{FF2B5EF4-FFF2-40B4-BE49-F238E27FC236}">
                <a16:creationId xmlns:a16="http://schemas.microsoft.com/office/drawing/2014/main" id="{93E6641E-F06A-22F5-3FAE-36A297991C03}"/>
              </a:ext>
            </a:extLst>
          </p:cNvPr>
          <p:cNvSpPr txBox="1"/>
          <p:nvPr/>
        </p:nvSpPr>
        <p:spPr>
          <a:xfrm>
            <a:off x="-32816" y="3265029"/>
            <a:ext cx="155702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4. Analyse des risques</a:t>
            </a:r>
          </a:p>
        </p:txBody>
      </p:sp>
      <p:sp>
        <p:nvSpPr>
          <p:cNvPr id="33" name="ZoneTexte 32">
            <a:extLst>
              <a:ext uri="{FF2B5EF4-FFF2-40B4-BE49-F238E27FC236}">
                <a16:creationId xmlns:a16="http://schemas.microsoft.com/office/drawing/2014/main" id="{010AFD99-8437-A19C-D1D6-9135085B9D3F}"/>
              </a:ext>
            </a:extLst>
          </p:cNvPr>
          <p:cNvSpPr txBox="1"/>
          <p:nvPr/>
        </p:nvSpPr>
        <p:spPr>
          <a:xfrm>
            <a:off x="1235277" y="3542028"/>
            <a:ext cx="1063304" cy="276999"/>
          </a:xfrm>
          <a:prstGeom prst="rect">
            <a:avLst/>
          </a:prstGeom>
          <a:noFill/>
        </p:spPr>
        <p:txBody>
          <a:bodyPr wrap="none" rtlCol="0">
            <a:spAutoFit/>
          </a:bodyPr>
          <a:lstStyle/>
          <a:p>
            <a:r>
              <a:rPr lang="fr-FR" sz="1200" b="1" dirty="0">
                <a:solidFill>
                  <a:srgbClr val="C00000"/>
                </a:solidFill>
                <a:latin typeface="Calibri" panose="020F0502020204030204" pitchFamily="34" charset="0"/>
                <a:ea typeface="Calibri" panose="020F0502020204030204" pitchFamily="34" charset="0"/>
                <a:cs typeface="Calibri" panose="020F0502020204030204" pitchFamily="34" charset="0"/>
              </a:rPr>
              <a:t>5. Nouveau SI</a:t>
            </a:r>
          </a:p>
        </p:txBody>
      </p:sp>
      <p:sp>
        <p:nvSpPr>
          <p:cNvPr id="34" name="ZoneTexte 33">
            <a:extLst>
              <a:ext uri="{FF2B5EF4-FFF2-40B4-BE49-F238E27FC236}">
                <a16:creationId xmlns:a16="http://schemas.microsoft.com/office/drawing/2014/main" id="{5C4DDC95-EE75-1349-5A46-C3B20C89BC0D}"/>
              </a:ext>
            </a:extLst>
          </p:cNvPr>
          <p:cNvSpPr txBox="1"/>
          <p:nvPr/>
        </p:nvSpPr>
        <p:spPr>
          <a:xfrm>
            <a:off x="-13697" y="3821018"/>
            <a:ext cx="196835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6. Déploiement et formation</a:t>
            </a:r>
          </a:p>
        </p:txBody>
      </p:sp>
      <p:sp>
        <p:nvSpPr>
          <p:cNvPr id="35" name="ZoneTexte 34">
            <a:extLst>
              <a:ext uri="{FF2B5EF4-FFF2-40B4-BE49-F238E27FC236}">
                <a16:creationId xmlns:a16="http://schemas.microsoft.com/office/drawing/2014/main" id="{FD4D92A5-DC16-6CD5-A496-B239F54F6259}"/>
              </a:ext>
            </a:extLst>
          </p:cNvPr>
          <p:cNvSpPr txBox="1"/>
          <p:nvPr/>
        </p:nvSpPr>
        <p:spPr>
          <a:xfrm>
            <a:off x="-13697" y="4098017"/>
            <a:ext cx="1845955"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7. Contrat de maintenance</a:t>
            </a:r>
          </a:p>
        </p:txBody>
      </p:sp>
    </p:spTree>
    <p:extLst>
      <p:ext uri="{BB962C8B-B14F-4D97-AF65-F5344CB8AC3E}">
        <p14:creationId xmlns:p14="http://schemas.microsoft.com/office/powerpoint/2010/main" val="19588327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072DE-78AD-74FE-A83A-E17293008AEF}"/>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6822B658-C363-E66B-807C-42C090FE489D}"/>
              </a:ext>
            </a:extLst>
          </p:cNvPr>
          <p:cNvSpPr>
            <a:spLocks noGrp="1"/>
          </p:cNvSpPr>
          <p:nvPr>
            <p:ph type="dt" sz="half" idx="10"/>
          </p:nvPr>
        </p:nvSpPr>
        <p:spPr/>
        <p:txBody>
          <a:bodyPr/>
          <a:lstStyle/>
          <a:p>
            <a:fld id="{71A39EF6-AF95-4ACF-B35E-ACB6264B09CC}" type="datetime1">
              <a:rPr lang="fr-FR" smtClean="0"/>
              <a:t>04/03/2025</a:t>
            </a:fld>
            <a:endParaRPr lang="fr-FR"/>
          </a:p>
        </p:txBody>
      </p:sp>
      <p:sp>
        <p:nvSpPr>
          <p:cNvPr id="5" name="Espace réservé du numéro de diapositive 4">
            <a:extLst>
              <a:ext uri="{FF2B5EF4-FFF2-40B4-BE49-F238E27FC236}">
                <a16:creationId xmlns:a16="http://schemas.microsoft.com/office/drawing/2014/main" id="{0CFEFFD8-B57D-59E6-6E92-06C892E0E8A8}"/>
              </a:ext>
            </a:extLst>
          </p:cNvPr>
          <p:cNvSpPr>
            <a:spLocks noGrp="1"/>
          </p:cNvSpPr>
          <p:nvPr>
            <p:ph type="sldNum" sz="quarter" idx="12"/>
          </p:nvPr>
        </p:nvSpPr>
        <p:spPr/>
        <p:txBody>
          <a:bodyPr/>
          <a:lstStyle/>
          <a:p>
            <a:fld id="{C4B8AC06-870A-4C43-8EB6-F7945B1E9F37}" type="slidenum">
              <a:rPr lang="fr-FR" smtClean="0"/>
              <a:t>40</a:t>
            </a:fld>
            <a:endParaRPr lang="fr-FR"/>
          </a:p>
        </p:txBody>
      </p:sp>
      <p:sp>
        <p:nvSpPr>
          <p:cNvPr id="2" name="ZoneTexte 1">
            <a:extLst>
              <a:ext uri="{FF2B5EF4-FFF2-40B4-BE49-F238E27FC236}">
                <a16:creationId xmlns:a16="http://schemas.microsoft.com/office/drawing/2014/main" id="{98F5C764-0DCA-39F7-DB79-8C1499774F7B}"/>
              </a:ext>
            </a:extLst>
          </p:cNvPr>
          <p:cNvSpPr txBox="1"/>
          <p:nvPr/>
        </p:nvSpPr>
        <p:spPr>
          <a:xfrm>
            <a:off x="2280402" y="1268286"/>
            <a:ext cx="2785374" cy="307777"/>
          </a:xfrm>
          <a:prstGeom prst="rect">
            <a:avLst/>
          </a:prstGeom>
          <a:noFill/>
        </p:spPr>
        <p:txBody>
          <a:bodyPr wrap="square">
            <a:spAutoFit/>
          </a:bodyPr>
          <a:lstStyle/>
          <a:p>
            <a:r>
              <a:rPr lang="fr-FR" sz="1400" b="1" dirty="0">
                <a:latin typeface="Calibri" panose="020F0502020204030204" pitchFamily="34" charset="0"/>
                <a:ea typeface="Calibri" panose="020F0502020204030204" pitchFamily="34" charset="0"/>
                <a:cs typeface="Calibri" panose="020F0502020204030204" pitchFamily="34" charset="0"/>
              </a:rPr>
              <a:t>Achats</a:t>
            </a:r>
          </a:p>
        </p:txBody>
      </p:sp>
      <p:sp>
        <p:nvSpPr>
          <p:cNvPr id="3" name="ZoneTexte 2">
            <a:extLst>
              <a:ext uri="{FF2B5EF4-FFF2-40B4-BE49-F238E27FC236}">
                <a16:creationId xmlns:a16="http://schemas.microsoft.com/office/drawing/2014/main" id="{0B9FF30D-C7CB-C36F-DAA1-8ADE8F2B4AAB}"/>
              </a:ext>
            </a:extLst>
          </p:cNvPr>
          <p:cNvSpPr txBox="1"/>
          <p:nvPr/>
        </p:nvSpPr>
        <p:spPr>
          <a:xfrm>
            <a:off x="4774440" y="94283"/>
            <a:ext cx="4744464" cy="338554"/>
          </a:xfrm>
          <a:prstGeom prst="rect">
            <a:avLst/>
          </a:prstGeom>
          <a:noFill/>
        </p:spPr>
        <p:txBody>
          <a:bodyPr wrap="square">
            <a:spAutoFit/>
          </a:bodyPr>
          <a:lstStyle/>
          <a:p>
            <a:pPr algn="ctr"/>
            <a:r>
              <a:rPr lang="fr-FR" sz="1600" b="1" dirty="0">
                <a:solidFill>
                  <a:schemeClr val="bg1"/>
                </a:solidFill>
                <a:latin typeface="Calibri" panose="020F0502020204030204" pitchFamily="34" charset="0"/>
                <a:ea typeface="Calibri" panose="020F0502020204030204" pitchFamily="34" charset="0"/>
                <a:cs typeface="Calibri" panose="020F0502020204030204" pitchFamily="34" charset="0"/>
              </a:rPr>
              <a:t>5. Nouveau SI</a:t>
            </a:r>
          </a:p>
        </p:txBody>
      </p:sp>
      <p:pic>
        <p:nvPicPr>
          <p:cNvPr id="28674" name="Picture 2" descr="Microsoft Excel — Wikipédia">
            <a:extLst>
              <a:ext uri="{FF2B5EF4-FFF2-40B4-BE49-F238E27FC236}">
                <a16:creationId xmlns:a16="http://schemas.microsoft.com/office/drawing/2014/main" id="{93C5FEA4-6F7B-CE99-7BF8-F260A6B6CC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01597" y="2049423"/>
            <a:ext cx="3490150" cy="3250483"/>
          </a:xfrm>
          <a:prstGeom prst="rect">
            <a:avLst/>
          </a:prstGeom>
          <a:noFill/>
          <a:extLst>
            <a:ext uri="{909E8E84-426E-40DD-AFC4-6F175D3DCCD1}">
              <a14:hiddenFill xmlns:a14="http://schemas.microsoft.com/office/drawing/2010/main">
                <a:solidFill>
                  <a:srgbClr val="FFFFFF"/>
                </a:solidFill>
              </a14:hiddenFill>
            </a:ext>
          </a:extLst>
        </p:spPr>
      </p:pic>
      <p:sp>
        <p:nvSpPr>
          <p:cNvPr id="28" name="ZoneTexte 27">
            <a:extLst>
              <a:ext uri="{FF2B5EF4-FFF2-40B4-BE49-F238E27FC236}">
                <a16:creationId xmlns:a16="http://schemas.microsoft.com/office/drawing/2014/main" id="{DDFFE73C-D40B-D634-138E-8CA3F4482B97}"/>
              </a:ext>
            </a:extLst>
          </p:cNvPr>
          <p:cNvSpPr txBox="1"/>
          <p:nvPr/>
        </p:nvSpPr>
        <p:spPr>
          <a:xfrm>
            <a:off x="-36845" y="2433036"/>
            <a:ext cx="189224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1. Introduction &amp; Contexte</a:t>
            </a:r>
          </a:p>
        </p:txBody>
      </p:sp>
      <p:sp>
        <p:nvSpPr>
          <p:cNvPr id="29" name="ZoneTexte 28">
            <a:extLst>
              <a:ext uri="{FF2B5EF4-FFF2-40B4-BE49-F238E27FC236}">
                <a16:creationId xmlns:a16="http://schemas.microsoft.com/office/drawing/2014/main" id="{2D7490EF-3A25-9B6B-0013-2F75E4433524}"/>
              </a:ext>
            </a:extLst>
          </p:cNvPr>
          <p:cNvSpPr txBox="1"/>
          <p:nvPr/>
        </p:nvSpPr>
        <p:spPr>
          <a:xfrm>
            <a:off x="-32814" y="2711031"/>
            <a:ext cx="177119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2. L’existant &amp; Limitations</a:t>
            </a:r>
          </a:p>
        </p:txBody>
      </p:sp>
      <p:sp>
        <p:nvSpPr>
          <p:cNvPr id="30" name="ZoneTexte 29">
            <a:extLst>
              <a:ext uri="{FF2B5EF4-FFF2-40B4-BE49-F238E27FC236}">
                <a16:creationId xmlns:a16="http://schemas.microsoft.com/office/drawing/2014/main" id="{477E5991-461D-4261-5FB3-479178341FC1}"/>
              </a:ext>
            </a:extLst>
          </p:cNvPr>
          <p:cNvSpPr txBox="1"/>
          <p:nvPr/>
        </p:nvSpPr>
        <p:spPr>
          <a:xfrm>
            <a:off x="-32817" y="2988030"/>
            <a:ext cx="136191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3. Note de cadrage</a:t>
            </a:r>
          </a:p>
        </p:txBody>
      </p:sp>
      <p:sp>
        <p:nvSpPr>
          <p:cNvPr id="31" name="ZoneTexte 30">
            <a:extLst>
              <a:ext uri="{FF2B5EF4-FFF2-40B4-BE49-F238E27FC236}">
                <a16:creationId xmlns:a16="http://schemas.microsoft.com/office/drawing/2014/main" id="{6FDD4A48-D69A-1306-5DCA-BE9DDF3E3472}"/>
              </a:ext>
            </a:extLst>
          </p:cNvPr>
          <p:cNvSpPr txBox="1"/>
          <p:nvPr/>
        </p:nvSpPr>
        <p:spPr>
          <a:xfrm>
            <a:off x="-32816" y="3265029"/>
            <a:ext cx="155702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4. Analyse des risques</a:t>
            </a:r>
          </a:p>
        </p:txBody>
      </p:sp>
      <p:sp>
        <p:nvSpPr>
          <p:cNvPr id="32" name="ZoneTexte 31">
            <a:extLst>
              <a:ext uri="{FF2B5EF4-FFF2-40B4-BE49-F238E27FC236}">
                <a16:creationId xmlns:a16="http://schemas.microsoft.com/office/drawing/2014/main" id="{6B442A74-949C-3EA8-5AF6-7AED8CBCB2AB}"/>
              </a:ext>
            </a:extLst>
          </p:cNvPr>
          <p:cNvSpPr txBox="1"/>
          <p:nvPr/>
        </p:nvSpPr>
        <p:spPr>
          <a:xfrm>
            <a:off x="1235277" y="3542028"/>
            <a:ext cx="1063304" cy="276999"/>
          </a:xfrm>
          <a:prstGeom prst="rect">
            <a:avLst/>
          </a:prstGeom>
          <a:noFill/>
        </p:spPr>
        <p:txBody>
          <a:bodyPr wrap="none" rtlCol="0">
            <a:spAutoFit/>
          </a:bodyPr>
          <a:lstStyle/>
          <a:p>
            <a:r>
              <a:rPr lang="fr-FR" sz="1200" b="1" dirty="0">
                <a:solidFill>
                  <a:srgbClr val="C00000"/>
                </a:solidFill>
                <a:latin typeface="Calibri" panose="020F0502020204030204" pitchFamily="34" charset="0"/>
                <a:ea typeface="Calibri" panose="020F0502020204030204" pitchFamily="34" charset="0"/>
                <a:cs typeface="Calibri" panose="020F0502020204030204" pitchFamily="34" charset="0"/>
              </a:rPr>
              <a:t>5. Nouveau SI</a:t>
            </a:r>
          </a:p>
        </p:txBody>
      </p:sp>
      <p:sp>
        <p:nvSpPr>
          <p:cNvPr id="33" name="ZoneTexte 32">
            <a:extLst>
              <a:ext uri="{FF2B5EF4-FFF2-40B4-BE49-F238E27FC236}">
                <a16:creationId xmlns:a16="http://schemas.microsoft.com/office/drawing/2014/main" id="{540BABC1-A4AB-1A3F-AADE-33F8606A4CA8}"/>
              </a:ext>
            </a:extLst>
          </p:cNvPr>
          <p:cNvSpPr txBox="1"/>
          <p:nvPr/>
        </p:nvSpPr>
        <p:spPr>
          <a:xfrm>
            <a:off x="-13697" y="3821018"/>
            <a:ext cx="196835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6. Déploiement et formation</a:t>
            </a:r>
          </a:p>
        </p:txBody>
      </p:sp>
      <p:sp>
        <p:nvSpPr>
          <p:cNvPr id="34" name="ZoneTexte 33">
            <a:extLst>
              <a:ext uri="{FF2B5EF4-FFF2-40B4-BE49-F238E27FC236}">
                <a16:creationId xmlns:a16="http://schemas.microsoft.com/office/drawing/2014/main" id="{EC4C330F-5043-2130-A423-96DCCCEAACF2}"/>
              </a:ext>
            </a:extLst>
          </p:cNvPr>
          <p:cNvSpPr txBox="1"/>
          <p:nvPr/>
        </p:nvSpPr>
        <p:spPr>
          <a:xfrm>
            <a:off x="-13697" y="4098017"/>
            <a:ext cx="1845955"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7. Contrat de maintenance</a:t>
            </a:r>
          </a:p>
        </p:txBody>
      </p:sp>
    </p:spTree>
    <p:extLst>
      <p:ext uri="{BB962C8B-B14F-4D97-AF65-F5344CB8AC3E}">
        <p14:creationId xmlns:p14="http://schemas.microsoft.com/office/powerpoint/2010/main" val="35188513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ADBE8-DBA0-A937-A011-A376F4D751F6}"/>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8C7DB449-F004-47AA-3B1D-9D7925D06D55}"/>
              </a:ext>
            </a:extLst>
          </p:cNvPr>
          <p:cNvSpPr>
            <a:spLocks noGrp="1"/>
          </p:cNvSpPr>
          <p:nvPr>
            <p:ph type="dt" sz="half" idx="10"/>
          </p:nvPr>
        </p:nvSpPr>
        <p:spPr/>
        <p:txBody>
          <a:bodyPr/>
          <a:lstStyle/>
          <a:p>
            <a:fld id="{71A39EF6-AF95-4ACF-B35E-ACB6264B09CC}" type="datetime1">
              <a:rPr lang="fr-FR" smtClean="0"/>
              <a:t>04/03/2025</a:t>
            </a:fld>
            <a:endParaRPr lang="fr-FR"/>
          </a:p>
        </p:txBody>
      </p:sp>
      <p:sp>
        <p:nvSpPr>
          <p:cNvPr id="5" name="Espace réservé du numéro de diapositive 4">
            <a:extLst>
              <a:ext uri="{FF2B5EF4-FFF2-40B4-BE49-F238E27FC236}">
                <a16:creationId xmlns:a16="http://schemas.microsoft.com/office/drawing/2014/main" id="{5B0719AF-9D4A-3647-6211-808C2AC97000}"/>
              </a:ext>
            </a:extLst>
          </p:cNvPr>
          <p:cNvSpPr>
            <a:spLocks noGrp="1"/>
          </p:cNvSpPr>
          <p:nvPr>
            <p:ph type="sldNum" sz="quarter" idx="12"/>
          </p:nvPr>
        </p:nvSpPr>
        <p:spPr/>
        <p:txBody>
          <a:bodyPr/>
          <a:lstStyle/>
          <a:p>
            <a:fld id="{C4B8AC06-870A-4C43-8EB6-F7945B1E9F37}" type="slidenum">
              <a:rPr lang="fr-FR" smtClean="0"/>
              <a:t>41</a:t>
            </a:fld>
            <a:endParaRPr lang="fr-FR"/>
          </a:p>
        </p:txBody>
      </p:sp>
      <p:sp>
        <p:nvSpPr>
          <p:cNvPr id="6" name="ZoneTexte 5">
            <a:extLst>
              <a:ext uri="{FF2B5EF4-FFF2-40B4-BE49-F238E27FC236}">
                <a16:creationId xmlns:a16="http://schemas.microsoft.com/office/drawing/2014/main" id="{631CB5A0-6A40-A032-345A-FBF3A25FD09B}"/>
              </a:ext>
            </a:extLst>
          </p:cNvPr>
          <p:cNvSpPr txBox="1"/>
          <p:nvPr/>
        </p:nvSpPr>
        <p:spPr>
          <a:xfrm>
            <a:off x="4774440" y="94283"/>
            <a:ext cx="4744464" cy="338554"/>
          </a:xfrm>
          <a:prstGeom prst="rect">
            <a:avLst/>
          </a:prstGeom>
          <a:noFill/>
        </p:spPr>
        <p:txBody>
          <a:bodyPr wrap="square">
            <a:spAutoFit/>
          </a:bodyPr>
          <a:lstStyle/>
          <a:p>
            <a:pPr algn="ctr"/>
            <a:r>
              <a:rPr lang="fr-FR" sz="1600" b="1" dirty="0">
                <a:solidFill>
                  <a:schemeClr val="bg1"/>
                </a:solidFill>
                <a:latin typeface="Calibri" panose="020F0502020204030204" pitchFamily="34" charset="0"/>
                <a:ea typeface="Calibri" panose="020F0502020204030204" pitchFamily="34" charset="0"/>
                <a:cs typeface="Calibri" panose="020F0502020204030204" pitchFamily="34" charset="0"/>
              </a:rPr>
              <a:t>6. Déploiement et formation</a:t>
            </a:r>
          </a:p>
        </p:txBody>
      </p:sp>
      <p:graphicFrame>
        <p:nvGraphicFramePr>
          <p:cNvPr id="7" name="Tableau 6">
            <a:extLst>
              <a:ext uri="{FF2B5EF4-FFF2-40B4-BE49-F238E27FC236}">
                <a16:creationId xmlns:a16="http://schemas.microsoft.com/office/drawing/2014/main" id="{E47B6974-2698-BF5C-B8CA-3CB8FEC60DBA}"/>
              </a:ext>
            </a:extLst>
          </p:cNvPr>
          <p:cNvGraphicFramePr>
            <a:graphicFrameLocks noGrp="1"/>
          </p:cNvGraphicFramePr>
          <p:nvPr>
            <p:extLst>
              <p:ext uri="{D42A27DB-BD31-4B8C-83A1-F6EECF244321}">
                <p14:modId xmlns:p14="http://schemas.microsoft.com/office/powerpoint/2010/main" val="410977320"/>
              </p:ext>
            </p:extLst>
          </p:nvPr>
        </p:nvGraphicFramePr>
        <p:xfrm>
          <a:off x="2310842" y="1417936"/>
          <a:ext cx="9881160" cy="4158968"/>
        </p:xfrm>
        <a:graphic>
          <a:graphicData uri="http://schemas.openxmlformats.org/drawingml/2006/table">
            <a:tbl>
              <a:tblPr/>
              <a:tblGrid>
                <a:gridCol w="1976232">
                  <a:extLst>
                    <a:ext uri="{9D8B030D-6E8A-4147-A177-3AD203B41FA5}">
                      <a16:colId xmlns:a16="http://schemas.microsoft.com/office/drawing/2014/main" val="2742615822"/>
                    </a:ext>
                  </a:extLst>
                </a:gridCol>
                <a:gridCol w="1976232">
                  <a:extLst>
                    <a:ext uri="{9D8B030D-6E8A-4147-A177-3AD203B41FA5}">
                      <a16:colId xmlns:a16="http://schemas.microsoft.com/office/drawing/2014/main" val="1826040565"/>
                    </a:ext>
                  </a:extLst>
                </a:gridCol>
                <a:gridCol w="1976232">
                  <a:extLst>
                    <a:ext uri="{9D8B030D-6E8A-4147-A177-3AD203B41FA5}">
                      <a16:colId xmlns:a16="http://schemas.microsoft.com/office/drawing/2014/main" val="455032465"/>
                    </a:ext>
                  </a:extLst>
                </a:gridCol>
                <a:gridCol w="1976232">
                  <a:extLst>
                    <a:ext uri="{9D8B030D-6E8A-4147-A177-3AD203B41FA5}">
                      <a16:colId xmlns:a16="http://schemas.microsoft.com/office/drawing/2014/main" val="40302119"/>
                    </a:ext>
                  </a:extLst>
                </a:gridCol>
                <a:gridCol w="1976232">
                  <a:extLst>
                    <a:ext uri="{9D8B030D-6E8A-4147-A177-3AD203B41FA5}">
                      <a16:colId xmlns:a16="http://schemas.microsoft.com/office/drawing/2014/main" val="1423957214"/>
                    </a:ext>
                  </a:extLst>
                </a:gridCol>
              </a:tblGrid>
              <a:tr h="357944">
                <a:tc>
                  <a:txBody>
                    <a:bodyPr/>
                    <a:lstStyle/>
                    <a:p>
                      <a:pPr algn="ctr" fontAlgn="ctr"/>
                      <a:r>
                        <a:rPr lang="fr-FR" sz="1100" b="1" i="0" u="none" strike="noStrike">
                          <a:solidFill>
                            <a:srgbClr val="000000"/>
                          </a:solidFill>
                          <a:effectLst/>
                          <a:latin typeface="Calibri" panose="020F0502020204030204" pitchFamily="34" charset="0"/>
                        </a:rPr>
                        <a:t>Prestation</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fr-FR" sz="1100" b="1" i="0" u="none" strike="noStrike">
                          <a:solidFill>
                            <a:srgbClr val="000000"/>
                          </a:solidFill>
                          <a:effectLst/>
                          <a:latin typeface="Calibri" panose="020F0502020204030204" pitchFamily="34" charset="0"/>
                        </a:rPr>
                        <a:t>Description</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fr-FR" sz="1100" b="1" i="0" u="none" strike="noStrike">
                          <a:solidFill>
                            <a:srgbClr val="000000"/>
                          </a:solidFill>
                          <a:effectLst/>
                          <a:latin typeface="Calibri" panose="020F0502020204030204" pitchFamily="34" charset="0"/>
                        </a:rPr>
                        <a:t>Durée Estimée </a:t>
                      </a:r>
                      <a:r>
                        <a:rPr lang="fr-FR" sz="1100" b="0" i="0" u="none" strike="noStrike">
                          <a:solidFill>
                            <a:srgbClr val="000000"/>
                          </a:solidFill>
                          <a:effectLst/>
                          <a:latin typeface="Calibri" panose="020F0502020204030204" pitchFamily="34" charset="0"/>
                        </a:rPr>
                        <a:t>(en heure)</a:t>
                      </a:r>
                      <a:endParaRPr lang="fr-FR" sz="1100" b="1" i="0" u="none" strike="noStrike">
                        <a:solidFill>
                          <a:srgbClr val="000000"/>
                        </a:solidFill>
                        <a:effectLst/>
                        <a:latin typeface="Calibri" panose="020F05020202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fr-FR" sz="1100" b="1" i="0" u="none" strike="noStrike">
                          <a:solidFill>
                            <a:srgbClr val="000000"/>
                          </a:solidFill>
                          <a:effectLst/>
                          <a:latin typeface="Calibri" panose="020F0502020204030204" pitchFamily="34" charset="0"/>
                        </a:rPr>
                        <a:t>Tarif Horaire (€)</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fr-FR" sz="1100" b="1" i="0" u="none" strike="noStrike">
                          <a:solidFill>
                            <a:srgbClr val="000000"/>
                          </a:solidFill>
                          <a:effectLst/>
                          <a:latin typeface="Calibri" panose="020F0502020204030204" pitchFamily="34" charset="0"/>
                        </a:rPr>
                        <a:t>Coût Total (€)</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99619185"/>
                  </a:ext>
                </a:extLst>
              </a:tr>
              <a:tr h="681798">
                <a:tc>
                  <a:txBody>
                    <a:bodyPr/>
                    <a:lstStyle/>
                    <a:p>
                      <a:pPr algn="ctr" fontAlgn="ctr"/>
                      <a:r>
                        <a:rPr lang="fr-FR" sz="1100" b="1" i="0" u="none" strike="noStrike">
                          <a:solidFill>
                            <a:srgbClr val="000000"/>
                          </a:solidFill>
                          <a:effectLst/>
                          <a:latin typeface="Calibri" panose="020F0502020204030204" pitchFamily="34" charset="0"/>
                        </a:rPr>
                        <a:t>Déploiement Informatique Système</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FR" sz="1100" b="0" i="0" u="none" strike="noStrike">
                          <a:solidFill>
                            <a:srgbClr val="000000"/>
                          </a:solidFill>
                          <a:effectLst/>
                          <a:latin typeface="Calibri" panose="020F0502020204030204" pitchFamily="34" charset="0"/>
                        </a:rPr>
                        <a:t>Installation des PC, configuration des postes</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FR" sz="1100" b="0" i="0" u="none" strike="noStrike">
                          <a:solidFill>
                            <a:srgbClr val="000000"/>
                          </a:solidFill>
                          <a:effectLst/>
                          <a:latin typeface="Calibri" panose="020F0502020204030204" pitchFamily="34" charset="0"/>
                        </a:rPr>
                        <a:t>75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FR" sz="1100" b="0" i="0" u="none" strike="noStrike">
                          <a:solidFill>
                            <a:srgbClr val="000000"/>
                          </a:solidFill>
                          <a:effectLst/>
                          <a:latin typeface="Calibri" panose="020F0502020204030204" pitchFamily="34" charset="0"/>
                        </a:rPr>
                        <a:t>500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FR" sz="1100" b="1" i="0" u="none" strike="noStrike">
                          <a:solidFill>
                            <a:srgbClr val="000000"/>
                          </a:solidFill>
                          <a:effectLst/>
                          <a:latin typeface="Calibri" panose="020F0502020204030204" pitchFamily="34" charset="0"/>
                        </a:rPr>
                        <a:t>37 500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01866020"/>
                  </a:ext>
                </a:extLst>
              </a:tr>
              <a:tr h="681798">
                <a:tc>
                  <a:txBody>
                    <a:bodyPr/>
                    <a:lstStyle/>
                    <a:p>
                      <a:pPr algn="ctr" fontAlgn="ctr"/>
                      <a:r>
                        <a:rPr lang="fr-FR" sz="1100" b="1" i="0" u="none" strike="noStrike">
                          <a:solidFill>
                            <a:srgbClr val="000000"/>
                          </a:solidFill>
                          <a:effectLst/>
                          <a:latin typeface="Calibri" panose="020F0502020204030204" pitchFamily="34" charset="0"/>
                        </a:rPr>
                        <a:t>Déploiement Réseau</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FR" sz="1100" b="0" i="0" u="none" strike="noStrike">
                          <a:solidFill>
                            <a:srgbClr val="000000"/>
                          </a:solidFill>
                          <a:effectLst/>
                          <a:latin typeface="Calibri" panose="020F0502020204030204" pitchFamily="34" charset="0"/>
                        </a:rPr>
                        <a:t>Configuration des switches, routeurs, firewall</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FR" sz="1100" b="0" i="0" u="none" strike="noStrike">
                          <a:solidFill>
                            <a:srgbClr val="000000"/>
                          </a:solidFill>
                          <a:effectLst/>
                          <a:latin typeface="Calibri" panose="020F0502020204030204" pitchFamily="34" charset="0"/>
                        </a:rPr>
                        <a:t>60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FR" sz="1100" b="0" i="0" u="none" strike="noStrike">
                          <a:solidFill>
                            <a:srgbClr val="000000"/>
                          </a:solidFill>
                          <a:effectLst/>
                          <a:latin typeface="Calibri" panose="020F0502020204030204" pitchFamily="34" charset="0"/>
                        </a:rPr>
                        <a:t>350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FR" sz="1100" b="1" i="0" u="none" strike="noStrike">
                          <a:solidFill>
                            <a:srgbClr val="000000"/>
                          </a:solidFill>
                          <a:effectLst/>
                          <a:latin typeface="Calibri" panose="020F0502020204030204" pitchFamily="34" charset="0"/>
                        </a:rPr>
                        <a:t>21 000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00240011"/>
                  </a:ext>
                </a:extLst>
              </a:tr>
              <a:tr h="681798">
                <a:tc>
                  <a:txBody>
                    <a:bodyPr/>
                    <a:lstStyle/>
                    <a:p>
                      <a:pPr algn="ctr" fontAlgn="ctr"/>
                      <a:r>
                        <a:rPr lang="fr-FR" sz="1100" b="1" i="0" u="none" strike="noStrike">
                          <a:solidFill>
                            <a:srgbClr val="000000"/>
                          </a:solidFill>
                          <a:effectLst/>
                          <a:latin typeface="Calibri" panose="020F0502020204030204" pitchFamily="34" charset="0"/>
                        </a:rPr>
                        <a:t>Déploiement Cloud</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FR" sz="1100" b="0" i="0" u="none" strike="noStrike">
                          <a:solidFill>
                            <a:srgbClr val="000000"/>
                          </a:solidFill>
                          <a:effectLst/>
                          <a:latin typeface="Calibri" panose="020F0502020204030204" pitchFamily="34" charset="0"/>
                        </a:rPr>
                        <a:t>Configuration des VM, migration des données</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FR" sz="1100" b="0" i="0" u="none" strike="noStrike">
                          <a:solidFill>
                            <a:srgbClr val="000000"/>
                          </a:solidFill>
                          <a:effectLst/>
                          <a:latin typeface="Calibri" panose="020F0502020204030204" pitchFamily="34" charset="0"/>
                        </a:rPr>
                        <a:t>50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FR" sz="1100" b="0" i="0" u="none" strike="noStrike">
                          <a:solidFill>
                            <a:srgbClr val="000000"/>
                          </a:solidFill>
                          <a:effectLst/>
                          <a:latin typeface="Calibri" panose="020F0502020204030204" pitchFamily="34" charset="0"/>
                        </a:rPr>
                        <a:t>200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FR" sz="1100" b="1" i="0" u="none" strike="noStrike">
                          <a:solidFill>
                            <a:srgbClr val="000000"/>
                          </a:solidFill>
                          <a:effectLst/>
                          <a:latin typeface="Calibri" panose="020F0502020204030204" pitchFamily="34" charset="0"/>
                        </a:rPr>
                        <a:t>10 000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37690490"/>
                  </a:ext>
                </a:extLst>
              </a:tr>
              <a:tr h="681798">
                <a:tc>
                  <a:txBody>
                    <a:bodyPr/>
                    <a:lstStyle/>
                    <a:p>
                      <a:pPr algn="ctr" fontAlgn="ctr"/>
                      <a:r>
                        <a:rPr lang="fr-FR" sz="1100" b="1" i="0" u="none" strike="noStrike">
                          <a:solidFill>
                            <a:srgbClr val="000000"/>
                          </a:solidFill>
                          <a:effectLst/>
                          <a:latin typeface="Calibri" panose="020F0502020204030204" pitchFamily="34" charset="0"/>
                        </a:rPr>
                        <a:t>Déploiement Industriel</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FR" sz="1100" b="0" i="0" u="none" strike="noStrike">
                          <a:solidFill>
                            <a:srgbClr val="000000"/>
                          </a:solidFill>
                          <a:effectLst/>
                          <a:latin typeface="Calibri" panose="020F0502020204030204" pitchFamily="34" charset="0"/>
                        </a:rPr>
                        <a:t>Installation des automates, écrans tactiles</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FR" sz="1100" b="0" i="0" u="none" strike="noStrike">
                          <a:solidFill>
                            <a:srgbClr val="000000"/>
                          </a:solidFill>
                          <a:effectLst/>
                          <a:latin typeface="Calibri" panose="020F0502020204030204" pitchFamily="34" charset="0"/>
                        </a:rPr>
                        <a:t>45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FR" sz="1100" b="0" i="0" u="none" strike="noStrike">
                          <a:solidFill>
                            <a:srgbClr val="000000"/>
                          </a:solidFill>
                          <a:effectLst/>
                          <a:latin typeface="Calibri" panose="020F0502020204030204" pitchFamily="34" charset="0"/>
                        </a:rPr>
                        <a:t>200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fr-FR" sz="1100" b="1" i="0" u="none" strike="noStrike">
                          <a:solidFill>
                            <a:srgbClr val="000000"/>
                          </a:solidFill>
                          <a:effectLst/>
                          <a:latin typeface="Calibri" panose="020F0502020204030204" pitchFamily="34" charset="0"/>
                        </a:rPr>
                        <a:t>9 000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96537062"/>
                  </a:ext>
                </a:extLst>
              </a:tr>
              <a:tr h="698843">
                <a:tc>
                  <a:txBody>
                    <a:bodyPr/>
                    <a:lstStyle/>
                    <a:p>
                      <a:pPr algn="ctr" fontAlgn="ctr"/>
                      <a:r>
                        <a:rPr lang="fr-FR" sz="1100" b="1" i="0" u="none" strike="noStrike">
                          <a:solidFill>
                            <a:srgbClr val="000000"/>
                          </a:solidFill>
                          <a:effectLst/>
                          <a:latin typeface="Calibri" panose="020F0502020204030204" pitchFamily="34" charset="0"/>
                        </a:rPr>
                        <a:t>Formation des Utilisateurs</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fr-FR" sz="1100" b="0" i="0" u="none" strike="noStrike">
                          <a:solidFill>
                            <a:srgbClr val="000000"/>
                          </a:solidFill>
                          <a:effectLst/>
                          <a:latin typeface="Calibri" panose="020F0502020204030204" pitchFamily="34" charset="0"/>
                        </a:rPr>
                        <a:t>Formation bureautique, cloud, outils industriels</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fr-FR" sz="1100" b="0" i="0" u="none" strike="noStrike">
                          <a:solidFill>
                            <a:srgbClr val="000000"/>
                          </a:solidFill>
                          <a:effectLst/>
                          <a:latin typeface="Calibri" panose="020F0502020204030204" pitchFamily="34" charset="0"/>
                        </a:rPr>
                        <a:t>40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fr-FR" sz="1100" b="0" i="0" u="none" strike="noStrike">
                          <a:solidFill>
                            <a:srgbClr val="000000"/>
                          </a:solidFill>
                          <a:effectLst/>
                          <a:latin typeface="Calibri" panose="020F0502020204030204" pitchFamily="34" charset="0"/>
                        </a:rPr>
                        <a:t>150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fr-FR" sz="1100" b="1" i="0" u="none" strike="noStrike">
                          <a:solidFill>
                            <a:srgbClr val="000000"/>
                          </a:solidFill>
                          <a:effectLst/>
                          <a:latin typeface="Calibri" panose="020F0502020204030204" pitchFamily="34" charset="0"/>
                        </a:rPr>
                        <a:t>6 000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91246435"/>
                  </a:ext>
                </a:extLst>
              </a:tr>
              <a:tr h="374989">
                <a:tc>
                  <a:txBody>
                    <a:bodyPr/>
                    <a:lstStyle/>
                    <a:p>
                      <a:pPr algn="ctr" fontAlgn="ctr"/>
                      <a:endParaRPr lang="fr-FR" sz="1100" b="0" i="0" u="none" strike="noStrike">
                        <a:solidFill>
                          <a:srgbClr val="000000"/>
                        </a:solidFill>
                        <a:effectLst/>
                        <a:latin typeface="Calibri" panose="020F0502020204030204" pitchFamily="34" charset="0"/>
                      </a:endParaRP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ctr" fontAlgn="ctr"/>
                      <a:endParaRPr lang="fr-FR" sz="1100" b="0" i="0" u="none" strike="noStrike">
                        <a:solidFill>
                          <a:srgbClr val="000000"/>
                        </a:solidFill>
                        <a:effectLst/>
                        <a:latin typeface="Calibri" panose="020F0502020204030204" pitchFamily="34" charset="0"/>
                      </a:endParaRP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ctr" fontAlgn="ctr"/>
                      <a:endParaRPr lang="fr-FR" sz="1100" b="0" i="0" u="none" strike="noStrike">
                        <a:solidFill>
                          <a:srgbClr val="000000"/>
                        </a:solidFill>
                        <a:effectLst/>
                        <a:latin typeface="Calibri" panose="020F0502020204030204" pitchFamily="34" charset="0"/>
                      </a:endParaRPr>
                    </a:p>
                  </a:txBody>
                  <a:tcPr marL="9525" marR="9525" marT="9525"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ctr" fontAlgn="ctr"/>
                      <a:r>
                        <a:rPr lang="fr-FR" sz="1200" b="1" i="0" u="none" strike="noStrike">
                          <a:solidFill>
                            <a:srgbClr val="000000"/>
                          </a:solidFill>
                          <a:effectLst/>
                          <a:latin typeface="Calibri" panose="020F0502020204030204" pitchFamily="34" charset="0"/>
                        </a:rPr>
                        <a:t>TOTAL</a:t>
                      </a:r>
                    </a:p>
                  </a:txBody>
                  <a:tcPr marL="9525" marR="9525" marT="9525"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fr-FR" sz="1200" b="1" i="0" u="none" strike="noStrike" dirty="0">
                          <a:solidFill>
                            <a:srgbClr val="000000"/>
                          </a:solidFill>
                          <a:effectLst/>
                          <a:latin typeface="Calibri" panose="020F0502020204030204" pitchFamily="34" charset="0"/>
                        </a:rPr>
                        <a:t>83 500</a:t>
                      </a:r>
                    </a:p>
                  </a:txBody>
                  <a:tcPr marL="9525" marR="9525" marT="9525"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00245946"/>
                  </a:ext>
                </a:extLst>
              </a:tr>
            </a:tbl>
          </a:graphicData>
        </a:graphic>
      </p:graphicFrame>
      <p:sp>
        <p:nvSpPr>
          <p:cNvPr id="35" name="ZoneTexte 34">
            <a:extLst>
              <a:ext uri="{FF2B5EF4-FFF2-40B4-BE49-F238E27FC236}">
                <a16:creationId xmlns:a16="http://schemas.microsoft.com/office/drawing/2014/main" id="{8F3BFF65-7DEB-DE6C-F191-885F9E926091}"/>
              </a:ext>
            </a:extLst>
          </p:cNvPr>
          <p:cNvSpPr txBox="1"/>
          <p:nvPr/>
        </p:nvSpPr>
        <p:spPr>
          <a:xfrm>
            <a:off x="-36845" y="2433036"/>
            <a:ext cx="189224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1. Introduction &amp; Contexte</a:t>
            </a:r>
          </a:p>
        </p:txBody>
      </p:sp>
      <p:sp>
        <p:nvSpPr>
          <p:cNvPr id="36" name="ZoneTexte 35">
            <a:extLst>
              <a:ext uri="{FF2B5EF4-FFF2-40B4-BE49-F238E27FC236}">
                <a16:creationId xmlns:a16="http://schemas.microsoft.com/office/drawing/2014/main" id="{B466BBAD-6B81-99CC-88D2-FDBA0BB50F97}"/>
              </a:ext>
            </a:extLst>
          </p:cNvPr>
          <p:cNvSpPr txBox="1"/>
          <p:nvPr/>
        </p:nvSpPr>
        <p:spPr>
          <a:xfrm>
            <a:off x="-32814" y="2711031"/>
            <a:ext cx="177119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2. L’existant &amp; Limitations</a:t>
            </a:r>
          </a:p>
        </p:txBody>
      </p:sp>
      <p:sp>
        <p:nvSpPr>
          <p:cNvPr id="37" name="ZoneTexte 36">
            <a:extLst>
              <a:ext uri="{FF2B5EF4-FFF2-40B4-BE49-F238E27FC236}">
                <a16:creationId xmlns:a16="http://schemas.microsoft.com/office/drawing/2014/main" id="{FE4FD5E7-1070-99A1-D3FF-9B664822CB1B}"/>
              </a:ext>
            </a:extLst>
          </p:cNvPr>
          <p:cNvSpPr txBox="1"/>
          <p:nvPr/>
        </p:nvSpPr>
        <p:spPr>
          <a:xfrm>
            <a:off x="-32817" y="2988030"/>
            <a:ext cx="136191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3. Note de cadrage</a:t>
            </a:r>
          </a:p>
        </p:txBody>
      </p:sp>
      <p:sp>
        <p:nvSpPr>
          <p:cNvPr id="38" name="ZoneTexte 37">
            <a:extLst>
              <a:ext uri="{FF2B5EF4-FFF2-40B4-BE49-F238E27FC236}">
                <a16:creationId xmlns:a16="http://schemas.microsoft.com/office/drawing/2014/main" id="{D6A14EE3-DABF-66F4-FC1E-89E5F8A8DCA9}"/>
              </a:ext>
            </a:extLst>
          </p:cNvPr>
          <p:cNvSpPr txBox="1"/>
          <p:nvPr/>
        </p:nvSpPr>
        <p:spPr>
          <a:xfrm>
            <a:off x="-32816" y="3265029"/>
            <a:ext cx="155702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4. Analyse des risques</a:t>
            </a:r>
          </a:p>
        </p:txBody>
      </p:sp>
      <p:sp>
        <p:nvSpPr>
          <p:cNvPr id="39" name="ZoneTexte 38">
            <a:extLst>
              <a:ext uri="{FF2B5EF4-FFF2-40B4-BE49-F238E27FC236}">
                <a16:creationId xmlns:a16="http://schemas.microsoft.com/office/drawing/2014/main" id="{DC076BF8-66E3-D82A-1219-6C5641A7E9F2}"/>
              </a:ext>
            </a:extLst>
          </p:cNvPr>
          <p:cNvSpPr txBox="1"/>
          <p:nvPr/>
        </p:nvSpPr>
        <p:spPr>
          <a:xfrm>
            <a:off x="-17181" y="3542028"/>
            <a:ext cx="1063304"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5. Nouveau SI</a:t>
            </a:r>
          </a:p>
        </p:txBody>
      </p:sp>
      <p:sp>
        <p:nvSpPr>
          <p:cNvPr id="40" name="ZoneTexte 39">
            <a:extLst>
              <a:ext uri="{FF2B5EF4-FFF2-40B4-BE49-F238E27FC236}">
                <a16:creationId xmlns:a16="http://schemas.microsoft.com/office/drawing/2014/main" id="{D3EF3D9F-ABA0-F5A0-6F06-D4CA66066BB1}"/>
              </a:ext>
            </a:extLst>
          </p:cNvPr>
          <p:cNvSpPr txBox="1"/>
          <p:nvPr/>
        </p:nvSpPr>
        <p:spPr>
          <a:xfrm>
            <a:off x="299673" y="3815001"/>
            <a:ext cx="2012346" cy="276999"/>
          </a:xfrm>
          <a:prstGeom prst="rect">
            <a:avLst/>
          </a:prstGeom>
          <a:noFill/>
        </p:spPr>
        <p:txBody>
          <a:bodyPr wrap="none" rtlCol="0">
            <a:spAutoFit/>
          </a:bodyPr>
          <a:lstStyle/>
          <a:p>
            <a:r>
              <a:rPr lang="fr-FR" sz="1200" b="1" dirty="0">
                <a:solidFill>
                  <a:srgbClr val="C00000"/>
                </a:solidFill>
                <a:latin typeface="Calibri" panose="020F0502020204030204" pitchFamily="34" charset="0"/>
                <a:ea typeface="Calibri" panose="020F0502020204030204" pitchFamily="34" charset="0"/>
                <a:cs typeface="Calibri" panose="020F0502020204030204" pitchFamily="34" charset="0"/>
              </a:rPr>
              <a:t>6. Déploiement et formation</a:t>
            </a:r>
          </a:p>
        </p:txBody>
      </p:sp>
      <p:sp>
        <p:nvSpPr>
          <p:cNvPr id="41" name="ZoneTexte 40">
            <a:extLst>
              <a:ext uri="{FF2B5EF4-FFF2-40B4-BE49-F238E27FC236}">
                <a16:creationId xmlns:a16="http://schemas.microsoft.com/office/drawing/2014/main" id="{ED16A15A-BE25-A523-F99E-1393EDFD9FFB}"/>
              </a:ext>
            </a:extLst>
          </p:cNvPr>
          <p:cNvSpPr txBox="1"/>
          <p:nvPr/>
        </p:nvSpPr>
        <p:spPr>
          <a:xfrm>
            <a:off x="-13697" y="4098017"/>
            <a:ext cx="1845955"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7. Contrat de maintenance</a:t>
            </a:r>
          </a:p>
        </p:txBody>
      </p:sp>
    </p:spTree>
    <p:extLst>
      <p:ext uri="{BB962C8B-B14F-4D97-AF65-F5344CB8AC3E}">
        <p14:creationId xmlns:p14="http://schemas.microsoft.com/office/powerpoint/2010/main" val="37799140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89F54-1004-4F70-77D2-479AD4D43F2B}"/>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F8C8EB6A-1015-C402-8511-90182DBCE73F}"/>
              </a:ext>
            </a:extLst>
          </p:cNvPr>
          <p:cNvSpPr>
            <a:spLocks noGrp="1"/>
          </p:cNvSpPr>
          <p:nvPr>
            <p:ph type="dt" sz="half" idx="10"/>
          </p:nvPr>
        </p:nvSpPr>
        <p:spPr/>
        <p:txBody>
          <a:bodyPr/>
          <a:lstStyle/>
          <a:p>
            <a:fld id="{71A39EF6-AF95-4ACF-B35E-ACB6264B09CC}" type="datetime1">
              <a:rPr lang="fr-FR" smtClean="0"/>
              <a:t>04/03/2025</a:t>
            </a:fld>
            <a:endParaRPr lang="fr-FR"/>
          </a:p>
        </p:txBody>
      </p:sp>
      <p:sp>
        <p:nvSpPr>
          <p:cNvPr id="5" name="Espace réservé du numéro de diapositive 4">
            <a:extLst>
              <a:ext uri="{FF2B5EF4-FFF2-40B4-BE49-F238E27FC236}">
                <a16:creationId xmlns:a16="http://schemas.microsoft.com/office/drawing/2014/main" id="{5B77F269-102E-B0E7-6AB8-80BB65ECCFF3}"/>
              </a:ext>
            </a:extLst>
          </p:cNvPr>
          <p:cNvSpPr>
            <a:spLocks noGrp="1"/>
          </p:cNvSpPr>
          <p:nvPr>
            <p:ph type="sldNum" sz="quarter" idx="12"/>
          </p:nvPr>
        </p:nvSpPr>
        <p:spPr/>
        <p:txBody>
          <a:bodyPr/>
          <a:lstStyle/>
          <a:p>
            <a:fld id="{C4B8AC06-870A-4C43-8EB6-F7945B1E9F37}" type="slidenum">
              <a:rPr lang="fr-FR" smtClean="0"/>
              <a:t>42</a:t>
            </a:fld>
            <a:endParaRPr lang="fr-FR"/>
          </a:p>
        </p:txBody>
      </p:sp>
      <p:sp>
        <p:nvSpPr>
          <p:cNvPr id="6" name="ZoneTexte 5">
            <a:extLst>
              <a:ext uri="{FF2B5EF4-FFF2-40B4-BE49-F238E27FC236}">
                <a16:creationId xmlns:a16="http://schemas.microsoft.com/office/drawing/2014/main" id="{3B527504-ADB8-4311-E8EC-71CC11EE57C7}"/>
              </a:ext>
            </a:extLst>
          </p:cNvPr>
          <p:cNvSpPr txBox="1"/>
          <p:nvPr/>
        </p:nvSpPr>
        <p:spPr>
          <a:xfrm>
            <a:off x="4774440" y="94283"/>
            <a:ext cx="4744464" cy="338554"/>
          </a:xfrm>
          <a:prstGeom prst="rect">
            <a:avLst/>
          </a:prstGeom>
          <a:noFill/>
        </p:spPr>
        <p:txBody>
          <a:bodyPr wrap="square">
            <a:spAutoFit/>
          </a:bodyPr>
          <a:lstStyle/>
          <a:p>
            <a:pPr algn="ctr"/>
            <a:r>
              <a:rPr lang="fr-FR" sz="1600" b="1" dirty="0">
                <a:solidFill>
                  <a:schemeClr val="bg1"/>
                </a:solidFill>
                <a:latin typeface="Calibri" panose="020F0502020204030204" pitchFamily="34" charset="0"/>
                <a:ea typeface="Calibri" panose="020F0502020204030204" pitchFamily="34" charset="0"/>
                <a:cs typeface="Calibri" panose="020F0502020204030204" pitchFamily="34" charset="0"/>
              </a:rPr>
              <a:t>6. Déploiement et formation</a:t>
            </a:r>
          </a:p>
        </p:txBody>
      </p:sp>
      <p:graphicFrame>
        <p:nvGraphicFramePr>
          <p:cNvPr id="7" name="Tableau 6">
            <a:extLst>
              <a:ext uri="{FF2B5EF4-FFF2-40B4-BE49-F238E27FC236}">
                <a16:creationId xmlns:a16="http://schemas.microsoft.com/office/drawing/2014/main" id="{28154CBA-1205-9530-1CD7-17C775205842}"/>
              </a:ext>
            </a:extLst>
          </p:cNvPr>
          <p:cNvGraphicFramePr>
            <a:graphicFrameLocks noGrp="1"/>
          </p:cNvGraphicFramePr>
          <p:nvPr>
            <p:extLst>
              <p:ext uri="{D42A27DB-BD31-4B8C-83A1-F6EECF244321}">
                <p14:modId xmlns:p14="http://schemas.microsoft.com/office/powerpoint/2010/main" val="2488067095"/>
              </p:ext>
            </p:extLst>
          </p:nvPr>
        </p:nvGraphicFramePr>
        <p:xfrm>
          <a:off x="2310844" y="578446"/>
          <a:ext cx="9881156" cy="5433223"/>
        </p:xfrm>
        <a:graphic>
          <a:graphicData uri="http://schemas.openxmlformats.org/drawingml/2006/table">
            <a:tbl>
              <a:tblPr/>
              <a:tblGrid>
                <a:gridCol w="2470289">
                  <a:extLst>
                    <a:ext uri="{9D8B030D-6E8A-4147-A177-3AD203B41FA5}">
                      <a16:colId xmlns:a16="http://schemas.microsoft.com/office/drawing/2014/main" val="1248810150"/>
                    </a:ext>
                  </a:extLst>
                </a:gridCol>
                <a:gridCol w="2470289">
                  <a:extLst>
                    <a:ext uri="{9D8B030D-6E8A-4147-A177-3AD203B41FA5}">
                      <a16:colId xmlns:a16="http://schemas.microsoft.com/office/drawing/2014/main" val="1958114601"/>
                    </a:ext>
                  </a:extLst>
                </a:gridCol>
                <a:gridCol w="2470289">
                  <a:extLst>
                    <a:ext uri="{9D8B030D-6E8A-4147-A177-3AD203B41FA5}">
                      <a16:colId xmlns:a16="http://schemas.microsoft.com/office/drawing/2014/main" val="1325019166"/>
                    </a:ext>
                  </a:extLst>
                </a:gridCol>
                <a:gridCol w="2470289">
                  <a:extLst>
                    <a:ext uri="{9D8B030D-6E8A-4147-A177-3AD203B41FA5}">
                      <a16:colId xmlns:a16="http://schemas.microsoft.com/office/drawing/2014/main" val="3702845152"/>
                    </a:ext>
                  </a:extLst>
                </a:gridCol>
              </a:tblGrid>
              <a:tr h="428700">
                <a:tc>
                  <a:txBody>
                    <a:bodyPr/>
                    <a:lstStyle/>
                    <a:p>
                      <a:pPr algn="l" fontAlgn="ctr"/>
                      <a:r>
                        <a:rPr lang="fr-FR"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Plan de Remédiation</a:t>
                      </a:r>
                    </a:p>
                  </a:txBody>
                  <a:tcPr marL="8444" marR="8444" marT="8444" marB="0" anchor="ctr">
                    <a:lnL>
                      <a:noFill/>
                    </a:lnL>
                    <a:lnR>
                      <a:noFill/>
                    </a:lnR>
                    <a:lnT>
                      <a:noFill/>
                    </a:lnT>
                    <a:lnB>
                      <a:noFill/>
                    </a:lnB>
                    <a:noFill/>
                  </a:tcPr>
                </a:tc>
                <a:tc>
                  <a:txBody>
                    <a:bodyPr/>
                    <a:lstStyle/>
                    <a:p>
                      <a:pPr algn="l" fontAlgn="b"/>
                      <a:endPar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8444" marR="8444" marT="8444" marB="0" anchor="b">
                    <a:lnL>
                      <a:noFill/>
                    </a:lnL>
                    <a:lnR>
                      <a:noFill/>
                    </a:lnR>
                    <a:lnT>
                      <a:noFill/>
                    </a:lnT>
                    <a:lnB>
                      <a:noFill/>
                    </a:lnB>
                    <a:noFill/>
                  </a:tcPr>
                </a:tc>
                <a:tc>
                  <a:txBody>
                    <a:bodyPr/>
                    <a:lstStyle/>
                    <a:p>
                      <a:pPr algn="l" fontAlgn="b"/>
                      <a:endPar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8444" marR="8444" marT="8444" marB="0" anchor="b">
                    <a:lnL>
                      <a:noFill/>
                    </a:lnL>
                    <a:lnR>
                      <a:noFill/>
                    </a:lnR>
                    <a:lnT>
                      <a:noFill/>
                    </a:lnT>
                    <a:lnB>
                      <a:noFill/>
                    </a:lnB>
                    <a:noFill/>
                  </a:tcPr>
                </a:tc>
                <a:tc>
                  <a:txBody>
                    <a:bodyPr/>
                    <a:lstStyle/>
                    <a:p>
                      <a:pPr algn="l" fontAlgn="b"/>
                      <a:endPar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8444" marR="8444" marT="8444" marB="0" anchor="b">
                    <a:lnL>
                      <a:noFill/>
                    </a:lnL>
                    <a:lnR>
                      <a:noFill/>
                    </a:lnR>
                    <a:lnT>
                      <a:noFill/>
                    </a:lnT>
                    <a:lnB>
                      <a:noFill/>
                    </a:lnB>
                    <a:noFill/>
                  </a:tcPr>
                </a:tc>
                <a:extLst>
                  <a:ext uri="{0D108BD9-81ED-4DB2-BD59-A6C34878D82A}">
                    <a16:rowId xmlns:a16="http://schemas.microsoft.com/office/drawing/2014/main" val="1153201891"/>
                  </a:ext>
                </a:extLst>
              </a:tr>
              <a:tr h="204143">
                <a:tc>
                  <a:txBody>
                    <a:bodyPr/>
                    <a:lstStyle/>
                    <a:p>
                      <a:pPr algn="l" fontAlgn="b"/>
                      <a:endPar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8444" marR="8444" marT="8444" marB="0" anchor="b">
                    <a:lnL>
                      <a:noFill/>
                    </a:lnL>
                    <a:lnR>
                      <a:noFill/>
                    </a:lnR>
                    <a:lnT>
                      <a:noFill/>
                    </a:lnT>
                    <a:lnB>
                      <a:noFill/>
                    </a:lnB>
                    <a:noFill/>
                  </a:tcPr>
                </a:tc>
                <a:tc>
                  <a:txBody>
                    <a:bodyPr/>
                    <a:lstStyle/>
                    <a:p>
                      <a:pPr algn="l" fontAlgn="b"/>
                      <a:endPar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8444" marR="8444" marT="8444" marB="0" anchor="b">
                    <a:lnL>
                      <a:noFill/>
                    </a:lnL>
                    <a:lnR>
                      <a:noFill/>
                    </a:lnR>
                    <a:lnT>
                      <a:noFill/>
                    </a:lnT>
                    <a:lnB>
                      <a:noFill/>
                    </a:lnB>
                    <a:noFill/>
                  </a:tcPr>
                </a:tc>
                <a:tc>
                  <a:txBody>
                    <a:bodyPr/>
                    <a:lstStyle/>
                    <a:p>
                      <a:pPr algn="l" fontAlgn="b"/>
                      <a:endPar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8444" marR="8444" marT="8444" marB="0" anchor="b">
                    <a:lnL>
                      <a:noFill/>
                    </a:lnL>
                    <a:lnR>
                      <a:noFill/>
                    </a:lnR>
                    <a:lnT>
                      <a:noFill/>
                    </a:lnT>
                    <a:lnB>
                      <a:noFill/>
                    </a:lnB>
                    <a:noFill/>
                  </a:tcPr>
                </a:tc>
                <a:tc>
                  <a:txBody>
                    <a:bodyPr/>
                    <a:lstStyle/>
                    <a:p>
                      <a:pPr algn="l" fontAlgn="b"/>
                      <a:endPar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8444" marR="8444" marT="8444" marB="0" anchor="b">
                    <a:lnL>
                      <a:noFill/>
                    </a:lnL>
                    <a:lnR>
                      <a:noFill/>
                    </a:lnR>
                    <a:lnT>
                      <a:noFill/>
                    </a:lnT>
                    <a:lnB>
                      <a:noFill/>
                    </a:lnB>
                    <a:noFill/>
                  </a:tcPr>
                </a:tc>
                <a:extLst>
                  <a:ext uri="{0D108BD9-81ED-4DB2-BD59-A6C34878D82A}">
                    <a16:rowId xmlns:a16="http://schemas.microsoft.com/office/drawing/2014/main" val="1407073082"/>
                  </a:ext>
                </a:extLst>
              </a:tr>
              <a:tr h="612429">
                <a:tc>
                  <a:txBody>
                    <a:bodyPr/>
                    <a:lstStyle/>
                    <a:p>
                      <a:pPr algn="ctr" fontAlgn="ctr"/>
                      <a:r>
                        <a:rPr lang="fr-FR"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Risque / Incident</a:t>
                      </a:r>
                    </a:p>
                  </a:txBody>
                  <a:tcPr marL="8444" marR="8444" marT="8444" marB="0" anchor="ctr">
                    <a:lnL>
                      <a:noFill/>
                    </a:lnL>
                    <a:lnR>
                      <a:noFill/>
                    </a:lnR>
                    <a:lnT>
                      <a:noFill/>
                    </a:lnT>
                    <a:lnB>
                      <a:noFill/>
                    </a:lnB>
                    <a:noFill/>
                  </a:tcPr>
                </a:tc>
                <a:tc>
                  <a:txBody>
                    <a:bodyPr/>
                    <a:lstStyle/>
                    <a:p>
                      <a:pPr algn="ctr" fontAlgn="ctr"/>
                      <a:r>
                        <a:rPr lang="fr-FR"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Impact Potentiel</a:t>
                      </a:r>
                    </a:p>
                  </a:txBody>
                  <a:tcPr marL="8444" marR="8444" marT="8444" marB="0" anchor="ctr">
                    <a:lnL>
                      <a:noFill/>
                    </a:lnL>
                    <a:lnR>
                      <a:noFill/>
                    </a:lnR>
                    <a:lnT>
                      <a:noFill/>
                    </a:lnT>
                    <a:lnB>
                      <a:noFill/>
                    </a:lnB>
                    <a:noFill/>
                  </a:tcPr>
                </a:tc>
                <a:tc>
                  <a:txBody>
                    <a:bodyPr/>
                    <a:lstStyle/>
                    <a:p>
                      <a:pPr algn="ctr" fontAlgn="ctr"/>
                      <a:r>
                        <a:rPr lang="fr-FR"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Actions de Remédiation</a:t>
                      </a:r>
                    </a:p>
                  </a:txBody>
                  <a:tcPr marL="8444" marR="8444" marT="8444" marB="0" anchor="ctr">
                    <a:lnL>
                      <a:noFill/>
                    </a:lnL>
                    <a:lnR>
                      <a:noFill/>
                    </a:lnR>
                    <a:lnT>
                      <a:noFill/>
                    </a:lnT>
                    <a:lnB>
                      <a:noFill/>
                    </a:lnB>
                    <a:noFill/>
                  </a:tcPr>
                </a:tc>
                <a:tc>
                  <a:txBody>
                    <a:bodyPr/>
                    <a:lstStyle/>
                    <a:p>
                      <a:pPr algn="ctr" fontAlgn="ctr"/>
                      <a:r>
                        <a:rPr lang="fr-FR"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Résultat Attendu</a:t>
                      </a:r>
                    </a:p>
                  </a:txBody>
                  <a:tcPr marL="8444" marR="8444" marT="8444" marB="0" anchor="ctr">
                    <a:lnL>
                      <a:noFill/>
                    </a:lnL>
                    <a:lnR>
                      <a:noFill/>
                    </a:lnR>
                    <a:lnT>
                      <a:noFill/>
                    </a:lnT>
                    <a:lnB>
                      <a:noFill/>
                    </a:lnB>
                    <a:noFill/>
                  </a:tcPr>
                </a:tc>
                <a:extLst>
                  <a:ext uri="{0D108BD9-81ED-4DB2-BD59-A6C34878D82A}">
                    <a16:rowId xmlns:a16="http://schemas.microsoft.com/office/drawing/2014/main" val="1695163442"/>
                  </a:ext>
                </a:extLst>
              </a:tr>
              <a:tr h="612429">
                <a:tc rowSpan="3">
                  <a:txBody>
                    <a:bodyPr/>
                    <a:lstStyle/>
                    <a:p>
                      <a:pPr algn="l" fontAlgn="ctr"/>
                      <a:r>
                        <a:rPr lang="fr-FR"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Échec de la migration des serveurs vers Windows Server 2022</a:t>
                      </a:r>
                    </a:p>
                  </a:txBody>
                  <a:tcPr marL="8444" marR="8444" marT="8444" marB="0" anchor="ctr">
                    <a:lnL>
                      <a:noFill/>
                    </a:lnL>
                    <a:lnR>
                      <a:noFill/>
                    </a:lnR>
                    <a:lnT>
                      <a:noFill/>
                    </a:lnT>
                    <a:lnB>
                      <a:noFill/>
                    </a:lnB>
                    <a:noFill/>
                  </a:tcPr>
                </a:tc>
                <a:tc rowSpan="3">
                  <a:txBody>
                    <a:bodyPr/>
                    <a:lstStyle/>
                    <a:p>
                      <a:pPr algn="l" fontAlgn="ctr"/>
                      <a:r>
                        <a:rPr lang="fr-FR"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Perte d’accès aux applications critiques, </a:t>
                      </a:r>
                      <a:r>
                        <a:rPr lang="fr-FR" sz="11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downtime</a:t>
                      </a:r>
                      <a:r>
                        <a:rPr lang="fr-FR"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prolongé, corruption de données.</a:t>
                      </a:r>
                    </a:p>
                  </a:txBody>
                  <a:tcPr marL="8444" marR="8444" marT="8444" marB="0" anchor="ctr">
                    <a:lnL>
                      <a:noFill/>
                    </a:lnL>
                    <a:lnR>
                      <a:noFill/>
                    </a:lnR>
                    <a:lnT>
                      <a:noFill/>
                    </a:lnT>
                    <a:lnB>
                      <a:noFill/>
                    </a:lnB>
                    <a:noFill/>
                  </a:tcPr>
                </a:tc>
                <a:tc>
                  <a:txBody>
                    <a:bodyPr/>
                    <a:lstStyle/>
                    <a:p>
                      <a:pPr algn="l" fontAlgn="ct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Maintien d’une infrastructure en </a:t>
                      </a:r>
                      <a:r>
                        <a:rPr lang="fr-FR"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mode hybride</a:t>
                      </a: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pour basculer vers l’ancien système en cas d’échec.</a:t>
                      </a:r>
                    </a:p>
                  </a:txBody>
                  <a:tcPr marL="8444" marR="8444" marT="8444" marB="0" anchor="ctr">
                    <a:lnL>
                      <a:noFill/>
                    </a:lnL>
                    <a:lnR>
                      <a:noFill/>
                    </a:lnR>
                    <a:lnT>
                      <a:noFill/>
                    </a:lnT>
                    <a:lnB>
                      <a:noFill/>
                    </a:lnB>
                    <a:noFill/>
                  </a:tcPr>
                </a:tc>
                <a:tc>
                  <a:txBody>
                    <a:bodyPr/>
                    <a:lstStyle/>
                    <a:p>
                      <a:pPr algn="l" fontAlgn="ct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Réduction des interruptions de service.</a:t>
                      </a:r>
                    </a:p>
                  </a:txBody>
                  <a:tcPr marL="8444" marR="8444" marT="8444" marB="0" anchor="ctr">
                    <a:lnL>
                      <a:noFill/>
                    </a:lnL>
                    <a:lnR>
                      <a:noFill/>
                    </a:lnR>
                    <a:lnT>
                      <a:noFill/>
                    </a:lnT>
                    <a:lnB>
                      <a:noFill/>
                    </a:lnB>
                    <a:noFill/>
                  </a:tcPr>
                </a:tc>
                <a:extLst>
                  <a:ext uri="{0D108BD9-81ED-4DB2-BD59-A6C34878D82A}">
                    <a16:rowId xmlns:a16="http://schemas.microsoft.com/office/drawing/2014/main" val="1677375090"/>
                  </a:ext>
                </a:extLst>
              </a:tr>
              <a:tr h="408286">
                <a:tc vMerge="1">
                  <a:txBody>
                    <a:bodyPr/>
                    <a:lstStyle/>
                    <a:p>
                      <a:endParaRPr lang="fr-FR"/>
                    </a:p>
                  </a:txBody>
                  <a:tcPr/>
                </a:tc>
                <a:tc vMerge="1">
                  <a:txBody>
                    <a:bodyPr/>
                    <a:lstStyle/>
                    <a:p>
                      <a:endParaRPr lang="fr-FR"/>
                    </a:p>
                  </a:txBody>
                  <a:tcPr/>
                </a:tc>
                <a:tc>
                  <a:txBody>
                    <a:bodyPr/>
                    <a:lstStyle/>
                    <a:p>
                      <a:pPr algn="l" fontAlgn="ct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Tests de migration sur un environnement </a:t>
                      </a:r>
                      <a:r>
                        <a:rPr lang="fr-FR"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sandbox</a:t>
                      </a: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avant le déploiement en production.</a:t>
                      </a:r>
                    </a:p>
                  </a:txBody>
                  <a:tcPr marL="8444" marR="8444" marT="8444" marB="0" anchor="ctr">
                    <a:lnL>
                      <a:noFill/>
                    </a:lnL>
                    <a:lnR>
                      <a:noFill/>
                    </a:lnR>
                    <a:lnT>
                      <a:noFill/>
                    </a:lnT>
                    <a:lnB>
                      <a:noFill/>
                    </a:lnB>
                    <a:noFill/>
                  </a:tcPr>
                </a:tc>
                <a:tc>
                  <a:txBody>
                    <a:bodyPr/>
                    <a:lstStyle/>
                    <a:p>
                      <a:pPr algn="l" fontAlgn="ct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Garantie de continuité des opérations en cas d’échec.</a:t>
                      </a:r>
                    </a:p>
                  </a:txBody>
                  <a:tcPr marL="8444" marR="8444" marT="8444" marB="0" anchor="ctr">
                    <a:lnL>
                      <a:noFill/>
                    </a:lnL>
                    <a:lnR>
                      <a:noFill/>
                    </a:lnR>
                    <a:lnT>
                      <a:noFill/>
                    </a:lnT>
                    <a:lnB>
                      <a:noFill/>
                    </a:lnB>
                    <a:noFill/>
                  </a:tcPr>
                </a:tc>
                <a:extLst>
                  <a:ext uri="{0D108BD9-81ED-4DB2-BD59-A6C34878D82A}">
                    <a16:rowId xmlns:a16="http://schemas.microsoft.com/office/drawing/2014/main" val="1341900911"/>
                  </a:ext>
                </a:extLst>
              </a:tr>
              <a:tr h="408286">
                <a:tc vMerge="1">
                  <a:txBody>
                    <a:bodyPr/>
                    <a:lstStyle/>
                    <a:p>
                      <a:endParaRPr lang="fr-FR"/>
                    </a:p>
                  </a:txBody>
                  <a:tcPr/>
                </a:tc>
                <a:tc vMerge="1">
                  <a:txBody>
                    <a:bodyPr/>
                    <a:lstStyle/>
                    <a:p>
                      <a:endParaRPr lang="fr-FR"/>
                    </a:p>
                  </a:txBody>
                  <a:tcPr/>
                </a:tc>
                <a:tc>
                  <a:txBody>
                    <a:bodyPr/>
                    <a:lstStyle/>
                    <a:p>
                      <a:pPr algn="l" fontAlgn="ct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Plan de rollback rapide vers l’infrastructure existante en cas de dysfonctionnement critique.</a:t>
                      </a:r>
                    </a:p>
                  </a:txBody>
                  <a:tcPr marL="8444" marR="8444" marT="8444" marB="0" anchor="ctr">
                    <a:lnL>
                      <a:noFill/>
                    </a:lnL>
                    <a:lnR>
                      <a:noFill/>
                    </a:lnR>
                    <a:lnT>
                      <a:noFill/>
                    </a:lnT>
                    <a:lnB>
                      <a:noFill/>
                    </a:lnB>
                    <a:noFill/>
                  </a:tcPr>
                </a:tc>
                <a:tc>
                  <a:txBody>
                    <a:bodyPr/>
                    <a:lstStyle/>
                    <a:p>
                      <a:pPr algn="l" fontAlgn="ctr"/>
                      <a:endPar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8444" marR="8444" marT="8444" marB="0" anchor="ctr">
                    <a:lnL>
                      <a:noFill/>
                    </a:lnL>
                    <a:lnR>
                      <a:noFill/>
                    </a:lnR>
                    <a:lnT>
                      <a:noFill/>
                    </a:lnT>
                    <a:lnB>
                      <a:noFill/>
                    </a:lnB>
                    <a:noFill/>
                  </a:tcPr>
                </a:tc>
                <a:extLst>
                  <a:ext uri="{0D108BD9-81ED-4DB2-BD59-A6C34878D82A}">
                    <a16:rowId xmlns:a16="http://schemas.microsoft.com/office/drawing/2014/main" val="1571746569"/>
                  </a:ext>
                </a:extLst>
              </a:tr>
              <a:tr h="408286">
                <a:tc rowSpan="3">
                  <a:txBody>
                    <a:bodyPr/>
                    <a:lstStyle/>
                    <a:p>
                      <a:pPr algn="l" fontAlgn="ctr"/>
                      <a:r>
                        <a:rPr lang="fr-FR"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Défaillance du SD-WAN et perte de connectivité inter-sites</a:t>
                      </a:r>
                    </a:p>
                  </a:txBody>
                  <a:tcPr marL="8444" marR="8444" marT="8444" marB="0" anchor="ctr">
                    <a:lnL>
                      <a:noFill/>
                    </a:lnL>
                    <a:lnR>
                      <a:noFill/>
                    </a:lnR>
                    <a:lnT>
                      <a:noFill/>
                    </a:lnT>
                    <a:lnB>
                      <a:noFill/>
                    </a:lnB>
                    <a:noFill/>
                  </a:tcPr>
                </a:tc>
                <a:tc rowSpan="3">
                  <a:txBody>
                    <a:bodyPr/>
                    <a:lstStyle/>
                    <a:p>
                      <a:pPr algn="l" fontAlgn="ctr"/>
                      <a:r>
                        <a:rPr lang="fr-FR"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Rupture de communication entre les sites, ralentissement des services cloud et VPN.</a:t>
                      </a:r>
                    </a:p>
                  </a:txBody>
                  <a:tcPr marL="8444" marR="8444" marT="8444" marB="0" anchor="ctr">
                    <a:lnL>
                      <a:noFill/>
                    </a:lnL>
                    <a:lnR>
                      <a:noFill/>
                    </a:lnR>
                    <a:lnT>
                      <a:noFill/>
                    </a:lnT>
                    <a:lnB>
                      <a:noFill/>
                    </a:lnB>
                    <a:noFill/>
                  </a:tcPr>
                </a:tc>
                <a:tc>
                  <a:txBody>
                    <a:bodyPr/>
                    <a:lstStyle/>
                    <a:p>
                      <a:pPr algn="l" fontAlgn="ct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Mise en place d’un </a:t>
                      </a:r>
                      <a:r>
                        <a:rPr lang="fr-FR"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backup réseau</a:t>
                      </a: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via un lien secondaire MPLS/Fibre.</a:t>
                      </a:r>
                    </a:p>
                  </a:txBody>
                  <a:tcPr marL="8444" marR="8444" marT="8444" marB="0" anchor="ctr">
                    <a:lnL>
                      <a:noFill/>
                    </a:lnL>
                    <a:lnR>
                      <a:noFill/>
                    </a:lnR>
                    <a:lnT>
                      <a:noFill/>
                    </a:lnT>
                    <a:lnB>
                      <a:noFill/>
                    </a:lnB>
                    <a:noFill/>
                  </a:tcPr>
                </a:tc>
                <a:tc>
                  <a:txBody>
                    <a:bodyPr/>
                    <a:lstStyle/>
                    <a:p>
                      <a:pPr algn="l" fontAlgn="ct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Maintien de la connexion entre les sites.</a:t>
                      </a:r>
                    </a:p>
                  </a:txBody>
                  <a:tcPr marL="8444" marR="8444" marT="8444" marB="0" anchor="ctr">
                    <a:lnL>
                      <a:noFill/>
                    </a:lnL>
                    <a:lnR>
                      <a:noFill/>
                    </a:lnR>
                    <a:lnT>
                      <a:noFill/>
                    </a:lnT>
                    <a:lnB>
                      <a:noFill/>
                    </a:lnB>
                    <a:noFill/>
                  </a:tcPr>
                </a:tc>
                <a:extLst>
                  <a:ext uri="{0D108BD9-81ED-4DB2-BD59-A6C34878D82A}">
                    <a16:rowId xmlns:a16="http://schemas.microsoft.com/office/drawing/2014/main" val="528069126"/>
                  </a:ext>
                </a:extLst>
              </a:tr>
              <a:tr h="408286">
                <a:tc vMerge="1">
                  <a:txBody>
                    <a:bodyPr/>
                    <a:lstStyle/>
                    <a:p>
                      <a:endParaRPr lang="fr-FR"/>
                    </a:p>
                  </a:txBody>
                  <a:tcPr/>
                </a:tc>
                <a:tc vMerge="1">
                  <a:txBody>
                    <a:bodyPr/>
                    <a:lstStyle/>
                    <a:p>
                      <a:endParaRPr lang="fr-FR"/>
                    </a:p>
                  </a:txBody>
                  <a:tcPr/>
                </a:tc>
                <a:tc>
                  <a:txBody>
                    <a:bodyPr/>
                    <a:lstStyle/>
                    <a:p>
                      <a:pPr algn="l" fontAlgn="ctr"/>
                      <a:r>
                        <a:rPr lang="fr-FR"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Routage dynamique BGP/OSPF pour prioriser les flux critiques.</a:t>
                      </a:r>
                    </a:p>
                  </a:txBody>
                  <a:tcPr marL="8444" marR="8444" marT="8444" marB="0" anchor="ctr">
                    <a:lnL>
                      <a:noFill/>
                    </a:lnL>
                    <a:lnR>
                      <a:noFill/>
                    </a:lnR>
                    <a:lnT>
                      <a:noFill/>
                    </a:lnT>
                    <a:lnB>
                      <a:noFill/>
                    </a:lnB>
                    <a:noFill/>
                  </a:tcPr>
                </a:tc>
                <a:tc>
                  <a:txBody>
                    <a:bodyPr/>
                    <a:lstStyle/>
                    <a:p>
                      <a:pPr algn="l" fontAlgn="ct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Pas d’impact sur la productivité grâce à une solution de basculement automatique.</a:t>
                      </a:r>
                    </a:p>
                  </a:txBody>
                  <a:tcPr marL="8444" marR="8444" marT="8444" marB="0" anchor="ctr">
                    <a:lnL>
                      <a:noFill/>
                    </a:lnL>
                    <a:lnR>
                      <a:noFill/>
                    </a:lnR>
                    <a:lnT>
                      <a:noFill/>
                    </a:lnT>
                    <a:lnB>
                      <a:noFill/>
                    </a:lnB>
                    <a:noFill/>
                  </a:tcPr>
                </a:tc>
                <a:extLst>
                  <a:ext uri="{0D108BD9-81ED-4DB2-BD59-A6C34878D82A}">
                    <a16:rowId xmlns:a16="http://schemas.microsoft.com/office/drawing/2014/main" val="1493581837"/>
                  </a:ext>
                </a:extLst>
              </a:tr>
              <a:tr h="408286">
                <a:tc vMerge="1">
                  <a:txBody>
                    <a:bodyPr/>
                    <a:lstStyle/>
                    <a:p>
                      <a:endParaRPr lang="fr-FR"/>
                    </a:p>
                  </a:txBody>
                  <a:tcPr/>
                </a:tc>
                <a:tc vMerge="1">
                  <a:txBody>
                    <a:bodyPr/>
                    <a:lstStyle/>
                    <a:p>
                      <a:endParaRPr lang="fr-FR"/>
                    </a:p>
                  </a:txBody>
                  <a:tcPr/>
                </a:tc>
                <a:tc>
                  <a:txBody>
                    <a:bodyPr/>
                    <a:lstStyle/>
                    <a:p>
                      <a:pPr algn="l" fontAlgn="ct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Escalade immédiate auprès des fournisseurs de connectivité.</a:t>
                      </a:r>
                    </a:p>
                  </a:txBody>
                  <a:tcPr marL="8444" marR="8444" marT="8444" marB="0" anchor="ctr">
                    <a:lnL>
                      <a:noFill/>
                    </a:lnL>
                    <a:lnR>
                      <a:noFill/>
                    </a:lnR>
                    <a:lnT>
                      <a:noFill/>
                    </a:lnT>
                    <a:lnB>
                      <a:noFill/>
                    </a:lnB>
                    <a:noFill/>
                  </a:tcPr>
                </a:tc>
                <a:tc>
                  <a:txBody>
                    <a:bodyPr/>
                    <a:lstStyle/>
                    <a:p>
                      <a:pPr algn="l" fontAlgn="ctr"/>
                      <a:endPar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8444" marR="8444" marT="8444" marB="0" anchor="ctr">
                    <a:lnL>
                      <a:noFill/>
                    </a:lnL>
                    <a:lnR>
                      <a:noFill/>
                    </a:lnR>
                    <a:lnT>
                      <a:noFill/>
                    </a:lnT>
                    <a:lnB>
                      <a:noFill/>
                    </a:lnB>
                    <a:noFill/>
                  </a:tcPr>
                </a:tc>
                <a:extLst>
                  <a:ext uri="{0D108BD9-81ED-4DB2-BD59-A6C34878D82A}">
                    <a16:rowId xmlns:a16="http://schemas.microsoft.com/office/drawing/2014/main" val="1755505223"/>
                  </a:ext>
                </a:extLst>
              </a:tr>
              <a:tr h="408286">
                <a:tc rowSpan="3">
                  <a:txBody>
                    <a:bodyPr/>
                    <a:lstStyle/>
                    <a:p>
                      <a:pPr algn="l" fontAlgn="ctr"/>
                      <a:r>
                        <a:rPr lang="fr-FR"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Problèmes de performance après migration vers le cloud</a:t>
                      </a:r>
                    </a:p>
                  </a:txBody>
                  <a:tcPr marL="8444" marR="8444" marT="8444" marB="0" anchor="ctr">
                    <a:lnL>
                      <a:noFill/>
                    </a:lnL>
                    <a:lnR>
                      <a:noFill/>
                    </a:lnR>
                    <a:lnT>
                      <a:noFill/>
                    </a:lnT>
                    <a:lnB>
                      <a:noFill/>
                    </a:lnB>
                    <a:noFill/>
                  </a:tcPr>
                </a:tc>
                <a:tc rowSpan="3">
                  <a:txBody>
                    <a:bodyPr/>
                    <a:lstStyle/>
                    <a:p>
                      <a:pPr algn="l" fontAlgn="ct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Latence élevée, applications critiques ralenties, frustration des utilisateurs.</a:t>
                      </a:r>
                    </a:p>
                  </a:txBody>
                  <a:tcPr marL="8444" marR="8444" marT="8444" marB="0" anchor="ctr">
                    <a:lnL>
                      <a:noFill/>
                    </a:lnL>
                    <a:lnR>
                      <a:noFill/>
                    </a:lnR>
                    <a:lnT>
                      <a:noFill/>
                    </a:lnT>
                    <a:lnB>
                      <a:noFill/>
                    </a:lnB>
                    <a:noFill/>
                  </a:tcPr>
                </a:tc>
                <a:tc>
                  <a:txBody>
                    <a:bodyPr/>
                    <a:lstStyle/>
                    <a:p>
                      <a:pPr algn="l" fontAlgn="ct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Optimisation de la répartition des charges avec un </a:t>
                      </a:r>
                      <a:r>
                        <a:rPr lang="fr-FR"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load balancer</a:t>
                      </a: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8444" marR="8444" marT="8444" marB="0" anchor="ctr">
                    <a:lnL>
                      <a:noFill/>
                    </a:lnL>
                    <a:lnR>
                      <a:noFill/>
                    </a:lnR>
                    <a:lnT>
                      <a:noFill/>
                    </a:lnT>
                    <a:lnB>
                      <a:noFill/>
                    </a:lnB>
                    <a:noFill/>
                  </a:tcPr>
                </a:tc>
                <a:tc>
                  <a:txBody>
                    <a:bodyPr/>
                    <a:lstStyle/>
                    <a:p>
                      <a:pPr algn="l" fontAlgn="ct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Amélioration de la réactivité des applications.</a:t>
                      </a:r>
                    </a:p>
                  </a:txBody>
                  <a:tcPr marL="8444" marR="8444" marT="8444" marB="0" anchor="ctr">
                    <a:lnL>
                      <a:noFill/>
                    </a:lnL>
                    <a:lnR>
                      <a:noFill/>
                    </a:lnR>
                    <a:lnT>
                      <a:noFill/>
                    </a:lnT>
                    <a:lnB>
                      <a:noFill/>
                    </a:lnB>
                    <a:noFill/>
                  </a:tcPr>
                </a:tc>
                <a:extLst>
                  <a:ext uri="{0D108BD9-81ED-4DB2-BD59-A6C34878D82A}">
                    <a16:rowId xmlns:a16="http://schemas.microsoft.com/office/drawing/2014/main" val="2960966232"/>
                  </a:ext>
                </a:extLst>
              </a:tr>
              <a:tr h="408286">
                <a:tc vMerge="1">
                  <a:txBody>
                    <a:bodyPr/>
                    <a:lstStyle/>
                    <a:p>
                      <a:endParaRPr lang="fr-FR"/>
                    </a:p>
                  </a:txBody>
                  <a:tcPr/>
                </a:tc>
                <a:tc vMerge="1">
                  <a:txBody>
                    <a:bodyPr/>
                    <a:lstStyle/>
                    <a:p>
                      <a:endParaRPr lang="fr-FR"/>
                    </a:p>
                  </a:txBody>
                  <a:tcPr/>
                </a:tc>
                <a:tc>
                  <a:txBody>
                    <a:bodyPr/>
                    <a:lstStyle/>
                    <a:p>
                      <a:pPr algn="l" fontAlgn="ct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Activation de la </a:t>
                      </a:r>
                      <a:r>
                        <a:rPr lang="fr-FR"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QoS</a:t>
                      </a: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pour garantir la priorité aux applications critiques.</a:t>
                      </a:r>
                    </a:p>
                  </a:txBody>
                  <a:tcPr marL="8444" marR="8444" marT="8444" marB="0" anchor="ctr">
                    <a:lnL>
                      <a:noFill/>
                    </a:lnL>
                    <a:lnR>
                      <a:noFill/>
                    </a:lnR>
                    <a:lnT>
                      <a:noFill/>
                    </a:lnT>
                    <a:lnB>
                      <a:noFill/>
                    </a:lnB>
                    <a:noFill/>
                  </a:tcPr>
                </a:tc>
                <a:tc>
                  <a:txBody>
                    <a:bodyPr/>
                    <a:lstStyle/>
                    <a:p>
                      <a:pPr algn="l" fontAlgn="ct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Optimisation des coûts en évitant la surconsommation de ressources cloud.</a:t>
                      </a:r>
                    </a:p>
                  </a:txBody>
                  <a:tcPr marL="8444" marR="8444" marT="8444" marB="0" anchor="ctr">
                    <a:lnL>
                      <a:noFill/>
                    </a:lnL>
                    <a:lnR>
                      <a:noFill/>
                    </a:lnR>
                    <a:lnT>
                      <a:noFill/>
                    </a:lnT>
                    <a:lnB>
                      <a:noFill/>
                    </a:lnB>
                    <a:noFill/>
                  </a:tcPr>
                </a:tc>
                <a:extLst>
                  <a:ext uri="{0D108BD9-81ED-4DB2-BD59-A6C34878D82A}">
                    <a16:rowId xmlns:a16="http://schemas.microsoft.com/office/drawing/2014/main" val="2842242050"/>
                  </a:ext>
                </a:extLst>
              </a:tr>
              <a:tr h="408286">
                <a:tc vMerge="1">
                  <a:txBody>
                    <a:bodyPr/>
                    <a:lstStyle/>
                    <a:p>
                      <a:endParaRPr lang="fr-FR"/>
                    </a:p>
                  </a:txBody>
                  <a:tcPr/>
                </a:tc>
                <a:tc vMerge="1">
                  <a:txBody>
                    <a:bodyPr/>
                    <a:lstStyle/>
                    <a:p>
                      <a:endParaRPr lang="fr-FR"/>
                    </a:p>
                  </a:txBody>
                  <a:tcPr/>
                </a:tc>
                <a:tc>
                  <a:txBody>
                    <a:bodyPr/>
                    <a:lstStyle/>
                    <a:p>
                      <a:pPr algn="l" fontAlgn="ct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Tests de performances et ajustements des ressources cloud en fonction de la charge réelle.</a:t>
                      </a:r>
                    </a:p>
                  </a:txBody>
                  <a:tcPr marL="8444" marR="8444" marT="8444" marB="0" anchor="ctr">
                    <a:lnL>
                      <a:noFill/>
                    </a:lnL>
                    <a:lnR>
                      <a:noFill/>
                    </a:lnR>
                    <a:lnT>
                      <a:noFill/>
                    </a:lnT>
                    <a:lnB>
                      <a:noFill/>
                    </a:lnB>
                    <a:noFill/>
                  </a:tcPr>
                </a:tc>
                <a:tc>
                  <a:txBody>
                    <a:bodyPr/>
                    <a:lstStyle/>
                    <a:p>
                      <a:pPr algn="l" fontAlgn="ctr"/>
                      <a:endParaRPr lang="fr-FR"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8444" marR="8444" marT="8444" marB="0" anchor="ctr">
                    <a:lnL>
                      <a:noFill/>
                    </a:lnL>
                    <a:lnR>
                      <a:noFill/>
                    </a:lnR>
                    <a:lnT>
                      <a:noFill/>
                    </a:lnT>
                    <a:lnB>
                      <a:noFill/>
                    </a:lnB>
                    <a:noFill/>
                  </a:tcPr>
                </a:tc>
                <a:extLst>
                  <a:ext uri="{0D108BD9-81ED-4DB2-BD59-A6C34878D82A}">
                    <a16:rowId xmlns:a16="http://schemas.microsoft.com/office/drawing/2014/main" val="3777403634"/>
                  </a:ext>
                </a:extLst>
              </a:tr>
            </a:tbl>
          </a:graphicData>
        </a:graphic>
      </p:graphicFrame>
      <p:sp>
        <p:nvSpPr>
          <p:cNvPr id="28" name="ZoneTexte 27">
            <a:extLst>
              <a:ext uri="{FF2B5EF4-FFF2-40B4-BE49-F238E27FC236}">
                <a16:creationId xmlns:a16="http://schemas.microsoft.com/office/drawing/2014/main" id="{7A249762-A3AC-82B6-DB82-4CEAFCE66D32}"/>
              </a:ext>
            </a:extLst>
          </p:cNvPr>
          <p:cNvSpPr txBox="1"/>
          <p:nvPr/>
        </p:nvSpPr>
        <p:spPr>
          <a:xfrm>
            <a:off x="-36845" y="2433036"/>
            <a:ext cx="189224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1. Introduction &amp; Contexte</a:t>
            </a:r>
          </a:p>
        </p:txBody>
      </p:sp>
      <p:sp>
        <p:nvSpPr>
          <p:cNvPr id="29" name="ZoneTexte 28">
            <a:extLst>
              <a:ext uri="{FF2B5EF4-FFF2-40B4-BE49-F238E27FC236}">
                <a16:creationId xmlns:a16="http://schemas.microsoft.com/office/drawing/2014/main" id="{6D4DA817-3B94-2246-B9BB-2DA9D5E3943C}"/>
              </a:ext>
            </a:extLst>
          </p:cNvPr>
          <p:cNvSpPr txBox="1"/>
          <p:nvPr/>
        </p:nvSpPr>
        <p:spPr>
          <a:xfrm>
            <a:off x="-32814" y="2711031"/>
            <a:ext cx="177119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2. L’existant &amp; Limitations</a:t>
            </a:r>
          </a:p>
        </p:txBody>
      </p:sp>
      <p:sp>
        <p:nvSpPr>
          <p:cNvPr id="30" name="ZoneTexte 29">
            <a:extLst>
              <a:ext uri="{FF2B5EF4-FFF2-40B4-BE49-F238E27FC236}">
                <a16:creationId xmlns:a16="http://schemas.microsoft.com/office/drawing/2014/main" id="{1BDFAD23-CA4D-64E9-6D4A-C65CD0A71DB6}"/>
              </a:ext>
            </a:extLst>
          </p:cNvPr>
          <p:cNvSpPr txBox="1"/>
          <p:nvPr/>
        </p:nvSpPr>
        <p:spPr>
          <a:xfrm>
            <a:off x="-32817" y="2988030"/>
            <a:ext cx="136191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3. Note de cadrage</a:t>
            </a:r>
          </a:p>
        </p:txBody>
      </p:sp>
      <p:sp>
        <p:nvSpPr>
          <p:cNvPr id="31" name="ZoneTexte 30">
            <a:extLst>
              <a:ext uri="{FF2B5EF4-FFF2-40B4-BE49-F238E27FC236}">
                <a16:creationId xmlns:a16="http://schemas.microsoft.com/office/drawing/2014/main" id="{B492765C-4528-B9FE-25AC-89C93B147CED}"/>
              </a:ext>
            </a:extLst>
          </p:cNvPr>
          <p:cNvSpPr txBox="1"/>
          <p:nvPr/>
        </p:nvSpPr>
        <p:spPr>
          <a:xfrm>
            <a:off x="-32816" y="3265029"/>
            <a:ext cx="155702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4. Analyse des risques</a:t>
            </a:r>
          </a:p>
        </p:txBody>
      </p:sp>
      <p:sp>
        <p:nvSpPr>
          <p:cNvPr id="32" name="ZoneTexte 31">
            <a:extLst>
              <a:ext uri="{FF2B5EF4-FFF2-40B4-BE49-F238E27FC236}">
                <a16:creationId xmlns:a16="http://schemas.microsoft.com/office/drawing/2014/main" id="{CA985302-587E-72C0-10EA-F59404C511B4}"/>
              </a:ext>
            </a:extLst>
          </p:cNvPr>
          <p:cNvSpPr txBox="1"/>
          <p:nvPr/>
        </p:nvSpPr>
        <p:spPr>
          <a:xfrm>
            <a:off x="-17181" y="3542028"/>
            <a:ext cx="1063304"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5. Nouveau SI</a:t>
            </a:r>
          </a:p>
        </p:txBody>
      </p:sp>
      <p:sp>
        <p:nvSpPr>
          <p:cNvPr id="33" name="ZoneTexte 32">
            <a:extLst>
              <a:ext uri="{FF2B5EF4-FFF2-40B4-BE49-F238E27FC236}">
                <a16:creationId xmlns:a16="http://schemas.microsoft.com/office/drawing/2014/main" id="{CE50C3E3-C4B3-2550-CF56-2F237211266B}"/>
              </a:ext>
            </a:extLst>
          </p:cNvPr>
          <p:cNvSpPr txBox="1"/>
          <p:nvPr/>
        </p:nvSpPr>
        <p:spPr>
          <a:xfrm>
            <a:off x="299673" y="3815001"/>
            <a:ext cx="2012346" cy="276999"/>
          </a:xfrm>
          <a:prstGeom prst="rect">
            <a:avLst/>
          </a:prstGeom>
          <a:noFill/>
        </p:spPr>
        <p:txBody>
          <a:bodyPr wrap="none" rtlCol="0">
            <a:spAutoFit/>
          </a:bodyPr>
          <a:lstStyle/>
          <a:p>
            <a:r>
              <a:rPr lang="fr-FR" sz="1200" b="1" dirty="0">
                <a:solidFill>
                  <a:srgbClr val="C00000"/>
                </a:solidFill>
                <a:latin typeface="Calibri" panose="020F0502020204030204" pitchFamily="34" charset="0"/>
                <a:ea typeface="Calibri" panose="020F0502020204030204" pitchFamily="34" charset="0"/>
                <a:cs typeface="Calibri" panose="020F0502020204030204" pitchFamily="34" charset="0"/>
              </a:rPr>
              <a:t>6. Déploiement et formation</a:t>
            </a:r>
          </a:p>
        </p:txBody>
      </p:sp>
      <p:sp>
        <p:nvSpPr>
          <p:cNvPr id="34" name="ZoneTexte 33">
            <a:extLst>
              <a:ext uri="{FF2B5EF4-FFF2-40B4-BE49-F238E27FC236}">
                <a16:creationId xmlns:a16="http://schemas.microsoft.com/office/drawing/2014/main" id="{98CA21E2-4B91-D9E1-501D-5049D8B31238}"/>
              </a:ext>
            </a:extLst>
          </p:cNvPr>
          <p:cNvSpPr txBox="1"/>
          <p:nvPr/>
        </p:nvSpPr>
        <p:spPr>
          <a:xfrm>
            <a:off x="-13697" y="4098017"/>
            <a:ext cx="1845955"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7. Contrat de maintenance</a:t>
            </a:r>
          </a:p>
        </p:txBody>
      </p:sp>
    </p:spTree>
    <p:extLst>
      <p:ext uri="{BB962C8B-B14F-4D97-AF65-F5344CB8AC3E}">
        <p14:creationId xmlns:p14="http://schemas.microsoft.com/office/powerpoint/2010/main" val="35086219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CF8AC-44AD-6B44-0480-F14E36673E8B}"/>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3215DABD-0E5D-E205-EB24-7B835B47EBBD}"/>
              </a:ext>
            </a:extLst>
          </p:cNvPr>
          <p:cNvSpPr>
            <a:spLocks noGrp="1"/>
          </p:cNvSpPr>
          <p:nvPr>
            <p:ph type="dt" sz="half" idx="10"/>
          </p:nvPr>
        </p:nvSpPr>
        <p:spPr/>
        <p:txBody>
          <a:bodyPr/>
          <a:lstStyle/>
          <a:p>
            <a:fld id="{71A39EF6-AF95-4ACF-B35E-ACB6264B09CC}" type="datetime1">
              <a:rPr lang="fr-FR" smtClean="0"/>
              <a:t>04/03/2025</a:t>
            </a:fld>
            <a:endParaRPr lang="fr-FR"/>
          </a:p>
        </p:txBody>
      </p:sp>
      <p:sp>
        <p:nvSpPr>
          <p:cNvPr id="5" name="Espace réservé du numéro de diapositive 4">
            <a:extLst>
              <a:ext uri="{FF2B5EF4-FFF2-40B4-BE49-F238E27FC236}">
                <a16:creationId xmlns:a16="http://schemas.microsoft.com/office/drawing/2014/main" id="{4A6B3532-C4AF-2B50-C1A0-2A9BDBEED2C0}"/>
              </a:ext>
            </a:extLst>
          </p:cNvPr>
          <p:cNvSpPr>
            <a:spLocks noGrp="1"/>
          </p:cNvSpPr>
          <p:nvPr>
            <p:ph type="sldNum" sz="quarter" idx="12"/>
          </p:nvPr>
        </p:nvSpPr>
        <p:spPr/>
        <p:txBody>
          <a:bodyPr/>
          <a:lstStyle/>
          <a:p>
            <a:fld id="{C4B8AC06-870A-4C43-8EB6-F7945B1E9F37}" type="slidenum">
              <a:rPr lang="fr-FR" smtClean="0"/>
              <a:t>43</a:t>
            </a:fld>
            <a:endParaRPr lang="fr-FR"/>
          </a:p>
        </p:txBody>
      </p:sp>
      <p:sp>
        <p:nvSpPr>
          <p:cNvPr id="6" name="ZoneTexte 5">
            <a:extLst>
              <a:ext uri="{FF2B5EF4-FFF2-40B4-BE49-F238E27FC236}">
                <a16:creationId xmlns:a16="http://schemas.microsoft.com/office/drawing/2014/main" id="{D5187A60-6628-711A-E861-18CB00EFDB71}"/>
              </a:ext>
            </a:extLst>
          </p:cNvPr>
          <p:cNvSpPr txBox="1"/>
          <p:nvPr/>
        </p:nvSpPr>
        <p:spPr>
          <a:xfrm>
            <a:off x="4774440" y="94283"/>
            <a:ext cx="4744464" cy="338554"/>
          </a:xfrm>
          <a:prstGeom prst="rect">
            <a:avLst/>
          </a:prstGeom>
          <a:noFill/>
        </p:spPr>
        <p:txBody>
          <a:bodyPr wrap="square">
            <a:spAutoFit/>
          </a:bodyPr>
          <a:lstStyle/>
          <a:p>
            <a:pPr algn="ctr"/>
            <a:r>
              <a:rPr lang="fr-FR" sz="1600" b="1" dirty="0">
                <a:solidFill>
                  <a:schemeClr val="bg1"/>
                </a:solidFill>
                <a:latin typeface="Calibri" panose="020F0502020204030204" pitchFamily="34" charset="0"/>
                <a:ea typeface="Calibri" panose="020F0502020204030204" pitchFamily="34" charset="0"/>
                <a:cs typeface="Calibri" panose="020F0502020204030204" pitchFamily="34" charset="0"/>
              </a:rPr>
              <a:t>6. Déploiement et formation</a:t>
            </a:r>
          </a:p>
        </p:txBody>
      </p:sp>
      <p:graphicFrame>
        <p:nvGraphicFramePr>
          <p:cNvPr id="3" name="Tableau 2">
            <a:extLst>
              <a:ext uri="{FF2B5EF4-FFF2-40B4-BE49-F238E27FC236}">
                <a16:creationId xmlns:a16="http://schemas.microsoft.com/office/drawing/2014/main" id="{8AA514CB-CB9C-6208-F4BB-0FF9ED69CD7C}"/>
              </a:ext>
            </a:extLst>
          </p:cNvPr>
          <p:cNvGraphicFramePr>
            <a:graphicFrameLocks noGrp="1"/>
          </p:cNvGraphicFramePr>
          <p:nvPr>
            <p:extLst>
              <p:ext uri="{D42A27DB-BD31-4B8C-83A1-F6EECF244321}">
                <p14:modId xmlns:p14="http://schemas.microsoft.com/office/powerpoint/2010/main" val="369345916"/>
              </p:ext>
            </p:extLst>
          </p:nvPr>
        </p:nvGraphicFramePr>
        <p:xfrm>
          <a:off x="2310842" y="943900"/>
          <a:ext cx="9042956" cy="5604208"/>
        </p:xfrm>
        <a:graphic>
          <a:graphicData uri="http://schemas.openxmlformats.org/drawingml/2006/table">
            <a:tbl>
              <a:tblPr/>
              <a:tblGrid>
                <a:gridCol w="2260739">
                  <a:extLst>
                    <a:ext uri="{9D8B030D-6E8A-4147-A177-3AD203B41FA5}">
                      <a16:colId xmlns:a16="http://schemas.microsoft.com/office/drawing/2014/main" val="3154999692"/>
                    </a:ext>
                  </a:extLst>
                </a:gridCol>
                <a:gridCol w="2260739">
                  <a:extLst>
                    <a:ext uri="{9D8B030D-6E8A-4147-A177-3AD203B41FA5}">
                      <a16:colId xmlns:a16="http://schemas.microsoft.com/office/drawing/2014/main" val="2825051949"/>
                    </a:ext>
                  </a:extLst>
                </a:gridCol>
                <a:gridCol w="2260739">
                  <a:extLst>
                    <a:ext uri="{9D8B030D-6E8A-4147-A177-3AD203B41FA5}">
                      <a16:colId xmlns:a16="http://schemas.microsoft.com/office/drawing/2014/main" val="1510360070"/>
                    </a:ext>
                  </a:extLst>
                </a:gridCol>
                <a:gridCol w="2260739">
                  <a:extLst>
                    <a:ext uri="{9D8B030D-6E8A-4147-A177-3AD203B41FA5}">
                      <a16:colId xmlns:a16="http://schemas.microsoft.com/office/drawing/2014/main" val="3071153838"/>
                    </a:ext>
                  </a:extLst>
                </a:gridCol>
              </a:tblGrid>
              <a:tr h="408014">
                <a:tc rowSpan="3">
                  <a:txBody>
                    <a:bodyPr/>
                    <a:lstStyle/>
                    <a:p>
                      <a:pPr algn="l" fontAlgn="ctr"/>
                      <a:r>
                        <a:rPr lang="fr-FR"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Non-adoption des nouveaux équipements industriels par les opérateurs</a:t>
                      </a:r>
                    </a:p>
                  </a:txBody>
                  <a:tcPr marL="8444" marR="8444" marT="8444" marB="0" anchor="ctr">
                    <a:lnL>
                      <a:noFill/>
                    </a:lnL>
                    <a:lnR>
                      <a:noFill/>
                    </a:lnR>
                    <a:lnT>
                      <a:noFill/>
                    </a:lnT>
                    <a:lnB>
                      <a:noFill/>
                    </a:lnB>
                    <a:noFill/>
                  </a:tcPr>
                </a:tc>
                <a:tc rowSpan="3">
                  <a:txBody>
                    <a:bodyPr/>
                    <a:lstStyle/>
                    <a:p>
                      <a:pPr algn="l" fontAlgn="ctr"/>
                      <a:r>
                        <a:rPr lang="fr-FR"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Baisse de productivité, erreurs humaines accrues, refus d’utiliser les nouvelles solutions.</a:t>
                      </a:r>
                    </a:p>
                  </a:txBody>
                  <a:tcPr marL="8444" marR="8444" marT="8444" marB="0" anchor="ctr">
                    <a:lnL>
                      <a:noFill/>
                    </a:lnL>
                    <a:lnR>
                      <a:noFill/>
                    </a:lnR>
                    <a:lnT>
                      <a:noFill/>
                    </a:lnT>
                    <a:lnB>
                      <a:noFill/>
                    </a:lnB>
                    <a:noFill/>
                  </a:tcPr>
                </a:tc>
                <a:tc>
                  <a:txBody>
                    <a:bodyPr/>
                    <a:lstStyle/>
                    <a:p>
                      <a:pPr algn="l" fontAlgn="ct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Mise en place de </a:t>
                      </a:r>
                      <a:r>
                        <a:rPr lang="fr-FR"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formations intensives</a:t>
                      </a: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et de sessions de coaching sur site.</a:t>
                      </a:r>
                    </a:p>
                  </a:txBody>
                  <a:tcPr marL="8444" marR="8444" marT="8444" marB="0" anchor="ctr">
                    <a:lnL>
                      <a:noFill/>
                    </a:lnL>
                    <a:lnR>
                      <a:noFill/>
                    </a:lnR>
                    <a:lnT>
                      <a:noFill/>
                    </a:lnT>
                    <a:lnB>
                      <a:noFill/>
                    </a:lnB>
                    <a:noFill/>
                  </a:tcPr>
                </a:tc>
                <a:tc>
                  <a:txBody>
                    <a:bodyPr/>
                    <a:lstStyle/>
                    <a:p>
                      <a:pPr algn="l" fontAlgn="ct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Adoption progressive des nouveaux équipements.</a:t>
                      </a:r>
                    </a:p>
                  </a:txBody>
                  <a:tcPr marL="8444" marR="8444" marT="8444" marB="0" anchor="ctr">
                    <a:lnL>
                      <a:noFill/>
                    </a:lnL>
                    <a:lnR>
                      <a:noFill/>
                    </a:lnR>
                    <a:lnT>
                      <a:noFill/>
                    </a:lnT>
                    <a:lnB>
                      <a:noFill/>
                    </a:lnB>
                    <a:noFill/>
                  </a:tcPr>
                </a:tc>
                <a:extLst>
                  <a:ext uri="{0D108BD9-81ED-4DB2-BD59-A6C34878D82A}">
                    <a16:rowId xmlns:a16="http://schemas.microsoft.com/office/drawing/2014/main" val="2165060195"/>
                  </a:ext>
                </a:extLst>
              </a:tr>
              <a:tr h="408014">
                <a:tc vMerge="1">
                  <a:txBody>
                    <a:bodyPr/>
                    <a:lstStyle/>
                    <a:p>
                      <a:endParaRPr lang="fr-FR"/>
                    </a:p>
                  </a:txBody>
                  <a:tcPr/>
                </a:tc>
                <a:tc vMerge="1">
                  <a:txBody>
                    <a:bodyPr/>
                    <a:lstStyle/>
                    <a:p>
                      <a:endParaRPr lang="fr-FR"/>
                    </a:p>
                  </a:txBody>
                  <a:tcPr/>
                </a:tc>
                <a:tc>
                  <a:txBody>
                    <a:bodyPr/>
                    <a:lstStyle/>
                    <a:p>
                      <a:pPr algn="l" fontAlgn="ct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Intégration d’une </a:t>
                      </a:r>
                      <a:r>
                        <a:rPr lang="fr-FR"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phase de cohabitation</a:t>
                      </a: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entre anciens et nouveaux équipements.</a:t>
                      </a:r>
                    </a:p>
                  </a:txBody>
                  <a:tcPr marL="8444" marR="8444" marT="8444" marB="0" anchor="ctr">
                    <a:lnL>
                      <a:noFill/>
                    </a:lnL>
                    <a:lnR>
                      <a:noFill/>
                    </a:lnR>
                    <a:lnT>
                      <a:noFill/>
                    </a:lnT>
                    <a:lnB>
                      <a:noFill/>
                    </a:lnB>
                    <a:noFill/>
                  </a:tcPr>
                </a:tc>
                <a:tc>
                  <a:txBody>
                    <a:bodyPr/>
                    <a:lstStyle/>
                    <a:p>
                      <a:pPr algn="l" fontAlgn="ct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Réduction des erreurs et optimisation des processus industriels.</a:t>
                      </a:r>
                    </a:p>
                  </a:txBody>
                  <a:tcPr marL="8444" marR="8444" marT="8444" marB="0" anchor="ctr">
                    <a:lnL>
                      <a:noFill/>
                    </a:lnL>
                    <a:lnR>
                      <a:noFill/>
                    </a:lnR>
                    <a:lnT>
                      <a:noFill/>
                    </a:lnT>
                    <a:lnB>
                      <a:noFill/>
                    </a:lnB>
                    <a:noFill/>
                  </a:tcPr>
                </a:tc>
                <a:extLst>
                  <a:ext uri="{0D108BD9-81ED-4DB2-BD59-A6C34878D82A}">
                    <a16:rowId xmlns:a16="http://schemas.microsoft.com/office/drawing/2014/main" val="3732560537"/>
                  </a:ext>
                </a:extLst>
              </a:tr>
              <a:tr h="607009">
                <a:tc vMerge="1">
                  <a:txBody>
                    <a:bodyPr/>
                    <a:lstStyle/>
                    <a:p>
                      <a:endParaRPr lang="fr-FR"/>
                    </a:p>
                  </a:txBody>
                  <a:tcPr/>
                </a:tc>
                <a:tc vMerge="1">
                  <a:txBody>
                    <a:bodyPr/>
                    <a:lstStyle/>
                    <a:p>
                      <a:endParaRPr lang="fr-FR"/>
                    </a:p>
                  </a:txBody>
                  <a:tcPr/>
                </a:tc>
                <a:tc>
                  <a:txBody>
                    <a:bodyPr/>
                    <a:lstStyle/>
                    <a:p>
                      <a:pPr algn="l" fontAlgn="ct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Collecte de feedback pour ajuster l’ergonomie et l’interface des nouveaux outils.</a:t>
                      </a:r>
                    </a:p>
                  </a:txBody>
                  <a:tcPr marL="8444" marR="8444" marT="8444" marB="0" anchor="ctr">
                    <a:lnL>
                      <a:noFill/>
                    </a:lnL>
                    <a:lnR>
                      <a:noFill/>
                    </a:lnR>
                    <a:lnT>
                      <a:noFill/>
                    </a:lnT>
                    <a:lnB>
                      <a:noFill/>
                    </a:lnB>
                    <a:noFill/>
                  </a:tcPr>
                </a:tc>
                <a:tc>
                  <a:txBody>
                    <a:bodyPr/>
                    <a:lstStyle/>
                    <a:p>
                      <a:pPr algn="l" fontAlgn="ctr"/>
                      <a:endPar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8444" marR="8444" marT="8444" marB="0" anchor="ctr">
                    <a:lnL>
                      <a:noFill/>
                    </a:lnL>
                    <a:lnR>
                      <a:noFill/>
                    </a:lnR>
                    <a:lnT>
                      <a:noFill/>
                    </a:lnT>
                    <a:lnB>
                      <a:noFill/>
                    </a:lnB>
                    <a:noFill/>
                  </a:tcPr>
                </a:tc>
                <a:extLst>
                  <a:ext uri="{0D108BD9-81ED-4DB2-BD59-A6C34878D82A}">
                    <a16:rowId xmlns:a16="http://schemas.microsoft.com/office/drawing/2014/main" val="3840366715"/>
                  </a:ext>
                </a:extLst>
              </a:tr>
              <a:tr h="408014">
                <a:tc rowSpan="3">
                  <a:txBody>
                    <a:bodyPr/>
                    <a:lstStyle/>
                    <a:p>
                      <a:pPr algn="l" fontAlgn="ctr"/>
                      <a:r>
                        <a:rPr lang="fr-FR"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Cyberattaque (Ransomware, intrusion, fuite de données)</a:t>
                      </a:r>
                    </a:p>
                  </a:txBody>
                  <a:tcPr marL="8444" marR="8444" marT="8444" marB="0" anchor="ctr">
                    <a:lnL>
                      <a:noFill/>
                    </a:lnL>
                    <a:lnR>
                      <a:noFill/>
                    </a:lnR>
                    <a:lnT>
                      <a:noFill/>
                    </a:lnT>
                    <a:lnB>
                      <a:noFill/>
                    </a:lnB>
                    <a:noFill/>
                  </a:tcPr>
                </a:tc>
                <a:tc rowSpan="3">
                  <a:txBody>
                    <a:bodyPr/>
                    <a:lstStyle/>
                    <a:p>
                      <a:pPr algn="l" fontAlgn="ct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Blocage des systèmes critiques, compromission des données industrielles, arrêt de production.</a:t>
                      </a:r>
                    </a:p>
                  </a:txBody>
                  <a:tcPr marL="8444" marR="8444" marT="8444" marB="0" anchor="ctr">
                    <a:lnL>
                      <a:noFill/>
                    </a:lnL>
                    <a:lnR>
                      <a:noFill/>
                    </a:lnR>
                    <a:lnT>
                      <a:noFill/>
                    </a:lnT>
                    <a:lnB>
                      <a:noFill/>
                    </a:lnB>
                    <a:noFill/>
                  </a:tcPr>
                </a:tc>
                <a:tc>
                  <a:txBody>
                    <a:bodyPr/>
                    <a:lstStyle/>
                    <a:p>
                      <a:pPr algn="l" fontAlgn="ct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Isolation immédiate des segments affectés avec </a:t>
                      </a:r>
                      <a:r>
                        <a:rPr lang="fr-FR"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Stormshield</a:t>
                      </a: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8444" marR="8444" marT="8444" marB="0" anchor="ctr">
                    <a:lnL>
                      <a:noFill/>
                    </a:lnL>
                    <a:lnR>
                      <a:noFill/>
                    </a:lnR>
                    <a:lnT>
                      <a:noFill/>
                    </a:lnT>
                    <a:lnB>
                      <a:noFill/>
                    </a:lnB>
                    <a:noFill/>
                  </a:tcPr>
                </a:tc>
                <a:tc>
                  <a:txBody>
                    <a:bodyPr/>
                    <a:lstStyle/>
                    <a:p>
                      <a:pPr algn="l" fontAlgn="ct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Minimisation des pertes et restauration rapide.</a:t>
                      </a:r>
                    </a:p>
                  </a:txBody>
                  <a:tcPr marL="8444" marR="8444" marT="8444" marB="0" anchor="ctr">
                    <a:lnL>
                      <a:noFill/>
                    </a:lnL>
                    <a:lnR>
                      <a:noFill/>
                    </a:lnR>
                    <a:lnT>
                      <a:noFill/>
                    </a:lnT>
                    <a:lnB>
                      <a:noFill/>
                    </a:lnB>
                    <a:noFill/>
                  </a:tcPr>
                </a:tc>
                <a:extLst>
                  <a:ext uri="{0D108BD9-81ED-4DB2-BD59-A6C34878D82A}">
                    <a16:rowId xmlns:a16="http://schemas.microsoft.com/office/drawing/2014/main" val="902253122"/>
                  </a:ext>
                </a:extLst>
              </a:tr>
              <a:tr h="408014">
                <a:tc vMerge="1">
                  <a:txBody>
                    <a:bodyPr/>
                    <a:lstStyle/>
                    <a:p>
                      <a:endParaRPr lang="fr-FR"/>
                    </a:p>
                  </a:txBody>
                  <a:tcPr/>
                </a:tc>
                <a:tc vMerge="1">
                  <a:txBody>
                    <a:bodyPr/>
                    <a:lstStyle/>
                    <a:p>
                      <a:endParaRPr lang="fr-FR"/>
                    </a:p>
                  </a:txBody>
                  <a:tcPr/>
                </a:tc>
                <a:tc>
                  <a:txBody>
                    <a:bodyPr/>
                    <a:lstStyle/>
                    <a:p>
                      <a:pPr algn="l" fontAlgn="ct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Restauration des systèmes à partir des </a:t>
                      </a:r>
                      <a:r>
                        <a:rPr lang="fr-FR"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backups Veeam et OVH Cloud</a:t>
                      </a: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8444" marR="8444" marT="8444" marB="0" anchor="ctr">
                    <a:lnL>
                      <a:noFill/>
                    </a:lnL>
                    <a:lnR>
                      <a:noFill/>
                    </a:lnR>
                    <a:lnT>
                      <a:noFill/>
                    </a:lnT>
                    <a:lnB>
                      <a:noFill/>
                    </a:lnB>
                    <a:noFill/>
                  </a:tcPr>
                </a:tc>
                <a:tc>
                  <a:txBody>
                    <a:bodyPr/>
                    <a:lstStyle/>
                    <a:p>
                      <a:pPr algn="l" fontAlgn="ct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Mise en place de correctifs pour éviter une récidive.</a:t>
                      </a:r>
                    </a:p>
                  </a:txBody>
                  <a:tcPr marL="8444" marR="8444" marT="8444" marB="0" anchor="ctr">
                    <a:lnL>
                      <a:noFill/>
                    </a:lnL>
                    <a:lnR>
                      <a:noFill/>
                    </a:lnR>
                    <a:lnT>
                      <a:noFill/>
                    </a:lnT>
                    <a:lnB>
                      <a:noFill/>
                    </a:lnB>
                    <a:noFill/>
                  </a:tcPr>
                </a:tc>
                <a:extLst>
                  <a:ext uri="{0D108BD9-81ED-4DB2-BD59-A6C34878D82A}">
                    <a16:rowId xmlns:a16="http://schemas.microsoft.com/office/drawing/2014/main" val="324281833"/>
                  </a:ext>
                </a:extLst>
              </a:tr>
              <a:tr h="607009">
                <a:tc vMerge="1">
                  <a:txBody>
                    <a:bodyPr/>
                    <a:lstStyle/>
                    <a:p>
                      <a:endParaRPr lang="fr-FR"/>
                    </a:p>
                  </a:txBody>
                  <a:tcPr/>
                </a:tc>
                <a:tc vMerge="1">
                  <a:txBody>
                    <a:bodyPr/>
                    <a:lstStyle/>
                    <a:p>
                      <a:endParaRPr lang="fr-FR"/>
                    </a:p>
                  </a:txBody>
                  <a:tcPr/>
                </a:tc>
                <a:tc>
                  <a:txBody>
                    <a:bodyPr/>
                    <a:lstStyle/>
                    <a:p>
                      <a:pPr algn="l" fontAlgn="ct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Analyse forensique et durcissement des règles de cybersécurité (audit, patching, MFA).</a:t>
                      </a:r>
                    </a:p>
                  </a:txBody>
                  <a:tcPr marL="8444" marR="8444" marT="8444" marB="0" anchor="ctr">
                    <a:lnL>
                      <a:noFill/>
                    </a:lnL>
                    <a:lnR>
                      <a:noFill/>
                    </a:lnR>
                    <a:lnT>
                      <a:noFill/>
                    </a:lnT>
                    <a:lnB>
                      <a:noFill/>
                    </a:lnB>
                    <a:noFill/>
                  </a:tcPr>
                </a:tc>
                <a:tc>
                  <a:txBody>
                    <a:bodyPr/>
                    <a:lstStyle/>
                    <a:p>
                      <a:pPr algn="l" fontAlgn="ctr"/>
                      <a:endPar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8444" marR="8444" marT="8444" marB="0" anchor="ctr">
                    <a:lnL>
                      <a:noFill/>
                    </a:lnL>
                    <a:lnR>
                      <a:noFill/>
                    </a:lnR>
                    <a:lnT>
                      <a:noFill/>
                    </a:lnT>
                    <a:lnB>
                      <a:noFill/>
                    </a:lnB>
                    <a:noFill/>
                  </a:tcPr>
                </a:tc>
                <a:extLst>
                  <a:ext uri="{0D108BD9-81ED-4DB2-BD59-A6C34878D82A}">
                    <a16:rowId xmlns:a16="http://schemas.microsoft.com/office/drawing/2014/main" val="3356869610"/>
                  </a:ext>
                </a:extLst>
              </a:tr>
              <a:tr h="408014">
                <a:tc rowSpan="3">
                  <a:txBody>
                    <a:bodyPr/>
                    <a:lstStyle/>
                    <a:p>
                      <a:pPr algn="l" fontAlgn="ctr"/>
                      <a:r>
                        <a:rPr lang="fr-FR"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Échec de l'intégration du MES (Manufacturing Execution System)</a:t>
                      </a:r>
                    </a:p>
                  </a:txBody>
                  <a:tcPr marL="8444" marR="8444" marT="8444" marB="0" anchor="ctr">
                    <a:lnL>
                      <a:noFill/>
                    </a:lnL>
                    <a:lnR>
                      <a:noFill/>
                    </a:lnR>
                    <a:lnT>
                      <a:noFill/>
                    </a:lnT>
                    <a:lnB>
                      <a:noFill/>
                    </a:lnB>
                    <a:noFill/>
                  </a:tcPr>
                </a:tc>
                <a:tc rowSpan="3">
                  <a:txBody>
                    <a:bodyPr/>
                    <a:lstStyle/>
                    <a:p>
                      <a:pPr algn="l" fontAlgn="ct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Suivi de production inefficace, perte de visibilité en temps réel.</a:t>
                      </a:r>
                    </a:p>
                  </a:txBody>
                  <a:tcPr marL="8444" marR="8444" marT="8444" marB="0" anchor="ctr">
                    <a:lnL>
                      <a:noFill/>
                    </a:lnL>
                    <a:lnR>
                      <a:noFill/>
                    </a:lnR>
                    <a:lnT>
                      <a:noFill/>
                    </a:lnT>
                    <a:lnB>
                      <a:noFill/>
                    </a:lnB>
                    <a:noFill/>
                  </a:tcPr>
                </a:tc>
                <a:tc>
                  <a:txBody>
                    <a:bodyPr/>
                    <a:lstStyle/>
                    <a:p>
                      <a:pPr algn="l" fontAlgn="ct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Phase de </a:t>
                      </a:r>
                      <a:r>
                        <a:rPr lang="fr-FR"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test en environnement pilote</a:t>
                      </a: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avant généralisation.</a:t>
                      </a:r>
                    </a:p>
                  </a:txBody>
                  <a:tcPr marL="8444" marR="8444" marT="8444" marB="0" anchor="ctr">
                    <a:lnL>
                      <a:noFill/>
                    </a:lnL>
                    <a:lnR>
                      <a:noFill/>
                    </a:lnR>
                    <a:lnT>
                      <a:noFill/>
                    </a:lnT>
                    <a:lnB>
                      <a:noFill/>
                    </a:lnB>
                    <a:noFill/>
                  </a:tcPr>
                </a:tc>
                <a:tc>
                  <a:txBody>
                    <a:bodyPr/>
                    <a:lstStyle/>
                    <a:p>
                      <a:pPr algn="l" fontAlgn="ct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Intégration progressive et sans interruption de la production.</a:t>
                      </a:r>
                    </a:p>
                  </a:txBody>
                  <a:tcPr marL="8444" marR="8444" marT="8444" marB="0" anchor="ctr">
                    <a:lnL>
                      <a:noFill/>
                    </a:lnL>
                    <a:lnR>
                      <a:noFill/>
                    </a:lnR>
                    <a:lnT>
                      <a:noFill/>
                    </a:lnT>
                    <a:lnB>
                      <a:noFill/>
                    </a:lnB>
                    <a:noFill/>
                  </a:tcPr>
                </a:tc>
                <a:extLst>
                  <a:ext uri="{0D108BD9-81ED-4DB2-BD59-A6C34878D82A}">
                    <a16:rowId xmlns:a16="http://schemas.microsoft.com/office/drawing/2014/main" val="828791576"/>
                  </a:ext>
                </a:extLst>
              </a:tr>
              <a:tr h="408014">
                <a:tc vMerge="1">
                  <a:txBody>
                    <a:bodyPr/>
                    <a:lstStyle/>
                    <a:p>
                      <a:endParaRPr lang="fr-FR"/>
                    </a:p>
                  </a:txBody>
                  <a:tcPr/>
                </a:tc>
                <a:tc vMerge="1">
                  <a:txBody>
                    <a:bodyPr/>
                    <a:lstStyle/>
                    <a:p>
                      <a:endParaRPr lang="fr-FR"/>
                    </a:p>
                  </a:txBody>
                  <a:tcPr/>
                </a:tc>
                <a:tc>
                  <a:txBody>
                    <a:bodyPr/>
                    <a:lstStyle/>
                    <a:p>
                      <a:pPr algn="l" fontAlgn="ct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Repli temporaire vers l’ancien système en parallèle.</a:t>
                      </a:r>
                    </a:p>
                  </a:txBody>
                  <a:tcPr marL="8444" marR="8444" marT="8444" marB="0" anchor="ctr">
                    <a:lnL>
                      <a:noFill/>
                    </a:lnL>
                    <a:lnR>
                      <a:noFill/>
                    </a:lnR>
                    <a:lnT>
                      <a:noFill/>
                    </a:lnT>
                    <a:lnB>
                      <a:noFill/>
                    </a:lnB>
                    <a:noFill/>
                  </a:tcPr>
                </a:tc>
                <a:tc>
                  <a:txBody>
                    <a:bodyPr/>
                    <a:lstStyle/>
                    <a:p>
                      <a:pPr algn="l" fontAlgn="ct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Garantie d’une adoption efficace par les utilisateurs.</a:t>
                      </a:r>
                    </a:p>
                  </a:txBody>
                  <a:tcPr marL="8444" marR="8444" marT="8444" marB="0" anchor="ctr">
                    <a:lnL>
                      <a:noFill/>
                    </a:lnL>
                    <a:lnR>
                      <a:noFill/>
                    </a:lnR>
                    <a:lnT>
                      <a:noFill/>
                    </a:lnT>
                    <a:lnB>
                      <a:noFill/>
                    </a:lnB>
                    <a:noFill/>
                  </a:tcPr>
                </a:tc>
                <a:extLst>
                  <a:ext uri="{0D108BD9-81ED-4DB2-BD59-A6C34878D82A}">
                    <a16:rowId xmlns:a16="http://schemas.microsoft.com/office/drawing/2014/main" val="333397491"/>
                  </a:ext>
                </a:extLst>
              </a:tr>
              <a:tr h="408014">
                <a:tc vMerge="1">
                  <a:txBody>
                    <a:bodyPr/>
                    <a:lstStyle/>
                    <a:p>
                      <a:endParaRPr lang="fr-FR"/>
                    </a:p>
                  </a:txBody>
                  <a:tcPr/>
                </a:tc>
                <a:tc vMerge="1">
                  <a:txBody>
                    <a:bodyPr/>
                    <a:lstStyle/>
                    <a:p>
                      <a:endParaRPr lang="fr-FR"/>
                    </a:p>
                  </a:txBody>
                  <a:tcPr/>
                </a:tc>
                <a:tc>
                  <a:txBody>
                    <a:bodyPr/>
                    <a:lstStyle/>
                    <a:p>
                      <a:pPr algn="l" fontAlgn="ct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Support technique renforcé et adaptation du paramétrage aux besoins réels des équipes.</a:t>
                      </a:r>
                    </a:p>
                  </a:txBody>
                  <a:tcPr marL="8444" marR="8444" marT="8444" marB="0" anchor="ctr">
                    <a:lnL>
                      <a:noFill/>
                    </a:lnL>
                    <a:lnR>
                      <a:noFill/>
                    </a:lnR>
                    <a:lnT>
                      <a:noFill/>
                    </a:lnT>
                    <a:lnB>
                      <a:noFill/>
                    </a:lnB>
                    <a:noFill/>
                  </a:tcPr>
                </a:tc>
                <a:tc>
                  <a:txBody>
                    <a:bodyPr/>
                    <a:lstStyle/>
                    <a:p>
                      <a:pPr algn="l" fontAlgn="ctr"/>
                      <a:endPar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8444" marR="8444" marT="8444" marB="0" anchor="ctr">
                    <a:lnL>
                      <a:noFill/>
                    </a:lnL>
                    <a:lnR>
                      <a:noFill/>
                    </a:lnR>
                    <a:lnT>
                      <a:noFill/>
                    </a:lnT>
                    <a:lnB>
                      <a:noFill/>
                    </a:lnB>
                    <a:noFill/>
                  </a:tcPr>
                </a:tc>
                <a:extLst>
                  <a:ext uri="{0D108BD9-81ED-4DB2-BD59-A6C34878D82A}">
                    <a16:rowId xmlns:a16="http://schemas.microsoft.com/office/drawing/2014/main" val="3971504645"/>
                  </a:ext>
                </a:extLst>
              </a:tr>
              <a:tr h="408014">
                <a:tc rowSpan="3">
                  <a:txBody>
                    <a:bodyPr/>
                    <a:lstStyle/>
                    <a:p>
                      <a:pPr algn="l" fontAlgn="ctr"/>
                      <a:r>
                        <a:rPr lang="fr-FR"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Panne majeure des sauvegardes (Veeam, OVH Cold Archive)</a:t>
                      </a:r>
                    </a:p>
                  </a:txBody>
                  <a:tcPr marL="8444" marR="8444" marT="8444" marB="0" anchor="ctr">
                    <a:lnL>
                      <a:noFill/>
                    </a:lnL>
                    <a:lnR>
                      <a:noFill/>
                    </a:lnR>
                    <a:lnT>
                      <a:noFill/>
                    </a:lnT>
                    <a:lnB>
                      <a:noFill/>
                    </a:lnB>
                    <a:noFill/>
                  </a:tcPr>
                </a:tc>
                <a:tc rowSpan="3">
                  <a:txBody>
                    <a:bodyPr/>
                    <a:lstStyle/>
                    <a:p>
                      <a:pPr algn="l" fontAlgn="ct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Perte définitive des données critiques, impact sur l’activité.</a:t>
                      </a:r>
                    </a:p>
                  </a:txBody>
                  <a:tcPr marL="8444" marR="8444" marT="8444" marB="0" anchor="ctr">
                    <a:lnL>
                      <a:noFill/>
                    </a:lnL>
                    <a:lnR>
                      <a:noFill/>
                    </a:lnR>
                    <a:lnT>
                      <a:noFill/>
                    </a:lnT>
                    <a:lnB>
                      <a:noFill/>
                    </a:lnB>
                    <a:noFill/>
                  </a:tcPr>
                </a:tc>
                <a:tc>
                  <a:txBody>
                    <a:bodyPr/>
                    <a:lstStyle/>
                    <a:p>
                      <a:pPr algn="l" fontAlgn="ct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Plan de restauration depuis la </a:t>
                      </a:r>
                      <a:r>
                        <a:rPr lang="fr-FR"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dernière sauvegarde locale</a:t>
                      </a: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8444" marR="8444" marT="8444" marB="0" anchor="ctr">
                    <a:lnL>
                      <a:noFill/>
                    </a:lnL>
                    <a:lnR>
                      <a:noFill/>
                    </a:lnR>
                    <a:lnT>
                      <a:noFill/>
                    </a:lnT>
                    <a:lnB>
                      <a:noFill/>
                    </a:lnB>
                    <a:noFill/>
                  </a:tcPr>
                </a:tc>
                <a:tc>
                  <a:txBody>
                    <a:bodyPr/>
                    <a:lstStyle/>
                    <a:p>
                      <a:pPr algn="l" fontAlgn="ct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Protection des données sans risque de perte définitive.</a:t>
                      </a:r>
                    </a:p>
                  </a:txBody>
                  <a:tcPr marL="8444" marR="8444" marT="8444" marB="0" anchor="ctr">
                    <a:lnL>
                      <a:noFill/>
                    </a:lnL>
                    <a:lnR>
                      <a:noFill/>
                    </a:lnR>
                    <a:lnT>
                      <a:noFill/>
                    </a:lnT>
                    <a:lnB>
                      <a:noFill/>
                    </a:lnB>
                    <a:noFill/>
                  </a:tcPr>
                </a:tc>
                <a:extLst>
                  <a:ext uri="{0D108BD9-81ED-4DB2-BD59-A6C34878D82A}">
                    <a16:rowId xmlns:a16="http://schemas.microsoft.com/office/drawing/2014/main" val="4262291484"/>
                  </a:ext>
                </a:extLst>
              </a:tr>
              <a:tr h="408014">
                <a:tc vMerge="1">
                  <a:txBody>
                    <a:bodyPr/>
                    <a:lstStyle/>
                    <a:p>
                      <a:endParaRPr lang="fr-FR"/>
                    </a:p>
                  </a:txBody>
                  <a:tcPr/>
                </a:tc>
                <a:tc vMerge="1">
                  <a:txBody>
                    <a:bodyPr/>
                    <a:lstStyle/>
                    <a:p>
                      <a:endParaRPr lang="fr-FR"/>
                    </a:p>
                  </a:txBody>
                  <a:tcPr/>
                </a:tc>
                <a:tc>
                  <a:txBody>
                    <a:bodyPr/>
                    <a:lstStyle/>
                    <a:p>
                      <a:pPr algn="l" fontAlgn="ct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Activation des </a:t>
                      </a:r>
                      <a:r>
                        <a:rPr lang="fr-FR" sz="11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backups de secours</a:t>
                      </a: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hébergés sur un cloud alternatif.</a:t>
                      </a:r>
                    </a:p>
                  </a:txBody>
                  <a:tcPr marL="8444" marR="8444" marT="8444" marB="0" anchor="ctr">
                    <a:lnL>
                      <a:noFill/>
                    </a:lnL>
                    <a:lnR>
                      <a:noFill/>
                    </a:lnR>
                    <a:lnT>
                      <a:noFill/>
                    </a:lnT>
                    <a:lnB>
                      <a:noFill/>
                    </a:lnB>
                    <a:noFill/>
                  </a:tcPr>
                </a:tc>
                <a:tc>
                  <a:txBody>
                    <a:bodyPr/>
                    <a:lstStyle/>
                    <a:p>
                      <a:pPr algn="l" fontAlgn="ct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Garantie de reprise rapide d’activité.</a:t>
                      </a:r>
                    </a:p>
                  </a:txBody>
                  <a:tcPr marL="8444" marR="8444" marT="8444" marB="0" anchor="ctr">
                    <a:lnL>
                      <a:noFill/>
                    </a:lnL>
                    <a:lnR>
                      <a:noFill/>
                    </a:lnR>
                    <a:lnT>
                      <a:noFill/>
                    </a:lnT>
                    <a:lnB>
                      <a:noFill/>
                    </a:lnB>
                    <a:noFill/>
                  </a:tcPr>
                </a:tc>
                <a:extLst>
                  <a:ext uri="{0D108BD9-81ED-4DB2-BD59-A6C34878D82A}">
                    <a16:rowId xmlns:a16="http://schemas.microsoft.com/office/drawing/2014/main" val="1532889988"/>
                  </a:ext>
                </a:extLst>
              </a:tr>
              <a:tr h="408014">
                <a:tc vMerge="1">
                  <a:txBody>
                    <a:bodyPr/>
                    <a:lstStyle/>
                    <a:p>
                      <a:endParaRPr lang="fr-FR"/>
                    </a:p>
                  </a:txBody>
                  <a:tcPr/>
                </a:tc>
                <a:tc vMerge="1">
                  <a:txBody>
                    <a:bodyPr/>
                    <a:lstStyle/>
                    <a:p>
                      <a:endParaRPr lang="fr-FR"/>
                    </a:p>
                  </a:txBody>
                  <a:tcPr/>
                </a:tc>
                <a:tc>
                  <a:txBody>
                    <a:bodyPr/>
                    <a:lstStyle/>
                    <a:p>
                      <a:pPr algn="l" fontAlgn="ctr"/>
                      <a:r>
                        <a:rPr lang="fr-FR"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Vérification de l’intégrité des sauvegardes avant toute restauration.</a:t>
                      </a:r>
                    </a:p>
                  </a:txBody>
                  <a:tcPr marL="8444" marR="8444" marT="8444" marB="0" anchor="ctr">
                    <a:lnL>
                      <a:noFill/>
                    </a:lnL>
                    <a:lnR>
                      <a:noFill/>
                    </a:lnR>
                    <a:lnT>
                      <a:noFill/>
                    </a:lnT>
                    <a:lnB>
                      <a:noFill/>
                    </a:lnB>
                    <a:noFill/>
                  </a:tcPr>
                </a:tc>
                <a:tc>
                  <a:txBody>
                    <a:bodyPr/>
                    <a:lstStyle/>
                    <a:p>
                      <a:pPr algn="l" fontAlgn="ctr"/>
                      <a:endParaRPr lang="fr-FR"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8444" marR="8444" marT="8444" marB="0" anchor="ctr">
                    <a:lnL>
                      <a:noFill/>
                    </a:lnL>
                    <a:lnR>
                      <a:noFill/>
                    </a:lnR>
                    <a:lnT>
                      <a:noFill/>
                    </a:lnT>
                    <a:lnB>
                      <a:noFill/>
                    </a:lnB>
                    <a:noFill/>
                  </a:tcPr>
                </a:tc>
                <a:extLst>
                  <a:ext uri="{0D108BD9-81ED-4DB2-BD59-A6C34878D82A}">
                    <a16:rowId xmlns:a16="http://schemas.microsoft.com/office/drawing/2014/main" val="2836775467"/>
                  </a:ext>
                </a:extLst>
              </a:tr>
            </a:tbl>
          </a:graphicData>
        </a:graphic>
      </p:graphicFrame>
      <p:sp>
        <p:nvSpPr>
          <p:cNvPr id="28" name="ZoneTexte 27">
            <a:extLst>
              <a:ext uri="{FF2B5EF4-FFF2-40B4-BE49-F238E27FC236}">
                <a16:creationId xmlns:a16="http://schemas.microsoft.com/office/drawing/2014/main" id="{E6756701-DBF5-DF57-3C2B-7702F98108EF}"/>
              </a:ext>
            </a:extLst>
          </p:cNvPr>
          <p:cNvSpPr txBox="1"/>
          <p:nvPr/>
        </p:nvSpPr>
        <p:spPr>
          <a:xfrm>
            <a:off x="-36845" y="2433036"/>
            <a:ext cx="189224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1. Introduction &amp; Contexte</a:t>
            </a:r>
          </a:p>
        </p:txBody>
      </p:sp>
      <p:sp>
        <p:nvSpPr>
          <p:cNvPr id="29" name="ZoneTexte 28">
            <a:extLst>
              <a:ext uri="{FF2B5EF4-FFF2-40B4-BE49-F238E27FC236}">
                <a16:creationId xmlns:a16="http://schemas.microsoft.com/office/drawing/2014/main" id="{8900199D-9305-8AD1-0FEC-AA30D580D536}"/>
              </a:ext>
            </a:extLst>
          </p:cNvPr>
          <p:cNvSpPr txBox="1"/>
          <p:nvPr/>
        </p:nvSpPr>
        <p:spPr>
          <a:xfrm>
            <a:off x="-32814" y="2711031"/>
            <a:ext cx="177119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2. L’existant &amp; Limitations</a:t>
            </a:r>
          </a:p>
        </p:txBody>
      </p:sp>
      <p:sp>
        <p:nvSpPr>
          <p:cNvPr id="30" name="ZoneTexte 29">
            <a:extLst>
              <a:ext uri="{FF2B5EF4-FFF2-40B4-BE49-F238E27FC236}">
                <a16:creationId xmlns:a16="http://schemas.microsoft.com/office/drawing/2014/main" id="{EB7A7C1C-3D60-4807-CF0C-8A7502E6F2A6}"/>
              </a:ext>
            </a:extLst>
          </p:cNvPr>
          <p:cNvSpPr txBox="1"/>
          <p:nvPr/>
        </p:nvSpPr>
        <p:spPr>
          <a:xfrm>
            <a:off x="-32817" y="2988030"/>
            <a:ext cx="136191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3. Note de cadrage</a:t>
            </a:r>
          </a:p>
        </p:txBody>
      </p:sp>
      <p:sp>
        <p:nvSpPr>
          <p:cNvPr id="31" name="ZoneTexte 30">
            <a:extLst>
              <a:ext uri="{FF2B5EF4-FFF2-40B4-BE49-F238E27FC236}">
                <a16:creationId xmlns:a16="http://schemas.microsoft.com/office/drawing/2014/main" id="{B00A3407-10AF-3ABF-7905-10A27938339F}"/>
              </a:ext>
            </a:extLst>
          </p:cNvPr>
          <p:cNvSpPr txBox="1"/>
          <p:nvPr/>
        </p:nvSpPr>
        <p:spPr>
          <a:xfrm>
            <a:off x="-32816" y="3265029"/>
            <a:ext cx="155702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4. Analyse des risques</a:t>
            </a:r>
          </a:p>
        </p:txBody>
      </p:sp>
      <p:sp>
        <p:nvSpPr>
          <p:cNvPr id="32" name="ZoneTexte 31">
            <a:extLst>
              <a:ext uri="{FF2B5EF4-FFF2-40B4-BE49-F238E27FC236}">
                <a16:creationId xmlns:a16="http://schemas.microsoft.com/office/drawing/2014/main" id="{1F089A9A-945F-6143-9EFD-FA0F0138BCA2}"/>
              </a:ext>
            </a:extLst>
          </p:cNvPr>
          <p:cNvSpPr txBox="1"/>
          <p:nvPr/>
        </p:nvSpPr>
        <p:spPr>
          <a:xfrm>
            <a:off x="-17181" y="3542028"/>
            <a:ext cx="1063304"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5. Nouveau SI</a:t>
            </a:r>
          </a:p>
        </p:txBody>
      </p:sp>
      <p:sp>
        <p:nvSpPr>
          <p:cNvPr id="33" name="ZoneTexte 32">
            <a:extLst>
              <a:ext uri="{FF2B5EF4-FFF2-40B4-BE49-F238E27FC236}">
                <a16:creationId xmlns:a16="http://schemas.microsoft.com/office/drawing/2014/main" id="{0A1CF415-1AC4-E515-1416-BF6275759B1A}"/>
              </a:ext>
            </a:extLst>
          </p:cNvPr>
          <p:cNvSpPr txBox="1"/>
          <p:nvPr/>
        </p:nvSpPr>
        <p:spPr>
          <a:xfrm>
            <a:off x="299673" y="3815001"/>
            <a:ext cx="2012346" cy="276999"/>
          </a:xfrm>
          <a:prstGeom prst="rect">
            <a:avLst/>
          </a:prstGeom>
          <a:noFill/>
        </p:spPr>
        <p:txBody>
          <a:bodyPr wrap="none" rtlCol="0">
            <a:spAutoFit/>
          </a:bodyPr>
          <a:lstStyle/>
          <a:p>
            <a:r>
              <a:rPr lang="fr-FR" sz="1200" b="1" dirty="0">
                <a:solidFill>
                  <a:srgbClr val="C00000"/>
                </a:solidFill>
                <a:latin typeface="Calibri" panose="020F0502020204030204" pitchFamily="34" charset="0"/>
                <a:ea typeface="Calibri" panose="020F0502020204030204" pitchFamily="34" charset="0"/>
                <a:cs typeface="Calibri" panose="020F0502020204030204" pitchFamily="34" charset="0"/>
              </a:rPr>
              <a:t>6. Déploiement et formation</a:t>
            </a:r>
          </a:p>
        </p:txBody>
      </p:sp>
      <p:sp>
        <p:nvSpPr>
          <p:cNvPr id="34" name="ZoneTexte 33">
            <a:extLst>
              <a:ext uri="{FF2B5EF4-FFF2-40B4-BE49-F238E27FC236}">
                <a16:creationId xmlns:a16="http://schemas.microsoft.com/office/drawing/2014/main" id="{4E78822D-5659-994D-8B7D-BF1CA650BF73}"/>
              </a:ext>
            </a:extLst>
          </p:cNvPr>
          <p:cNvSpPr txBox="1"/>
          <p:nvPr/>
        </p:nvSpPr>
        <p:spPr>
          <a:xfrm>
            <a:off x="-13697" y="4098017"/>
            <a:ext cx="1845955"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7. Contrat de maintenance</a:t>
            </a:r>
          </a:p>
        </p:txBody>
      </p:sp>
    </p:spTree>
    <p:extLst>
      <p:ext uri="{BB962C8B-B14F-4D97-AF65-F5344CB8AC3E}">
        <p14:creationId xmlns:p14="http://schemas.microsoft.com/office/powerpoint/2010/main" val="18192018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98C49-3D1B-2235-6E0D-1B5077529FBF}"/>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7F76DF60-FF61-A1D5-B5AA-A1FAAA017F32}"/>
              </a:ext>
            </a:extLst>
          </p:cNvPr>
          <p:cNvSpPr>
            <a:spLocks noGrp="1"/>
          </p:cNvSpPr>
          <p:nvPr>
            <p:ph type="dt" sz="half" idx="10"/>
          </p:nvPr>
        </p:nvSpPr>
        <p:spPr/>
        <p:txBody>
          <a:bodyPr/>
          <a:lstStyle/>
          <a:p>
            <a:fld id="{71A39EF6-AF95-4ACF-B35E-ACB6264B09CC}" type="datetime1">
              <a:rPr lang="fr-FR" smtClean="0"/>
              <a:t>04/03/2025</a:t>
            </a:fld>
            <a:endParaRPr lang="fr-FR"/>
          </a:p>
        </p:txBody>
      </p:sp>
      <p:sp>
        <p:nvSpPr>
          <p:cNvPr id="5" name="Espace réservé du numéro de diapositive 4">
            <a:extLst>
              <a:ext uri="{FF2B5EF4-FFF2-40B4-BE49-F238E27FC236}">
                <a16:creationId xmlns:a16="http://schemas.microsoft.com/office/drawing/2014/main" id="{4B6DC890-755A-813D-3E6D-D9EE9EB291C9}"/>
              </a:ext>
            </a:extLst>
          </p:cNvPr>
          <p:cNvSpPr>
            <a:spLocks noGrp="1"/>
          </p:cNvSpPr>
          <p:nvPr>
            <p:ph type="sldNum" sz="quarter" idx="12"/>
          </p:nvPr>
        </p:nvSpPr>
        <p:spPr/>
        <p:txBody>
          <a:bodyPr/>
          <a:lstStyle/>
          <a:p>
            <a:fld id="{C4B8AC06-870A-4C43-8EB6-F7945B1E9F37}" type="slidenum">
              <a:rPr lang="fr-FR" smtClean="0"/>
              <a:t>44</a:t>
            </a:fld>
            <a:endParaRPr lang="fr-FR"/>
          </a:p>
        </p:txBody>
      </p:sp>
      <p:sp>
        <p:nvSpPr>
          <p:cNvPr id="6" name="ZoneTexte 5">
            <a:extLst>
              <a:ext uri="{FF2B5EF4-FFF2-40B4-BE49-F238E27FC236}">
                <a16:creationId xmlns:a16="http://schemas.microsoft.com/office/drawing/2014/main" id="{EAA7981D-C8D0-227A-F708-37B90FF19D8E}"/>
              </a:ext>
            </a:extLst>
          </p:cNvPr>
          <p:cNvSpPr txBox="1"/>
          <p:nvPr/>
        </p:nvSpPr>
        <p:spPr>
          <a:xfrm>
            <a:off x="4774440" y="94283"/>
            <a:ext cx="4744464" cy="338554"/>
          </a:xfrm>
          <a:prstGeom prst="rect">
            <a:avLst/>
          </a:prstGeom>
          <a:noFill/>
        </p:spPr>
        <p:txBody>
          <a:bodyPr wrap="square">
            <a:spAutoFit/>
          </a:bodyPr>
          <a:lstStyle/>
          <a:p>
            <a:pPr algn="ctr"/>
            <a:r>
              <a:rPr lang="fr-FR" sz="1600" b="1" dirty="0">
                <a:solidFill>
                  <a:schemeClr val="bg1"/>
                </a:solidFill>
                <a:latin typeface="Calibri" panose="020F0502020204030204" pitchFamily="34" charset="0"/>
                <a:ea typeface="Calibri" panose="020F0502020204030204" pitchFamily="34" charset="0"/>
                <a:cs typeface="Calibri" panose="020F0502020204030204" pitchFamily="34" charset="0"/>
              </a:rPr>
              <a:t>7. Contrat de maintenance</a:t>
            </a:r>
          </a:p>
        </p:txBody>
      </p:sp>
      <p:sp>
        <p:nvSpPr>
          <p:cNvPr id="28" name="ZoneTexte 27">
            <a:extLst>
              <a:ext uri="{FF2B5EF4-FFF2-40B4-BE49-F238E27FC236}">
                <a16:creationId xmlns:a16="http://schemas.microsoft.com/office/drawing/2014/main" id="{5A3C5714-B362-F04A-20BA-86F7351EB30D}"/>
              </a:ext>
            </a:extLst>
          </p:cNvPr>
          <p:cNvSpPr txBox="1"/>
          <p:nvPr/>
        </p:nvSpPr>
        <p:spPr>
          <a:xfrm>
            <a:off x="-36845" y="2433036"/>
            <a:ext cx="189224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1. Introduction &amp; Contexte</a:t>
            </a:r>
          </a:p>
        </p:txBody>
      </p:sp>
      <p:sp>
        <p:nvSpPr>
          <p:cNvPr id="29" name="ZoneTexte 28">
            <a:extLst>
              <a:ext uri="{FF2B5EF4-FFF2-40B4-BE49-F238E27FC236}">
                <a16:creationId xmlns:a16="http://schemas.microsoft.com/office/drawing/2014/main" id="{96A02B1D-8C76-2BCF-5CED-91F99859EF7B}"/>
              </a:ext>
            </a:extLst>
          </p:cNvPr>
          <p:cNvSpPr txBox="1"/>
          <p:nvPr/>
        </p:nvSpPr>
        <p:spPr>
          <a:xfrm>
            <a:off x="-32814" y="2711031"/>
            <a:ext cx="177119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2. L’existant &amp; Limitations</a:t>
            </a:r>
          </a:p>
        </p:txBody>
      </p:sp>
      <p:sp>
        <p:nvSpPr>
          <p:cNvPr id="30" name="ZoneTexte 29">
            <a:extLst>
              <a:ext uri="{FF2B5EF4-FFF2-40B4-BE49-F238E27FC236}">
                <a16:creationId xmlns:a16="http://schemas.microsoft.com/office/drawing/2014/main" id="{680D2015-52E0-D81C-5322-BC8C7914BED2}"/>
              </a:ext>
            </a:extLst>
          </p:cNvPr>
          <p:cNvSpPr txBox="1"/>
          <p:nvPr/>
        </p:nvSpPr>
        <p:spPr>
          <a:xfrm>
            <a:off x="-32817" y="2988030"/>
            <a:ext cx="1361911"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3. Note de cadrage</a:t>
            </a:r>
          </a:p>
        </p:txBody>
      </p:sp>
      <p:sp>
        <p:nvSpPr>
          <p:cNvPr id="31" name="ZoneTexte 30">
            <a:extLst>
              <a:ext uri="{FF2B5EF4-FFF2-40B4-BE49-F238E27FC236}">
                <a16:creationId xmlns:a16="http://schemas.microsoft.com/office/drawing/2014/main" id="{FB769CB3-1505-93B7-A3BC-6C72ADA12365}"/>
              </a:ext>
            </a:extLst>
          </p:cNvPr>
          <p:cNvSpPr txBox="1"/>
          <p:nvPr/>
        </p:nvSpPr>
        <p:spPr>
          <a:xfrm>
            <a:off x="-32816" y="3265029"/>
            <a:ext cx="1557029"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4. Analyse des risques</a:t>
            </a:r>
          </a:p>
        </p:txBody>
      </p:sp>
      <p:sp>
        <p:nvSpPr>
          <p:cNvPr id="32" name="ZoneTexte 31">
            <a:extLst>
              <a:ext uri="{FF2B5EF4-FFF2-40B4-BE49-F238E27FC236}">
                <a16:creationId xmlns:a16="http://schemas.microsoft.com/office/drawing/2014/main" id="{8C8EBCF3-A5F3-3B68-9704-F12D14630E83}"/>
              </a:ext>
            </a:extLst>
          </p:cNvPr>
          <p:cNvSpPr txBox="1"/>
          <p:nvPr/>
        </p:nvSpPr>
        <p:spPr>
          <a:xfrm>
            <a:off x="-17181" y="3542028"/>
            <a:ext cx="1063304"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5. Nouveau SI</a:t>
            </a:r>
          </a:p>
        </p:txBody>
      </p:sp>
      <p:sp>
        <p:nvSpPr>
          <p:cNvPr id="33" name="ZoneTexte 32">
            <a:extLst>
              <a:ext uri="{FF2B5EF4-FFF2-40B4-BE49-F238E27FC236}">
                <a16:creationId xmlns:a16="http://schemas.microsoft.com/office/drawing/2014/main" id="{32D9C545-4980-67E9-4CBC-259462581DB2}"/>
              </a:ext>
            </a:extLst>
          </p:cNvPr>
          <p:cNvSpPr txBox="1"/>
          <p:nvPr/>
        </p:nvSpPr>
        <p:spPr>
          <a:xfrm>
            <a:off x="-14960" y="3815001"/>
            <a:ext cx="2012346" cy="276999"/>
          </a:xfrm>
          <a:prstGeom prst="rect">
            <a:avLst/>
          </a:prstGeom>
          <a:noFill/>
        </p:spPr>
        <p:txBody>
          <a:bodyPr wrap="none" rtlCol="0">
            <a:spAutoFit/>
          </a:bodyPr>
          <a:lstStyle/>
          <a:p>
            <a:r>
              <a:rPr lang="fr-FR" sz="1200" dirty="0">
                <a:latin typeface="Calibri" panose="020F0502020204030204" pitchFamily="34" charset="0"/>
                <a:ea typeface="Calibri" panose="020F0502020204030204" pitchFamily="34" charset="0"/>
                <a:cs typeface="Calibri" panose="020F0502020204030204" pitchFamily="34" charset="0"/>
              </a:rPr>
              <a:t>6. Déploiement et formation</a:t>
            </a:r>
          </a:p>
        </p:txBody>
      </p:sp>
      <p:sp>
        <p:nvSpPr>
          <p:cNvPr id="34" name="ZoneTexte 33">
            <a:extLst>
              <a:ext uri="{FF2B5EF4-FFF2-40B4-BE49-F238E27FC236}">
                <a16:creationId xmlns:a16="http://schemas.microsoft.com/office/drawing/2014/main" id="{012500D1-2176-173F-276E-ADB99E6AD906}"/>
              </a:ext>
            </a:extLst>
          </p:cNvPr>
          <p:cNvSpPr txBox="1"/>
          <p:nvPr/>
        </p:nvSpPr>
        <p:spPr>
          <a:xfrm>
            <a:off x="389426" y="4098017"/>
            <a:ext cx="1880771" cy="276999"/>
          </a:xfrm>
          <a:prstGeom prst="rect">
            <a:avLst/>
          </a:prstGeom>
          <a:noFill/>
        </p:spPr>
        <p:txBody>
          <a:bodyPr wrap="none" rtlCol="0">
            <a:spAutoFit/>
          </a:bodyPr>
          <a:lstStyle/>
          <a:p>
            <a:r>
              <a:rPr lang="fr-FR" sz="1200" b="1" dirty="0">
                <a:solidFill>
                  <a:srgbClr val="C00000"/>
                </a:solidFill>
                <a:latin typeface="Calibri" panose="020F0502020204030204" pitchFamily="34" charset="0"/>
                <a:ea typeface="Calibri" panose="020F0502020204030204" pitchFamily="34" charset="0"/>
                <a:cs typeface="Calibri" panose="020F0502020204030204" pitchFamily="34" charset="0"/>
              </a:rPr>
              <a:t>7. Contrat de maintenance</a:t>
            </a:r>
          </a:p>
        </p:txBody>
      </p:sp>
      <p:graphicFrame>
        <p:nvGraphicFramePr>
          <p:cNvPr id="35" name="Tableau 34">
            <a:extLst>
              <a:ext uri="{FF2B5EF4-FFF2-40B4-BE49-F238E27FC236}">
                <a16:creationId xmlns:a16="http://schemas.microsoft.com/office/drawing/2014/main" id="{490CE8E1-09E8-A18B-2AE1-DC94C680D5FC}"/>
              </a:ext>
            </a:extLst>
          </p:cNvPr>
          <p:cNvGraphicFramePr>
            <a:graphicFrameLocks noGrp="1"/>
          </p:cNvGraphicFramePr>
          <p:nvPr>
            <p:extLst>
              <p:ext uri="{D42A27DB-BD31-4B8C-83A1-F6EECF244321}">
                <p14:modId xmlns:p14="http://schemas.microsoft.com/office/powerpoint/2010/main" val="961148590"/>
              </p:ext>
            </p:extLst>
          </p:nvPr>
        </p:nvGraphicFramePr>
        <p:xfrm>
          <a:off x="3497385" y="960082"/>
          <a:ext cx="7298573" cy="5163891"/>
        </p:xfrm>
        <a:graphic>
          <a:graphicData uri="http://schemas.openxmlformats.org/drawingml/2006/table">
            <a:tbl>
              <a:tblPr/>
              <a:tblGrid>
                <a:gridCol w="1671213">
                  <a:extLst>
                    <a:ext uri="{9D8B030D-6E8A-4147-A177-3AD203B41FA5}">
                      <a16:colId xmlns:a16="http://schemas.microsoft.com/office/drawing/2014/main" val="4097845719"/>
                    </a:ext>
                  </a:extLst>
                </a:gridCol>
                <a:gridCol w="2351028">
                  <a:extLst>
                    <a:ext uri="{9D8B030D-6E8A-4147-A177-3AD203B41FA5}">
                      <a16:colId xmlns:a16="http://schemas.microsoft.com/office/drawing/2014/main" val="1824738488"/>
                    </a:ext>
                  </a:extLst>
                </a:gridCol>
                <a:gridCol w="2162190">
                  <a:extLst>
                    <a:ext uri="{9D8B030D-6E8A-4147-A177-3AD203B41FA5}">
                      <a16:colId xmlns:a16="http://schemas.microsoft.com/office/drawing/2014/main" val="2259412760"/>
                    </a:ext>
                  </a:extLst>
                </a:gridCol>
                <a:gridCol w="1114142">
                  <a:extLst>
                    <a:ext uri="{9D8B030D-6E8A-4147-A177-3AD203B41FA5}">
                      <a16:colId xmlns:a16="http://schemas.microsoft.com/office/drawing/2014/main" val="2936986465"/>
                    </a:ext>
                  </a:extLst>
                </a:gridCol>
              </a:tblGrid>
              <a:tr h="252008">
                <a:tc>
                  <a:txBody>
                    <a:bodyPr/>
                    <a:lstStyle/>
                    <a:p>
                      <a:pPr algn="ctr" fontAlgn="base">
                        <a:lnSpc>
                          <a:spcPts val="1350"/>
                        </a:lnSpc>
                      </a:pPr>
                      <a:r>
                        <a:rPr lang="fr-FR" sz="900" b="1" i="0" u="none" strike="noStrike">
                          <a:solidFill>
                            <a:srgbClr val="FFFFFF"/>
                          </a:solidFill>
                          <a:effectLst/>
                          <a:latin typeface="Calibri" panose="020F0502020204030204" pitchFamily="34" charset="0"/>
                        </a:rPr>
                        <a:t>Service de Maintenance</a:t>
                      </a:r>
                      <a:r>
                        <a:rPr lang="fr-FR" sz="900" b="1" i="0">
                          <a:solidFill>
                            <a:srgbClr val="FFFFFF"/>
                          </a:solidFill>
                          <a:effectLst/>
                          <a:latin typeface="Calibri" panose="020F0502020204030204" pitchFamily="34" charset="0"/>
                        </a:rPr>
                        <a:t>​</a:t>
                      </a:r>
                      <a:endParaRPr lang="fr-FR" sz="1500" b="1" i="0">
                        <a:solidFill>
                          <a:srgbClr val="FFFFFF"/>
                        </a:solidFill>
                        <a:effectLst/>
                      </a:endParaRPr>
                    </a:p>
                  </a:txBody>
                  <a:tcPr marL="74561" marR="74561" marT="37281" marB="37281" anchor="ctr">
                    <a:lnL w="10678" cap="flat" cmpd="sng" algn="ctr">
                      <a:solidFill>
                        <a:srgbClr val="000000"/>
                      </a:solidFill>
                      <a:prstDash val="solid"/>
                      <a:round/>
                      <a:headEnd type="none" w="med" len="med"/>
                      <a:tailEnd type="none" w="med" len="med"/>
                    </a:lnL>
                    <a:lnR w="10678" cap="flat" cmpd="sng" algn="ctr">
                      <a:solidFill>
                        <a:srgbClr val="000000"/>
                      </a:solidFill>
                      <a:prstDash val="solid"/>
                      <a:round/>
                      <a:headEnd type="none" w="med" len="med"/>
                      <a:tailEnd type="none" w="med" len="med"/>
                    </a:lnR>
                    <a:lnT w="10678" cap="flat" cmpd="sng" algn="ctr">
                      <a:solidFill>
                        <a:srgbClr val="000000"/>
                      </a:solidFill>
                      <a:prstDash val="solid"/>
                      <a:round/>
                      <a:headEnd type="none" w="med" len="med"/>
                      <a:tailEnd type="none" w="med" len="med"/>
                    </a:lnT>
                    <a:lnB w="10678" cap="flat" cmpd="sng" algn="ctr">
                      <a:solidFill>
                        <a:srgbClr val="000000"/>
                      </a:solidFill>
                      <a:prstDash val="solid"/>
                      <a:round/>
                      <a:headEnd type="none" w="med" len="med"/>
                      <a:tailEnd type="none" w="med" len="med"/>
                    </a:lnB>
                    <a:solidFill>
                      <a:srgbClr val="4472C4"/>
                    </a:solidFill>
                  </a:tcPr>
                </a:tc>
                <a:tc>
                  <a:txBody>
                    <a:bodyPr/>
                    <a:lstStyle/>
                    <a:p>
                      <a:pPr algn="ctr" fontAlgn="base">
                        <a:lnSpc>
                          <a:spcPts val="1350"/>
                        </a:lnSpc>
                      </a:pPr>
                      <a:r>
                        <a:rPr lang="fr-FR" sz="900" b="1" i="0" u="none" strike="noStrike">
                          <a:solidFill>
                            <a:srgbClr val="FFFFFF"/>
                          </a:solidFill>
                          <a:effectLst/>
                          <a:latin typeface="Calibri" panose="020F0502020204030204" pitchFamily="34" charset="0"/>
                        </a:rPr>
                        <a:t>Description</a:t>
                      </a:r>
                      <a:r>
                        <a:rPr lang="fr-FR" sz="900" b="1" i="0">
                          <a:solidFill>
                            <a:srgbClr val="FFFFFF"/>
                          </a:solidFill>
                          <a:effectLst/>
                          <a:latin typeface="Calibri" panose="020F0502020204030204" pitchFamily="34" charset="0"/>
                        </a:rPr>
                        <a:t>​</a:t>
                      </a:r>
                      <a:endParaRPr lang="fr-FR" sz="1500" b="1" i="0">
                        <a:solidFill>
                          <a:srgbClr val="FFFFFF"/>
                        </a:solidFill>
                        <a:effectLst/>
                      </a:endParaRPr>
                    </a:p>
                  </a:txBody>
                  <a:tcPr marL="74561" marR="74561" marT="37281" marB="37281" anchor="ctr">
                    <a:lnL w="10678" cap="flat" cmpd="sng" algn="ctr">
                      <a:solidFill>
                        <a:srgbClr val="000000"/>
                      </a:solidFill>
                      <a:prstDash val="solid"/>
                      <a:round/>
                      <a:headEnd type="none" w="med" len="med"/>
                      <a:tailEnd type="none" w="med" len="med"/>
                    </a:lnL>
                    <a:lnR w="10678" cap="flat" cmpd="sng" algn="ctr">
                      <a:solidFill>
                        <a:srgbClr val="000000"/>
                      </a:solidFill>
                      <a:prstDash val="solid"/>
                      <a:round/>
                      <a:headEnd type="none" w="med" len="med"/>
                      <a:tailEnd type="none" w="med" len="med"/>
                    </a:lnR>
                    <a:lnT w="10678" cap="flat" cmpd="sng" algn="ctr">
                      <a:solidFill>
                        <a:srgbClr val="000000"/>
                      </a:solidFill>
                      <a:prstDash val="solid"/>
                      <a:round/>
                      <a:headEnd type="none" w="med" len="med"/>
                      <a:tailEnd type="none" w="med" len="med"/>
                    </a:lnT>
                    <a:lnB w="10678" cap="flat" cmpd="sng" algn="ctr">
                      <a:solidFill>
                        <a:srgbClr val="000000"/>
                      </a:solidFill>
                      <a:prstDash val="solid"/>
                      <a:round/>
                      <a:headEnd type="none" w="med" len="med"/>
                      <a:tailEnd type="none" w="med" len="med"/>
                    </a:lnB>
                    <a:solidFill>
                      <a:srgbClr val="4472C4"/>
                    </a:solidFill>
                  </a:tcPr>
                </a:tc>
                <a:tc>
                  <a:txBody>
                    <a:bodyPr/>
                    <a:lstStyle/>
                    <a:p>
                      <a:pPr algn="ctr" fontAlgn="base">
                        <a:lnSpc>
                          <a:spcPts val="1350"/>
                        </a:lnSpc>
                      </a:pPr>
                      <a:r>
                        <a:rPr lang="fr-FR" sz="900" b="1" i="0" u="none" strike="noStrike">
                          <a:solidFill>
                            <a:srgbClr val="FFFFFF"/>
                          </a:solidFill>
                          <a:effectLst/>
                          <a:latin typeface="Calibri" panose="020F0502020204030204" pitchFamily="34" charset="0"/>
                        </a:rPr>
                        <a:t>Quand ?</a:t>
                      </a:r>
                      <a:r>
                        <a:rPr lang="fr-FR" sz="900" b="1" i="0">
                          <a:solidFill>
                            <a:srgbClr val="FFFFFF"/>
                          </a:solidFill>
                          <a:effectLst/>
                          <a:latin typeface="Calibri" panose="020F0502020204030204" pitchFamily="34" charset="0"/>
                        </a:rPr>
                        <a:t>​</a:t>
                      </a:r>
                      <a:endParaRPr lang="fr-FR" sz="1500" b="1" i="0">
                        <a:solidFill>
                          <a:srgbClr val="FFFFFF"/>
                        </a:solidFill>
                        <a:effectLst/>
                      </a:endParaRPr>
                    </a:p>
                  </a:txBody>
                  <a:tcPr marL="74561" marR="74561" marT="37281" marB="37281" anchor="ctr">
                    <a:lnL w="10678" cap="flat" cmpd="sng" algn="ctr">
                      <a:solidFill>
                        <a:srgbClr val="000000"/>
                      </a:solidFill>
                      <a:prstDash val="solid"/>
                      <a:round/>
                      <a:headEnd type="none" w="med" len="med"/>
                      <a:tailEnd type="none" w="med" len="med"/>
                    </a:lnL>
                    <a:lnR w="10678" cap="flat" cmpd="sng" algn="ctr">
                      <a:solidFill>
                        <a:srgbClr val="000000"/>
                      </a:solidFill>
                      <a:prstDash val="solid"/>
                      <a:round/>
                      <a:headEnd type="none" w="med" len="med"/>
                      <a:tailEnd type="none" w="med" len="med"/>
                    </a:lnR>
                    <a:lnT w="10678" cap="flat" cmpd="sng" algn="ctr">
                      <a:solidFill>
                        <a:srgbClr val="000000"/>
                      </a:solidFill>
                      <a:prstDash val="solid"/>
                      <a:round/>
                      <a:headEnd type="none" w="med" len="med"/>
                      <a:tailEnd type="none" w="med" len="med"/>
                    </a:lnT>
                    <a:lnB w="10678" cap="flat" cmpd="sng" algn="ctr">
                      <a:solidFill>
                        <a:srgbClr val="000000"/>
                      </a:solidFill>
                      <a:prstDash val="solid"/>
                      <a:round/>
                      <a:headEnd type="none" w="med" len="med"/>
                      <a:tailEnd type="none" w="med" len="med"/>
                    </a:lnB>
                    <a:solidFill>
                      <a:srgbClr val="4472C4"/>
                    </a:solidFill>
                  </a:tcPr>
                </a:tc>
                <a:tc>
                  <a:txBody>
                    <a:bodyPr/>
                    <a:lstStyle/>
                    <a:p>
                      <a:pPr algn="ctr" fontAlgn="base">
                        <a:lnSpc>
                          <a:spcPts val="1350"/>
                        </a:lnSpc>
                      </a:pPr>
                      <a:r>
                        <a:rPr lang="fr-FR" sz="900" b="1" i="0" u="none" strike="noStrike">
                          <a:solidFill>
                            <a:srgbClr val="FFFFFF"/>
                          </a:solidFill>
                          <a:effectLst/>
                          <a:latin typeface="Calibri" panose="020F0502020204030204" pitchFamily="34" charset="0"/>
                        </a:rPr>
                        <a:t>Tarif Horaire (€)</a:t>
                      </a:r>
                      <a:r>
                        <a:rPr lang="fr-FR" sz="900" b="1" i="0">
                          <a:solidFill>
                            <a:srgbClr val="FFFFFF"/>
                          </a:solidFill>
                          <a:effectLst/>
                          <a:latin typeface="Calibri" panose="020F0502020204030204" pitchFamily="34" charset="0"/>
                        </a:rPr>
                        <a:t>​</a:t>
                      </a:r>
                      <a:endParaRPr lang="fr-FR" sz="1500" b="1" i="0">
                        <a:solidFill>
                          <a:srgbClr val="FFFFFF"/>
                        </a:solidFill>
                        <a:effectLst/>
                      </a:endParaRPr>
                    </a:p>
                  </a:txBody>
                  <a:tcPr marL="74561" marR="74561" marT="37281" marB="37281" anchor="ctr">
                    <a:lnL w="10678" cap="flat" cmpd="sng" algn="ctr">
                      <a:solidFill>
                        <a:srgbClr val="000000"/>
                      </a:solidFill>
                      <a:prstDash val="solid"/>
                      <a:round/>
                      <a:headEnd type="none" w="med" len="med"/>
                      <a:tailEnd type="none" w="med" len="med"/>
                    </a:lnL>
                    <a:lnR w="10678" cap="flat" cmpd="sng" algn="ctr">
                      <a:solidFill>
                        <a:srgbClr val="000000"/>
                      </a:solidFill>
                      <a:prstDash val="solid"/>
                      <a:round/>
                      <a:headEnd type="none" w="med" len="med"/>
                      <a:tailEnd type="none" w="med" len="med"/>
                    </a:lnR>
                    <a:lnT w="10678" cap="flat" cmpd="sng" algn="ctr">
                      <a:solidFill>
                        <a:srgbClr val="000000"/>
                      </a:solidFill>
                      <a:prstDash val="solid"/>
                      <a:round/>
                      <a:headEnd type="none" w="med" len="med"/>
                      <a:tailEnd type="none" w="med" len="med"/>
                    </a:lnT>
                    <a:lnB w="10678" cap="flat" cmpd="sng" algn="ctr">
                      <a:solidFill>
                        <a:srgbClr val="000000"/>
                      </a:solidFill>
                      <a:prstDash val="solid"/>
                      <a:round/>
                      <a:headEnd type="none" w="med" len="med"/>
                      <a:tailEnd type="none" w="med" len="med"/>
                    </a:lnB>
                    <a:solidFill>
                      <a:srgbClr val="4472C4"/>
                    </a:solidFill>
                  </a:tcPr>
                </a:tc>
                <a:extLst>
                  <a:ext uri="{0D108BD9-81ED-4DB2-BD59-A6C34878D82A}">
                    <a16:rowId xmlns:a16="http://schemas.microsoft.com/office/drawing/2014/main" val="1896160515"/>
                  </a:ext>
                </a:extLst>
              </a:tr>
              <a:tr h="439314">
                <a:tc>
                  <a:txBody>
                    <a:bodyPr/>
                    <a:lstStyle/>
                    <a:p>
                      <a:pPr algn="ctr" fontAlgn="base">
                        <a:lnSpc>
                          <a:spcPts val="1350"/>
                        </a:lnSpc>
                      </a:pPr>
                      <a:r>
                        <a:rPr lang="fr-FR" sz="900" b="1" i="0" u="none" strike="noStrike">
                          <a:solidFill>
                            <a:srgbClr val="000000"/>
                          </a:solidFill>
                          <a:effectLst/>
                          <a:latin typeface="Calibri" panose="020F0502020204030204" pitchFamily="34" charset="0"/>
                        </a:rPr>
                        <a:t>Support Réseau</a:t>
                      </a:r>
                      <a:r>
                        <a:rPr lang="fr-FR" sz="900" b="0" i="0">
                          <a:solidFill>
                            <a:srgbClr val="000000"/>
                          </a:solidFill>
                          <a:effectLst/>
                          <a:latin typeface="Calibri" panose="020F0502020204030204" pitchFamily="34" charset="0"/>
                        </a:rPr>
                        <a:t>​</a:t>
                      </a:r>
                      <a:endParaRPr lang="fr-FR" sz="1500" b="0" i="0">
                        <a:solidFill>
                          <a:srgbClr val="000000"/>
                        </a:solidFill>
                        <a:effectLst/>
                      </a:endParaRPr>
                    </a:p>
                  </a:txBody>
                  <a:tcPr marL="74561" marR="74561" marT="37281" marB="37281" anchor="ctr">
                    <a:lnL w="10678" cap="flat" cmpd="sng" algn="ctr">
                      <a:solidFill>
                        <a:srgbClr val="000000"/>
                      </a:solidFill>
                      <a:prstDash val="solid"/>
                      <a:round/>
                      <a:headEnd type="none" w="med" len="med"/>
                      <a:tailEnd type="none" w="med" len="med"/>
                    </a:lnL>
                    <a:lnR w="10678" cap="flat" cmpd="sng" algn="ctr">
                      <a:solidFill>
                        <a:srgbClr val="000000"/>
                      </a:solidFill>
                      <a:prstDash val="solid"/>
                      <a:round/>
                      <a:headEnd type="none" w="med" len="med"/>
                      <a:tailEnd type="none" w="med" len="med"/>
                    </a:lnR>
                    <a:lnT w="10678" cap="flat" cmpd="sng" algn="ctr">
                      <a:solidFill>
                        <a:srgbClr val="000000"/>
                      </a:solidFill>
                      <a:prstDash val="solid"/>
                      <a:round/>
                      <a:headEnd type="none" w="med" len="med"/>
                      <a:tailEnd type="none" w="med" len="med"/>
                    </a:lnT>
                    <a:lnB w="10678" cap="flat" cmpd="sng" algn="ctr">
                      <a:solidFill>
                        <a:srgbClr val="000000"/>
                      </a:solidFill>
                      <a:prstDash val="solid"/>
                      <a:round/>
                      <a:headEnd type="none" w="med" len="med"/>
                      <a:tailEnd type="none" w="med" len="med"/>
                    </a:lnB>
                    <a:solidFill>
                      <a:srgbClr val="E7E7E7"/>
                    </a:solidFill>
                  </a:tcPr>
                </a:tc>
                <a:tc>
                  <a:txBody>
                    <a:bodyPr/>
                    <a:lstStyle/>
                    <a:p>
                      <a:pPr algn="ctr" fontAlgn="base">
                        <a:lnSpc>
                          <a:spcPts val="1350"/>
                        </a:lnSpc>
                      </a:pPr>
                      <a:r>
                        <a:rPr lang="fr-FR" sz="900" b="0" i="0" u="none" strike="noStrike">
                          <a:solidFill>
                            <a:srgbClr val="000000"/>
                          </a:solidFill>
                          <a:effectLst/>
                          <a:latin typeface="Calibri" panose="020F0502020204030204" pitchFamily="34" charset="0"/>
                        </a:rPr>
                        <a:t>Support technique pour le réseau (SD-WAN, switches, Wi-Fi)</a:t>
                      </a:r>
                      <a:r>
                        <a:rPr lang="fr-FR" sz="900" b="0" i="0">
                          <a:solidFill>
                            <a:srgbClr val="000000"/>
                          </a:solidFill>
                          <a:effectLst/>
                          <a:latin typeface="Calibri" panose="020F0502020204030204" pitchFamily="34" charset="0"/>
                        </a:rPr>
                        <a:t>​</a:t>
                      </a:r>
                      <a:endParaRPr lang="fr-FR" sz="1500" b="0" i="0">
                        <a:solidFill>
                          <a:srgbClr val="000000"/>
                        </a:solidFill>
                        <a:effectLst/>
                      </a:endParaRPr>
                    </a:p>
                  </a:txBody>
                  <a:tcPr marL="74561" marR="74561" marT="37281" marB="37281" anchor="ctr">
                    <a:lnL w="10678" cap="flat" cmpd="sng" algn="ctr">
                      <a:solidFill>
                        <a:srgbClr val="000000"/>
                      </a:solidFill>
                      <a:prstDash val="solid"/>
                      <a:round/>
                      <a:headEnd type="none" w="med" len="med"/>
                      <a:tailEnd type="none" w="med" len="med"/>
                    </a:lnL>
                    <a:lnR w="10678" cap="flat" cmpd="sng" algn="ctr">
                      <a:solidFill>
                        <a:srgbClr val="000000"/>
                      </a:solidFill>
                      <a:prstDash val="solid"/>
                      <a:round/>
                      <a:headEnd type="none" w="med" len="med"/>
                      <a:tailEnd type="none" w="med" len="med"/>
                    </a:lnR>
                    <a:lnT w="10678" cap="flat" cmpd="sng" algn="ctr">
                      <a:solidFill>
                        <a:srgbClr val="000000"/>
                      </a:solidFill>
                      <a:prstDash val="solid"/>
                      <a:round/>
                      <a:headEnd type="none" w="med" len="med"/>
                      <a:tailEnd type="none" w="med" len="med"/>
                    </a:lnT>
                    <a:lnB w="10678" cap="flat" cmpd="sng" algn="ctr">
                      <a:solidFill>
                        <a:srgbClr val="000000"/>
                      </a:solidFill>
                      <a:prstDash val="solid"/>
                      <a:round/>
                      <a:headEnd type="none" w="med" len="med"/>
                      <a:tailEnd type="none" w="med" len="med"/>
                    </a:lnB>
                    <a:solidFill>
                      <a:srgbClr val="E7E7E7"/>
                    </a:solidFill>
                  </a:tcPr>
                </a:tc>
                <a:tc>
                  <a:txBody>
                    <a:bodyPr/>
                    <a:lstStyle/>
                    <a:p>
                      <a:pPr algn="ctr" fontAlgn="base">
                        <a:lnSpc>
                          <a:spcPts val="1350"/>
                        </a:lnSpc>
                      </a:pPr>
                      <a:r>
                        <a:rPr lang="fr-FR" sz="900" b="0" i="0" u="none" strike="noStrike" dirty="0">
                          <a:solidFill>
                            <a:srgbClr val="000000"/>
                          </a:solidFill>
                          <a:effectLst/>
                          <a:latin typeface="Calibri" panose="020F0502020204030204" pitchFamily="34" charset="0"/>
                        </a:rPr>
                        <a:t>Les jours ouvrés entre 9h et 18h</a:t>
                      </a:r>
                      <a:r>
                        <a:rPr lang="fr-FR" sz="900" b="0" i="0" dirty="0">
                          <a:solidFill>
                            <a:srgbClr val="000000"/>
                          </a:solidFill>
                          <a:effectLst/>
                          <a:latin typeface="Calibri" panose="020F0502020204030204" pitchFamily="34" charset="0"/>
                        </a:rPr>
                        <a:t>​</a:t>
                      </a:r>
                      <a:endParaRPr lang="fr-FR" sz="1500" b="0" i="0" dirty="0">
                        <a:solidFill>
                          <a:srgbClr val="000000"/>
                        </a:solidFill>
                        <a:effectLst/>
                      </a:endParaRPr>
                    </a:p>
                  </a:txBody>
                  <a:tcPr marL="74561" marR="74561" marT="37281" marB="37281" anchor="ctr">
                    <a:lnL w="10678" cap="flat" cmpd="sng" algn="ctr">
                      <a:solidFill>
                        <a:srgbClr val="000000"/>
                      </a:solidFill>
                      <a:prstDash val="solid"/>
                      <a:round/>
                      <a:headEnd type="none" w="med" len="med"/>
                      <a:tailEnd type="none" w="med" len="med"/>
                    </a:lnL>
                    <a:lnR w="10678" cap="flat" cmpd="sng" algn="ctr">
                      <a:solidFill>
                        <a:srgbClr val="000000"/>
                      </a:solidFill>
                      <a:prstDash val="solid"/>
                      <a:round/>
                      <a:headEnd type="none" w="med" len="med"/>
                      <a:tailEnd type="none" w="med" len="med"/>
                    </a:lnR>
                    <a:lnT w="10678" cap="flat" cmpd="sng" algn="ctr">
                      <a:solidFill>
                        <a:srgbClr val="000000"/>
                      </a:solidFill>
                      <a:prstDash val="solid"/>
                      <a:round/>
                      <a:headEnd type="none" w="med" len="med"/>
                      <a:tailEnd type="none" w="med" len="med"/>
                    </a:lnT>
                    <a:lnB w="10678" cap="flat" cmpd="sng" algn="ctr">
                      <a:solidFill>
                        <a:srgbClr val="000000"/>
                      </a:solidFill>
                      <a:prstDash val="solid"/>
                      <a:round/>
                      <a:headEnd type="none" w="med" len="med"/>
                      <a:tailEnd type="none" w="med" len="med"/>
                    </a:lnB>
                    <a:solidFill>
                      <a:srgbClr val="E7E7E7"/>
                    </a:solidFill>
                  </a:tcPr>
                </a:tc>
                <a:tc>
                  <a:txBody>
                    <a:bodyPr/>
                    <a:lstStyle/>
                    <a:p>
                      <a:pPr algn="ctr" fontAlgn="base">
                        <a:lnSpc>
                          <a:spcPts val="1350"/>
                        </a:lnSpc>
                      </a:pPr>
                      <a:r>
                        <a:rPr lang="fr-FR" sz="900" b="0" i="0" u="none" strike="noStrike">
                          <a:solidFill>
                            <a:srgbClr val="000000"/>
                          </a:solidFill>
                          <a:effectLst/>
                          <a:latin typeface="Calibri" panose="020F0502020204030204" pitchFamily="34" charset="0"/>
                        </a:rPr>
                        <a:t>100</a:t>
                      </a:r>
                      <a:r>
                        <a:rPr lang="fr-FR" sz="900" b="0" i="0">
                          <a:solidFill>
                            <a:srgbClr val="000000"/>
                          </a:solidFill>
                          <a:effectLst/>
                          <a:latin typeface="Calibri" panose="020F0502020204030204" pitchFamily="34" charset="0"/>
                        </a:rPr>
                        <a:t>​</a:t>
                      </a:r>
                      <a:endParaRPr lang="fr-FR" sz="1500" b="0" i="0">
                        <a:solidFill>
                          <a:srgbClr val="000000"/>
                        </a:solidFill>
                        <a:effectLst/>
                      </a:endParaRPr>
                    </a:p>
                  </a:txBody>
                  <a:tcPr marL="74561" marR="74561" marT="37281" marB="37281" anchor="ctr">
                    <a:lnL w="10678" cap="flat" cmpd="sng" algn="ctr">
                      <a:solidFill>
                        <a:srgbClr val="000000"/>
                      </a:solidFill>
                      <a:prstDash val="solid"/>
                      <a:round/>
                      <a:headEnd type="none" w="med" len="med"/>
                      <a:tailEnd type="none" w="med" len="med"/>
                    </a:lnL>
                    <a:lnR w="10678" cap="flat" cmpd="sng" algn="ctr">
                      <a:solidFill>
                        <a:srgbClr val="000000"/>
                      </a:solidFill>
                      <a:prstDash val="solid"/>
                      <a:round/>
                      <a:headEnd type="none" w="med" len="med"/>
                      <a:tailEnd type="none" w="med" len="med"/>
                    </a:lnR>
                    <a:lnT w="10678" cap="flat" cmpd="sng" algn="ctr">
                      <a:solidFill>
                        <a:srgbClr val="000000"/>
                      </a:solidFill>
                      <a:prstDash val="solid"/>
                      <a:round/>
                      <a:headEnd type="none" w="med" len="med"/>
                      <a:tailEnd type="none" w="med" len="med"/>
                    </a:lnT>
                    <a:lnB w="10678" cap="flat" cmpd="sng" algn="ctr">
                      <a:solidFill>
                        <a:srgbClr val="000000"/>
                      </a:solidFill>
                      <a:prstDash val="solid"/>
                      <a:round/>
                      <a:headEnd type="none" w="med" len="med"/>
                      <a:tailEnd type="none" w="med" len="med"/>
                    </a:lnB>
                    <a:solidFill>
                      <a:srgbClr val="E7E7E7"/>
                    </a:solidFill>
                  </a:tcPr>
                </a:tc>
                <a:extLst>
                  <a:ext uri="{0D108BD9-81ED-4DB2-BD59-A6C34878D82A}">
                    <a16:rowId xmlns:a16="http://schemas.microsoft.com/office/drawing/2014/main" val="1549584235"/>
                  </a:ext>
                </a:extLst>
              </a:tr>
              <a:tr h="626620">
                <a:tc>
                  <a:txBody>
                    <a:bodyPr/>
                    <a:lstStyle/>
                    <a:p>
                      <a:pPr algn="ctr" fontAlgn="base">
                        <a:lnSpc>
                          <a:spcPts val="1350"/>
                        </a:lnSpc>
                      </a:pPr>
                      <a:r>
                        <a:rPr lang="fr-FR" sz="900" b="1" i="0" u="none" strike="noStrike">
                          <a:solidFill>
                            <a:srgbClr val="000000"/>
                          </a:solidFill>
                          <a:effectLst/>
                          <a:latin typeface="Calibri" panose="020F0502020204030204" pitchFamily="34" charset="0"/>
                        </a:rPr>
                        <a:t>Support Systèmes</a:t>
                      </a:r>
                      <a:r>
                        <a:rPr lang="fr-FR" sz="900" b="0" i="0">
                          <a:solidFill>
                            <a:srgbClr val="000000"/>
                          </a:solidFill>
                          <a:effectLst/>
                          <a:latin typeface="Calibri" panose="020F0502020204030204" pitchFamily="34" charset="0"/>
                        </a:rPr>
                        <a:t>​</a:t>
                      </a:r>
                      <a:endParaRPr lang="fr-FR" sz="1500" b="0" i="0">
                        <a:solidFill>
                          <a:srgbClr val="000000"/>
                        </a:solidFill>
                        <a:effectLst/>
                      </a:endParaRPr>
                    </a:p>
                  </a:txBody>
                  <a:tcPr marL="74561" marR="74561" marT="37281" marB="37281" anchor="ctr">
                    <a:lnL w="10678" cap="flat" cmpd="sng" algn="ctr">
                      <a:solidFill>
                        <a:srgbClr val="000000"/>
                      </a:solidFill>
                      <a:prstDash val="solid"/>
                      <a:round/>
                      <a:headEnd type="none" w="med" len="med"/>
                      <a:tailEnd type="none" w="med" len="med"/>
                    </a:lnL>
                    <a:lnR w="10678" cap="flat" cmpd="sng" algn="ctr">
                      <a:solidFill>
                        <a:srgbClr val="000000"/>
                      </a:solidFill>
                      <a:prstDash val="solid"/>
                      <a:round/>
                      <a:headEnd type="none" w="med" len="med"/>
                      <a:tailEnd type="none" w="med" len="med"/>
                    </a:lnR>
                    <a:lnT w="10678" cap="flat" cmpd="sng" algn="ctr">
                      <a:solidFill>
                        <a:srgbClr val="000000"/>
                      </a:solidFill>
                      <a:prstDash val="solid"/>
                      <a:round/>
                      <a:headEnd type="none" w="med" len="med"/>
                      <a:tailEnd type="none" w="med" len="med"/>
                    </a:lnT>
                    <a:lnB w="10678" cap="flat" cmpd="sng" algn="ctr">
                      <a:solidFill>
                        <a:srgbClr val="000000"/>
                      </a:solidFill>
                      <a:prstDash val="solid"/>
                      <a:round/>
                      <a:headEnd type="none" w="med" len="med"/>
                      <a:tailEnd type="none" w="med" len="med"/>
                    </a:lnB>
                    <a:solidFill>
                      <a:srgbClr val="FFFFFF"/>
                    </a:solidFill>
                  </a:tcPr>
                </a:tc>
                <a:tc>
                  <a:txBody>
                    <a:bodyPr/>
                    <a:lstStyle/>
                    <a:p>
                      <a:pPr algn="ctr" fontAlgn="base">
                        <a:lnSpc>
                          <a:spcPts val="1350"/>
                        </a:lnSpc>
                      </a:pPr>
                      <a:r>
                        <a:rPr lang="fr-FR" sz="900" b="0" i="0" u="none" strike="noStrike">
                          <a:solidFill>
                            <a:srgbClr val="000000"/>
                          </a:solidFill>
                          <a:effectLst/>
                          <a:latin typeface="Calibri" panose="020F0502020204030204" pitchFamily="34" charset="0"/>
                        </a:rPr>
                        <a:t>Support des serveurs, systèmes d'exploitation et applications</a:t>
                      </a:r>
                      <a:r>
                        <a:rPr lang="fr-FR" sz="900" b="0" i="0">
                          <a:solidFill>
                            <a:srgbClr val="000000"/>
                          </a:solidFill>
                          <a:effectLst/>
                          <a:latin typeface="Calibri" panose="020F0502020204030204" pitchFamily="34" charset="0"/>
                        </a:rPr>
                        <a:t>​</a:t>
                      </a:r>
                      <a:endParaRPr lang="fr-FR" sz="1500" b="0" i="0">
                        <a:solidFill>
                          <a:srgbClr val="000000"/>
                        </a:solidFill>
                        <a:effectLst/>
                      </a:endParaRPr>
                    </a:p>
                  </a:txBody>
                  <a:tcPr marL="74561" marR="74561" marT="37281" marB="37281" anchor="ctr">
                    <a:lnL w="10678" cap="flat" cmpd="sng" algn="ctr">
                      <a:solidFill>
                        <a:srgbClr val="000000"/>
                      </a:solidFill>
                      <a:prstDash val="solid"/>
                      <a:round/>
                      <a:headEnd type="none" w="med" len="med"/>
                      <a:tailEnd type="none" w="med" len="med"/>
                    </a:lnL>
                    <a:lnR w="10678" cap="flat" cmpd="sng" algn="ctr">
                      <a:solidFill>
                        <a:srgbClr val="000000"/>
                      </a:solidFill>
                      <a:prstDash val="solid"/>
                      <a:round/>
                      <a:headEnd type="none" w="med" len="med"/>
                      <a:tailEnd type="none" w="med" len="med"/>
                    </a:lnR>
                    <a:lnT w="10678" cap="flat" cmpd="sng" algn="ctr">
                      <a:solidFill>
                        <a:srgbClr val="000000"/>
                      </a:solidFill>
                      <a:prstDash val="solid"/>
                      <a:round/>
                      <a:headEnd type="none" w="med" len="med"/>
                      <a:tailEnd type="none" w="med" len="med"/>
                    </a:lnT>
                    <a:lnB w="10678" cap="flat" cmpd="sng" algn="ctr">
                      <a:solidFill>
                        <a:srgbClr val="000000"/>
                      </a:solidFill>
                      <a:prstDash val="solid"/>
                      <a:round/>
                      <a:headEnd type="none" w="med" len="med"/>
                      <a:tailEnd type="none" w="med" len="med"/>
                    </a:lnB>
                    <a:solidFill>
                      <a:srgbClr val="FFFFFF"/>
                    </a:solidFill>
                  </a:tcPr>
                </a:tc>
                <a:tc>
                  <a:txBody>
                    <a:bodyPr/>
                    <a:lstStyle/>
                    <a:p>
                      <a:pPr algn="ctr" fontAlgn="base">
                        <a:lnSpc>
                          <a:spcPts val="1350"/>
                        </a:lnSpc>
                      </a:pPr>
                      <a:r>
                        <a:rPr lang="fr-FR" sz="900" b="0" i="0" u="none" strike="noStrike">
                          <a:solidFill>
                            <a:srgbClr val="000000"/>
                          </a:solidFill>
                          <a:effectLst/>
                          <a:latin typeface="Calibri" panose="020F0502020204030204" pitchFamily="34" charset="0"/>
                        </a:rPr>
                        <a:t>Les jours ouvrés entre 9h et 18h</a:t>
                      </a:r>
                      <a:r>
                        <a:rPr lang="fr-FR" sz="900" b="0" i="0">
                          <a:solidFill>
                            <a:srgbClr val="000000"/>
                          </a:solidFill>
                          <a:effectLst/>
                          <a:latin typeface="Calibri" panose="020F0502020204030204" pitchFamily="34" charset="0"/>
                        </a:rPr>
                        <a:t>​</a:t>
                      </a:r>
                      <a:endParaRPr lang="fr-FR" sz="1500" b="0" i="0">
                        <a:solidFill>
                          <a:srgbClr val="000000"/>
                        </a:solidFill>
                        <a:effectLst/>
                      </a:endParaRPr>
                    </a:p>
                  </a:txBody>
                  <a:tcPr marL="74561" marR="74561" marT="37281" marB="37281" anchor="ctr">
                    <a:lnL w="10678" cap="flat" cmpd="sng" algn="ctr">
                      <a:solidFill>
                        <a:srgbClr val="000000"/>
                      </a:solidFill>
                      <a:prstDash val="solid"/>
                      <a:round/>
                      <a:headEnd type="none" w="med" len="med"/>
                      <a:tailEnd type="none" w="med" len="med"/>
                    </a:lnL>
                    <a:lnR w="10678" cap="flat" cmpd="sng" algn="ctr">
                      <a:solidFill>
                        <a:srgbClr val="000000"/>
                      </a:solidFill>
                      <a:prstDash val="solid"/>
                      <a:round/>
                      <a:headEnd type="none" w="med" len="med"/>
                      <a:tailEnd type="none" w="med" len="med"/>
                    </a:lnR>
                    <a:lnT w="10678" cap="flat" cmpd="sng" algn="ctr">
                      <a:solidFill>
                        <a:srgbClr val="000000"/>
                      </a:solidFill>
                      <a:prstDash val="solid"/>
                      <a:round/>
                      <a:headEnd type="none" w="med" len="med"/>
                      <a:tailEnd type="none" w="med" len="med"/>
                    </a:lnT>
                    <a:lnB w="10678" cap="flat" cmpd="sng" algn="ctr">
                      <a:solidFill>
                        <a:srgbClr val="000000"/>
                      </a:solidFill>
                      <a:prstDash val="solid"/>
                      <a:round/>
                      <a:headEnd type="none" w="med" len="med"/>
                      <a:tailEnd type="none" w="med" len="med"/>
                    </a:lnB>
                    <a:solidFill>
                      <a:srgbClr val="FFFFFF"/>
                    </a:solidFill>
                  </a:tcPr>
                </a:tc>
                <a:tc>
                  <a:txBody>
                    <a:bodyPr/>
                    <a:lstStyle/>
                    <a:p>
                      <a:pPr algn="ctr" fontAlgn="base">
                        <a:lnSpc>
                          <a:spcPts val="1350"/>
                        </a:lnSpc>
                      </a:pPr>
                      <a:r>
                        <a:rPr lang="fr-FR" sz="900" b="0" i="0" u="none" strike="noStrike">
                          <a:solidFill>
                            <a:srgbClr val="000000"/>
                          </a:solidFill>
                          <a:effectLst/>
                          <a:latin typeface="Calibri" panose="020F0502020204030204" pitchFamily="34" charset="0"/>
                        </a:rPr>
                        <a:t>100</a:t>
                      </a:r>
                      <a:r>
                        <a:rPr lang="fr-FR" sz="900" b="0" i="0">
                          <a:solidFill>
                            <a:srgbClr val="000000"/>
                          </a:solidFill>
                          <a:effectLst/>
                          <a:latin typeface="Calibri" panose="020F0502020204030204" pitchFamily="34" charset="0"/>
                        </a:rPr>
                        <a:t>​</a:t>
                      </a:r>
                      <a:endParaRPr lang="fr-FR" sz="1500" b="0" i="0">
                        <a:solidFill>
                          <a:srgbClr val="000000"/>
                        </a:solidFill>
                        <a:effectLst/>
                      </a:endParaRPr>
                    </a:p>
                  </a:txBody>
                  <a:tcPr marL="74561" marR="74561" marT="37281" marB="37281" anchor="ctr">
                    <a:lnL w="10678" cap="flat" cmpd="sng" algn="ctr">
                      <a:solidFill>
                        <a:srgbClr val="000000"/>
                      </a:solidFill>
                      <a:prstDash val="solid"/>
                      <a:round/>
                      <a:headEnd type="none" w="med" len="med"/>
                      <a:tailEnd type="none" w="med" len="med"/>
                    </a:lnL>
                    <a:lnR w="10678" cap="flat" cmpd="sng" algn="ctr">
                      <a:solidFill>
                        <a:srgbClr val="000000"/>
                      </a:solidFill>
                      <a:prstDash val="solid"/>
                      <a:round/>
                      <a:headEnd type="none" w="med" len="med"/>
                      <a:tailEnd type="none" w="med" len="med"/>
                    </a:lnR>
                    <a:lnT w="10678" cap="flat" cmpd="sng" algn="ctr">
                      <a:solidFill>
                        <a:srgbClr val="000000"/>
                      </a:solidFill>
                      <a:prstDash val="solid"/>
                      <a:round/>
                      <a:headEnd type="none" w="med" len="med"/>
                      <a:tailEnd type="none" w="med" len="med"/>
                    </a:lnT>
                    <a:lnB w="1067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791332270"/>
                  </a:ext>
                </a:extLst>
              </a:tr>
              <a:tr h="626620">
                <a:tc>
                  <a:txBody>
                    <a:bodyPr/>
                    <a:lstStyle/>
                    <a:p>
                      <a:pPr algn="ctr" fontAlgn="base">
                        <a:lnSpc>
                          <a:spcPts val="1350"/>
                        </a:lnSpc>
                      </a:pPr>
                      <a:r>
                        <a:rPr lang="fr-FR" sz="900" b="1" i="0" u="none" strike="noStrike">
                          <a:solidFill>
                            <a:srgbClr val="000000"/>
                          </a:solidFill>
                          <a:effectLst/>
                          <a:latin typeface="Calibri" panose="020F0502020204030204" pitchFamily="34" charset="0"/>
                        </a:rPr>
                        <a:t>Support Cloud</a:t>
                      </a:r>
                      <a:r>
                        <a:rPr lang="fr-FR" sz="900" b="0" i="0">
                          <a:solidFill>
                            <a:srgbClr val="000000"/>
                          </a:solidFill>
                          <a:effectLst/>
                          <a:latin typeface="Calibri" panose="020F0502020204030204" pitchFamily="34" charset="0"/>
                        </a:rPr>
                        <a:t>​</a:t>
                      </a:r>
                      <a:endParaRPr lang="fr-FR" sz="1500" b="0" i="0">
                        <a:solidFill>
                          <a:srgbClr val="000000"/>
                        </a:solidFill>
                        <a:effectLst/>
                      </a:endParaRPr>
                    </a:p>
                  </a:txBody>
                  <a:tcPr marL="74561" marR="74561" marT="37281" marB="37281" anchor="ctr">
                    <a:lnL w="10678" cap="flat" cmpd="sng" algn="ctr">
                      <a:solidFill>
                        <a:srgbClr val="000000"/>
                      </a:solidFill>
                      <a:prstDash val="solid"/>
                      <a:round/>
                      <a:headEnd type="none" w="med" len="med"/>
                      <a:tailEnd type="none" w="med" len="med"/>
                    </a:lnL>
                    <a:lnR w="10678" cap="flat" cmpd="sng" algn="ctr">
                      <a:solidFill>
                        <a:srgbClr val="000000"/>
                      </a:solidFill>
                      <a:prstDash val="solid"/>
                      <a:round/>
                      <a:headEnd type="none" w="med" len="med"/>
                      <a:tailEnd type="none" w="med" len="med"/>
                    </a:lnR>
                    <a:lnT w="10678" cap="flat" cmpd="sng" algn="ctr">
                      <a:solidFill>
                        <a:srgbClr val="000000"/>
                      </a:solidFill>
                      <a:prstDash val="solid"/>
                      <a:round/>
                      <a:headEnd type="none" w="med" len="med"/>
                      <a:tailEnd type="none" w="med" len="med"/>
                    </a:lnT>
                    <a:lnB w="10678" cap="flat" cmpd="sng" algn="ctr">
                      <a:solidFill>
                        <a:srgbClr val="000000"/>
                      </a:solidFill>
                      <a:prstDash val="solid"/>
                      <a:round/>
                      <a:headEnd type="none" w="med" len="med"/>
                      <a:tailEnd type="none" w="med" len="med"/>
                    </a:lnB>
                    <a:solidFill>
                      <a:srgbClr val="E7E7E7"/>
                    </a:solidFill>
                  </a:tcPr>
                </a:tc>
                <a:tc>
                  <a:txBody>
                    <a:bodyPr/>
                    <a:lstStyle/>
                    <a:p>
                      <a:pPr algn="ctr" fontAlgn="base">
                        <a:lnSpc>
                          <a:spcPts val="1350"/>
                        </a:lnSpc>
                      </a:pPr>
                      <a:r>
                        <a:rPr lang="fr-FR" sz="900" b="0" i="0" u="none" strike="noStrike">
                          <a:solidFill>
                            <a:srgbClr val="000000"/>
                          </a:solidFill>
                          <a:effectLst/>
                          <a:latin typeface="Calibri" panose="020F0502020204030204" pitchFamily="34" charset="0"/>
                        </a:rPr>
                        <a:t>Gestion et optimisation des services cloud (Firewall, VPN, Sauvegarde)</a:t>
                      </a:r>
                      <a:r>
                        <a:rPr lang="fr-FR" sz="900" b="0" i="0">
                          <a:solidFill>
                            <a:srgbClr val="000000"/>
                          </a:solidFill>
                          <a:effectLst/>
                          <a:latin typeface="Calibri" panose="020F0502020204030204" pitchFamily="34" charset="0"/>
                        </a:rPr>
                        <a:t>​</a:t>
                      </a:r>
                      <a:endParaRPr lang="fr-FR" sz="1500" b="0" i="0">
                        <a:solidFill>
                          <a:srgbClr val="000000"/>
                        </a:solidFill>
                        <a:effectLst/>
                      </a:endParaRPr>
                    </a:p>
                  </a:txBody>
                  <a:tcPr marL="74561" marR="74561" marT="37281" marB="37281" anchor="ctr">
                    <a:lnL w="10678" cap="flat" cmpd="sng" algn="ctr">
                      <a:solidFill>
                        <a:srgbClr val="000000"/>
                      </a:solidFill>
                      <a:prstDash val="solid"/>
                      <a:round/>
                      <a:headEnd type="none" w="med" len="med"/>
                      <a:tailEnd type="none" w="med" len="med"/>
                    </a:lnL>
                    <a:lnR w="10678" cap="flat" cmpd="sng" algn="ctr">
                      <a:solidFill>
                        <a:srgbClr val="000000"/>
                      </a:solidFill>
                      <a:prstDash val="solid"/>
                      <a:round/>
                      <a:headEnd type="none" w="med" len="med"/>
                      <a:tailEnd type="none" w="med" len="med"/>
                    </a:lnR>
                    <a:lnT w="10678" cap="flat" cmpd="sng" algn="ctr">
                      <a:solidFill>
                        <a:srgbClr val="000000"/>
                      </a:solidFill>
                      <a:prstDash val="solid"/>
                      <a:round/>
                      <a:headEnd type="none" w="med" len="med"/>
                      <a:tailEnd type="none" w="med" len="med"/>
                    </a:lnT>
                    <a:lnB w="10678" cap="flat" cmpd="sng" algn="ctr">
                      <a:solidFill>
                        <a:srgbClr val="000000"/>
                      </a:solidFill>
                      <a:prstDash val="solid"/>
                      <a:round/>
                      <a:headEnd type="none" w="med" len="med"/>
                      <a:tailEnd type="none" w="med" len="med"/>
                    </a:lnB>
                    <a:solidFill>
                      <a:srgbClr val="E7E7E7"/>
                    </a:solidFill>
                  </a:tcPr>
                </a:tc>
                <a:tc>
                  <a:txBody>
                    <a:bodyPr/>
                    <a:lstStyle/>
                    <a:p>
                      <a:pPr algn="ctr" fontAlgn="base">
                        <a:lnSpc>
                          <a:spcPts val="1350"/>
                        </a:lnSpc>
                      </a:pPr>
                      <a:r>
                        <a:rPr lang="fr-FR" sz="900" b="0" i="0" u="none" strike="noStrike">
                          <a:solidFill>
                            <a:srgbClr val="000000"/>
                          </a:solidFill>
                          <a:effectLst/>
                          <a:latin typeface="Calibri" panose="020F0502020204030204" pitchFamily="34" charset="0"/>
                        </a:rPr>
                        <a:t>Les jours ouvrés entre 9h et 18h</a:t>
                      </a:r>
                      <a:r>
                        <a:rPr lang="fr-FR" sz="900" b="0" i="0">
                          <a:solidFill>
                            <a:srgbClr val="000000"/>
                          </a:solidFill>
                          <a:effectLst/>
                          <a:latin typeface="Calibri" panose="020F0502020204030204" pitchFamily="34" charset="0"/>
                        </a:rPr>
                        <a:t>​</a:t>
                      </a:r>
                      <a:endParaRPr lang="fr-FR" sz="1500" b="0" i="0">
                        <a:solidFill>
                          <a:srgbClr val="000000"/>
                        </a:solidFill>
                        <a:effectLst/>
                      </a:endParaRPr>
                    </a:p>
                  </a:txBody>
                  <a:tcPr marL="74561" marR="74561" marT="37281" marB="37281" anchor="ctr">
                    <a:lnL w="10678" cap="flat" cmpd="sng" algn="ctr">
                      <a:solidFill>
                        <a:srgbClr val="000000"/>
                      </a:solidFill>
                      <a:prstDash val="solid"/>
                      <a:round/>
                      <a:headEnd type="none" w="med" len="med"/>
                      <a:tailEnd type="none" w="med" len="med"/>
                    </a:lnL>
                    <a:lnR w="10678" cap="flat" cmpd="sng" algn="ctr">
                      <a:solidFill>
                        <a:srgbClr val="000000"/>
                      </a:solidFill>
                      <a:prstDash val="solid"/>
                      <a:round/>
                      <a:headEnd type="none" w="med" len="med"/>
                      <a:tailEnd type="none" w="med" len="med"/>
                    </a:lnR>
                    <a:lnT w="10678" cap="flat" cmpd="sng" algn="ctr">
                      <a:solidFill>
                        <a:srgbClr val="000000"/>
                      </a:solidFill>
                      <a:prstDash val="solid"/>
                      <a:round/>
                      <a:headEnd type="none" w="med" len="med"/>
                      <a:tailEnd type="none" w="med" len="med"/>
                    </a:lnT>
                    <a:lnB w="10678" cap="flat" cmpd="sng" algn="ctr">
                      <a:solidFill>
                        <a:srgbClr val="000000"/>
                      </a:solidFill>
                      <a:prstDash val="solid"/>
                      <a:round/>
                      <a:headEnd type="none" w="med" len="med"/>
                      <a:tailEnd type="none" w="med" len="med"/>
                    </a:lnB>
                    <a:solidFill>
                      <a:srgbClr val="E7E7E7"/>
                    </a:solidFill>
                  </a:tcPr>
                </a:tc>
                <a:tc>
                  <a:txBody>
                    <a:bodyPr/>
                    <a:lstStyle/>
                    <a:p>
                      <a:pPr algn="ctr" fontAlgn="base">
                        <a:lnSpc>
                          <a:spcPts val="1350"/>
                        </a:lnSpc>
                      </a:pPr>
                      <a:r>
                        <a:rPr lang="fr-FR" sz="900" b="0" i="0" u="none" strike="noStrike">
                          <a:solidFill>
                            <a:srgbClr val="000000"/>
                          </a:solidFill>
                          <a:effectLst/>
                          <a:latin typeface="Calibri" panose="020F0502020204030204" pitchFamily="34" charset="0"/>
                        </a:rPr>
                        <a:t>120</a:t>
                      </a:r>
                      <a:r>
                        <a:rPr lang="fr-FR" sz="900" b="0" i="0">
                          <a:solidFill>
                            <a:srgbClr val="000000"/>
                          </a:solidFill>
                          <a:effectLst/>
                          <a:latin typeface="Calibri" panose="020F0502020204030204" pitchFamily="34" charset="0"/>
                        </a:rPr>
                        <a:t>​</a:t>
                      </a:r>
                      <a:endParaRPr lang="fr-FR" sz="1500" b="0" i="0">
                        <a:solidFill>
                          <a:srgbClr val="000000"/>
                        </a:solidFill>
                        <a:effectLst/>
                      </a:endParaRPr>
                    </a:p>
                  </a:txBody>
                  <a:tcPr marL="74561" marR="74561" marT="37281" marB="37281" anchor="ctr">
                    <a:lnL w="10678" cap="flat" cmpd="sng" algn="ctr">
                      <a:solidFill>
                        <a:srgbClr val="000000"/>
                      </a:solidFill>
                      <a:prstDash val="solid"/>
                      <a:round/>
                      <a:headEnd type="none" w="med" len="med"/>
                      <a:tailEnd type="none" w="med" len="med"/>
                    </a:lnL>
                    <a:lnR w="10678" cap="flat" cmpd="sng" algn="ctr">
                      <a:solidFill>
                        <a:srgbClr val="000000"/>
                      </a:solidFill>
                      <a:prstDash val="solid"/>
                      <a:round/>
                      <a:headEnd type="none" w="med" len="med"/>
                      <a:tailEnd type="none" w="med" len="med"/>
                    </a:lnR>
                    <a:lnT w="10678" cap="flat" cmpd="sng" algn="ctr">
                      <a:solidFill>
                        <a:srgbClr val="000000"/>
                      </a:solidFill>
                      <a:prstDash val="solid"/>
                      <a:round/>
                      <a:headEnd type="none" w="med" len="med"/>
                      <a:tailEnd type="none" w="med" len="med"/>
                    </a:lnT>
                    <a:lnB w="10678" cap="flat" cmpd="sng" algn="ctr">
                      <a:solidFill>
                        <a:srgbClr val="000000"/>
                      </a:solidFill>
                      <a:prstDash val="solid"/>
                      <a:round/>
                      <a:headEnd type="none" w="med" len="med"/>
                      <a:tailEnd type="none" w="med" len="med"/>
                    </a:lnB>
                    <a:solidFill>
                      <a:srgbClr val="E7E7E7"/>
                    </a:solidFill>
                  </a:tcPr>
                </a:tc>
                <a:extLst>
                  <a:ext uri="{0D108BD9-81ED-4DB2-BD59-A6C34878D82A}">
                    <a16:rowId xmlns:a16="http://schemas.microsoft.com/office/drawing/2014/main" val="2098175236"/>
                  </a:ext>
                </a:extLst>
              </a:tr>
              <a:tr h="439314">
                <a:tc>
                  <a:txBody>
                    <a:bodyPr/>
                    <a:lstStyle/>
                    <a:p>
                      <a:pPr algn="ctr" fontAlgn="base">
                        <a:lnSpc>
                          <a:spcPts val="1350"/>
                        </a:lnSpc>
                      </a:pPr>
                      <a:r>
                        <a:rPr lang="fr-FR" sz="900" b="1" i="0" u="none" strike="noStrike">
                          <a:solidFill>
                            <a:srgbClr val="000000"/>
                          </a:solidFill>
                          <a:effectLst/>
                          <a:latin typeface="Calibri" panose="020F0502020204030204" pitchFamily="34" charset="0"/>
                        </a:rPr>
                        <a:t>Supervision Proactive</a:t>
                      </a:r>
                      <a:r>
                        <a:rPr lang="fr-FR" sz="900" b="0" i="0">
                          <a:solidFill>
                            <a:srgbClr val="000000"/>
                          </a:solidFill>
                          <a:effectLst/>
                          <a:latin typeface="Calibri" panose="020F0502020204030204" pitchFamily="34" charset="0"/>
                        </a:rPr>
                        <a:t>​</a:t>
                      </a:r>
                      <a:endParaRPr lang="fr-FR" sz="1500" b="0" i="0">
                        <a:solidFill>
                          <a:srgbClr val="000000"/>
                        </a:solidFill>
                        <a:effectLst/>
                      </a:endParaRPr>
                    </a:p>
                  </a:txBody>
                  <a:tcPr marL="74561" marR="74561" marT="37281" marB="37281" anchor="ctr">
                    <a:lnL w="10678" cap="flat" cmpd="sng" algn="ctr">
                      <a:solidFill>
                        <a:srgbClr val="000000"/>
                      </a:solidFill>
                      <a:prstDash val="solid"/>
                      <a:round/>
                      <a:headEnd type="none" w="med" len="med"/>
                      <a:tailEnd type="none" w="med" len="med"/>
                    </a:lnL>
                    <a:lnR w="10678" cap="flat" cmpd="sng" algn="ctr">
                      <a:solidFill>
                        <a:srgbClr val="000000"/>
                      </a:solidFill>
                      <a:prstDash val="solid"/>
                      <a:round/>
                      <a:headEnd type="none" w="med" len="med"/>
                      <a:tailEnd type="none" w="med" len="med"/>
                    </a:lnR>
                    <a:lnT w="10678" cap="flat" cmpd="sng" algn="ctr">
                      <a:solidFill>
                        <a:srgbClr val="000000"/>
                      </a:solidFill>
                      <a:prstDash val="solid"/>
                      <a:round/>
                      <a:headEnd type="none" w="med" len="med"/>
                      <a:tailEnd type="none" w="med" len="med"/>
                    </a:lnT>
                    <a:lnB w="10678" cap="flat" cmpd="sng" algn="ctr">
                      <a:solidFill>
                        <a:srgbClr val="000000"/>
                      </a:solidFill>
                      <a:prstDash val="solid"/>
                      <a:round/>
                      <a:headEnd type="none" w="med" len="med"/>
                      <a:tailEnd type="none" w="med" len="med"/>
                    </a:lnB>
                    <a:solidFill>
                      <a:srgbClr val="FFFFFF"/>
                    </a:solidFill>
                  </a:tcPr>
                </a:tc>
                <a:tc>
                  <a:txBody>
                    <a:bodyPr/>
                    <a:lstStyle/>
                    <a:p>
                      <a:pPr algn="ctr" fontAlgn="base">
                        <a:lnSpc>
                          <a:spcPts val="1350"/>
                        </a:lnSpc>
                      </a:pPr>
                      <a:r>
                        <a:rPr lang="fr-FR" sz="900" b="0" i="0" u="none" strike="noStrike">
                          <a:solidFill>
                            <a:srgbClr val="000000"/>
                          </a:solidFill>
                          <a:effectLst/>
                          <a:latin typeface="Calibri" panose="020F0502020204030204" pitchFamily="34" charset="0"/>
                        </a:rPr>
                        <a:t>Surveillance en temps réel des équipements réseau et serveurs</a:t>
                      </a:r>
                      <a:r>
                        <a:rPr lang="fr-FR" sz="900" b="0" i="0">
                          <a:solidFill>
                            <a:srgbClr val="000000"/>
                          </a:solidFill>
                          <a:effectLst/>
                          <a:latin typeface="Calibri" panose="020F0502020204030204" pitchFamily="34" charset="0"/>
                        </a:rPr>
                        <a:t>​</a:t>
                      </a:r>
                      <a:endParaRPr lang="fr-FR" sz="1500" b="0" i="0">
                        <a:solidFill>
                          <a:srgbClr val="000000"/>
                        </a:solidFill>
                        <a:effectLst/>
                      </a:endParaRPr>
                    </a:p>
                  </a:txBody>
                  <a:tcPr marL="74561" marR="74561" marT="37281" marB="37281" anchor="ctr">
                    <a:lnL w="10678" cap="flat" cmpd="sng" algn="ctr">
                      <a:solidFill>
                        <a:srgbClr val="000000"/>
                      </a:solidFill>
                      <a:prstDash val="solid"/>
                      <a:round/>
                      <a:headEnd type="none" w="med" len="med"/>
                      <a:tailEnd type="none" w="med" len="med"/>
                    </a:lnL>
                    <a:lnR w="10678" cap="flat" cmpd="sng" algn="ctr">
                      <a:solidFill>
                        <a:srgbClr val="000000"/>
                      </a:solidFill>
                      <a:prstDash val="solid"/>
                      <a:round/>
                      <a:headEnd type="none" w="med" len="med"/>
                      <a:tailEnd type="none" w="med" len="med"/>
                    </a:lnR>
                    <a:lnT w="10678" cap="flat" cmpd="sng" algn="ctr">
                      <a:solidFill>
                        <a:srgbClr val="000000"/>
                      </a:solidFill>
                      <a:prstDash val="solid"/>
                      <a:round/>
                      <a:headEnd type="none" w="med" len="med"/>
                      <a:tailEnd type="none" w="med" len="med"/>
                    </a:lnT>
                    <a:lnB w="10678" cap="flat" cmpd="sng" algn="ctr">
                      <a:solidFill>
                        <a:srgbClr val="000000"/>
                      </a:solidFill>
                      <a:prstDash val="solid"/>
                      <a:round/>
                      <a:headEnd type="none" w="med" len="med"/>
                      <a:tailEnd type="none" w="med" len="med"/>
                    </a:lnB>
                    <a:solidFill>
                      <a:srgbClr val="FFFFFF"/>
                    </a:solidFill>
                  </a:tcPr>
                </a:tc>
                <a:tc>
                  <a:txBody>
                    <a:bodyPr/>
                    <a:lstStyle/>
                    <a:p>
                      <a:pPr algn="ctr" fontAlgn="base">
                        <a:lnSpc>
                          <a:spcPts val="1350"/>
                        </a:lnSpc>
                      </a:pPr>
                      <a:r>
                        <a:rPr lang="fr-FR" sz="900" b="0" i="0" u="none" strike="noStrike">
                          <a:solidFill>
                            <a:srgbClr val="000000"/>
                          </a:solidFill>
                          <a:effectLst/>
                          <a:latin typeface="Calibri" panose="020F0502020204030204" pitchFamily="34" charset="0"/>
                        </a:rPr>
                        <a:t>En continu</a:t>
                      </a:r>
                      <a:r>
                        <a:rPr lang="fr-FR" sz="900" b="0" i="0">
                          <a:solidFill>
                            <a:srgbClr val="000000"/>
                          </a:solidFill>
                          <a:effectLst/>
                          <a:latin typeface="Calibri" panose="020F0502020204030204" pitchFamily="34" charset="0"/>
                        </a:rPr>
                        <a:t>​</a:t>
                      </a:r>
                      <a:endParaRPr lang="fr-FR" sz="1500" b="0" i="0">
                        <a:solidFill>
                          <a:srgbClr val="000000"/>
                        </a:solidFill>
                        <a:effectLst/>
                      </a:endParaRPr>
                    </a:p>
                  </a:txBody>
                  <a:tcPr marL="74561" marR="74561" marT="37281" marB="37281" anchor="ctr">
                    <a:lnL w="10678" cap="flat" cmpd="sng" algn="ctr">
                      <a:solidFill>
                        <a:srgbClr val="000000"/>
                      </a:solidFill>
                      <a:prstDash val="solid"/>
                      <a:round/>
                      <a:headEnd type="none" w="med" len="med"/>
                      <a:tailEnd type="none" w="med" len="med"/>
                    </a:lnL>
                    <a:lnR w="10678" cap="flat" cmpd="sng" algn="ctr">
                      <a:solidFill>
                        <a:srgbClr val="000000"/>
                      </a:solidFill>
                      <a:prstDash val="solid"/>
                      <a:round/>
                      <a:headEnd type="none" w="med" len="med"/>
                      <a:tailEnd type="none" w="med" len="med"/>
                    </a:lnR>
                    <a:lnT w="10678" cap="flat" cmpd="sng" algn="ctr">
                      <a:solidFill>
                        <a:srgbClr val="000000"/>
                      </a:solidFill>
                      <a:prstDash val="solid"/>
                      <a:round/>
                      <a:headEnd type="none" w="med" len="med"/>
                      <a:tailEnd type="none" w="med" len="med"/>
                    </a:lnT>
                    <a:lnB w="10678" cap="flat" cmpd="sng" algn="ctr">
                      <a:solidFill>
                        <a:srgbClr val="000000"/>
                      </a:solidFill>
                      <a:prstDash val="solid"/>
                      <a:round/>
                      <a:headEnd type="none" w="med" len="med"/>
                      <a:tailEnd type="none" w="med" len="med"/>
                    </a:lnB>
                    <a:solidFill>
                      <a:srgbClr val="FFFFFF"/>
                    </a:solidFill>
                  </a:tcPr>
                </a:tc>
                <a:tc>
                  <a:txBody>
                    <a:bodyPr/>
                    <a:lstStyle/>
                    <a:p>
                      <a:pPr algn="ctr" fontAlgn="base">
                        <a:lnSpc>
                          <a:spcPts val="1350"/>
                        </a:lnSpc>
                      </a:pPr>
                      <a:r>
                        <a:rPr lang="fr-FR" sz="900" b="0" i="0" u="none" strike="noStrike">
                          <a:solidFill>
                            <a:srgbClr val="000000"/>
                          </a:solidFill>
                          <a:effectLst/>
                          <a:latin typeface="Calibri" panose="020F0502020204030204" pitchFamily="34" charset="0"/>
                        </a:rPr>
                        <a:t>-</a:t>
                      </a:r>
                      <a:r>
                        <a:rPr lang="fr-FR" sz="900" b="0" i="0">
                          <a:solidFill>
                            <a:srgbClr val="000000"/>
                          </a:solidFill>
                          <a:effectLst/>
                          <a:latin typeface="Calibri" panose="020F0502020204030204" pitchFamily="34" charset="0"/>
                        </a:rPr>
                        <a:t>​</a:t>
                      </a:r>
                      <a:endParaRPr lang="fr-FR" sz="1500" b="0" i="0">
                        <a:solidFill>
                          <a:srgbClr val="000000"/>
                        </a:solidFill>
                        <a:effectLst/>
                      </a:endParaRPr>
                    </a:p>
                  </a:txBody>
                  <a:tcPr marL="74561" marR="74561" marT="37281" marB="37281" anchor="ctr">
                    <a:lnL w="10678" cap="flat" cmpd="sng" algn="ctr">
                      <a:solidFill>
                        <a:srgbClr val="000000"/>
                      </a:solidFill>
                      <a:prstDash val="solid"/>
                      <a:round/>
                      <a:headEnd type="none" w="med" len="med"/>
                      <a:tailEnd type="none" w="med" len="med"/>
                    </a:lnL>
                    <a:lnR w="10678" cap="flat" cmpd="sng" algn="ctr">
                      <a:solidFill>
                        <a:srgbClr val="000000"/>
                      </a:solidFill>
                      <a:prstDash val="solid"/>
                      <a:round/>
                      <a:headEnd type="none" w="med" len="med"/>
                      <a:tailEnd type="none" w="med" len="med"/>
                    </a:lnR>
                    <a:lnT w="10678" cap="flat" cmpd="sng" algn="ctr">
                      <a:solidFill>
                        <a:srgbClr val="000000"/>
                      </a:solidFill>
                      <a:prstDash val="solid"/>
                      <a:round/>
                      <a:headEnd type="none" w="med" len="med"/>
                      <a:tailEnd type="none" w="med" len="med"/>
                    </a:lnT>
                    <a:lnB w="1067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777298501"/>
                  </a:ext>
                </a:extLst>
              </a:tr>
              <a:tr h="474560">
                <a:tc>
                  <a:txBody>
                    <a:bodyPr/>
                    <a:lstStyle/>
                    <a:p>
                      <a:pPr algn="ctr" fontAlgn="base">
                        <a:lnSpc>
                          <a:spcPts val="1350"/>
                        </a:lnSpc>
                      </a:pPr>
                      <a:r>
                        <a:rPr lang="fr-FR" sz="900" b="1" i="0" u="none" strike="noStrike">
                          <a:solidFill>
                            <a:srgbClr val="000000"/>
                          </a:solidFill>
                          <a:effectLst/>
                          <a:latin typeface="Calibri" panose="020F0502020204030204" pitchFamily="34" charset="0"/>
                        </a:rPr>
                        <a:t>Mises à jour logicielles</a:t>
                      </a:r>
                      <a:r>
                        <a:rPr lang="fr-FR" sz="900" b="0" i="0">
                          <a:solidFill>
                            <a:srgbClr val="000000"/>
                          </a:solidFill>
                          <a:effectLst/>
                          <a:latin typeface="Calibri" panose="020F0502020204030204" pitchFamily="34" charset="0"/>
                        </a:rPr>
                        <a:t>​</a:t>
                      </a:r>
                      <a:endParaRPr lang="fr-FR" sz="1500" b="0" i="0">
                        <a:solidFill>
                          <a:srgbClr val="000000"/>
                        </a:solidFill>
                        <a:effectLst/>
                      </a:endParaRPr>
                    </a:p>
                  </a:txBody>
                  <a:tcPr marL="74561" marR="74561" marT="37281" marB="37281" anchor="ctr">
                    <a:lnL w="10678" cap="flat" cmpd="sng" algn="ctr">
                      <a:solidFill>
                        <a:srgbClr val="000000"/>
                      </a:solidFill>
                      <a:prstDash val="solid"/>
                      <a:round/>
                      <a:headEnd type="none" w="med" len="med"/>
                      <a:tailEnd type="none" w="med" len="med"/>
                    </a:lnL>
                    <a:lnR w="10678" cap="flat" cmpd="sng" algn="ctr">
                      <a:solidFill>
                        <a:srgbClr val="000000"/>
                      </a:solidFill>
                      <a:prstDash val="solid"/>
                      <a:round/>
                      <a:headEnd type="none" w="med" len="med"/>
                      <a:tailEnd type="none" w="med" len="med"/>
                    </a:lnR>
                    <a:lnT w="10678" cap="flat" cmpd="sng" algn="ctr">
                      <a:solidFill>
                        <a:srgbClr val="000000"/>
                      </a:solidFill>
                      <a:prstDash val="solid"/>
                      <a:round/>
                      <a:headEnd type="none" w="med" len="med"/>
                      <a:tailEnd type="none" w="med" len="med"/>
                    </a:lnT>
                    <a:lnB w="10678" cap="flat" cmpd="sng" algn="ctr">
                      <a:solidFill>
                        <a:srgbClr val="000000"/>
                      </a:solidFill>
                      <a:prstDash val="solid"/>
                      <a:round/>
                      <a:headEnd type="none" w="med" len="med"/>
                      <a:tailEnd type="none" w="med" len="med"/>
                    </a:lnB>
                    <a:solidFill>
                      <a:srgbClr val="E7E7E7"/>
                    </a:solidFill>
                  </a:tcPr>
                </a:tc>
                <a:tc>
                  <a:txBody>
                    <a:bodyPr/>
                    <a:lstStyle/>
                    <a:p>
                      <a:pPr algn="ctr" fontAlgn="base">
                        <a:lnSpc>
                          <a:spcPts val="1350"/>
                        </a:lnSpc>
                      </a:pPr>
                      <a:r>
                        <a:rPr lang="fr-FR" sz="900" b="0" i="0" u="none" strike="noStrike">
                          <a:solidFill>
                            <a:srgbClr val="000000"/>
                          </a:solidFill>
                          <a:effectLst/>
                          <a:latin typeface="Calibri" panose="020F0502020204030204" pitchFamily="34" charset="0"/>
                        </a:rPr>
                        <a:t>Application régulière des mises à jour de sécurité et de fonctionnalités</a:t>
                      </a:r>
                      <a:r>
                        <a:rPr lang="fr-FR" sz="900" b="0" i="0">
                          <a:solidFill>
                            <a:srgbClr val="000000"/>
                          </a:solidFill>
                          <a:effectLst/>
                          <a:latin typeface="Calibri" panose="020F0502020204030204" pitchFamily="34" charset="0"/>
                        </a:rPr>
                        <a:t>​</a:t>
                      </a:r>
                      <a:endParaRPr lang="fr-FR" sz="1500" b="0" i="0">
                        <a:solidFill>
                          <a:srgbClr val="000000"/>
                        </a:solidFill>
                        <a:effectLst/>
                      </a:endParaRPr>
                    </a:p>
                  </a:txBody>
                  <a:tcPr marL="74561" marR="74561" marT="37281" marB="37281" anchor="ctr">
                    <a:lnL w="10678" cap="flat" cmpd="sng" algn="ctr">
                      <a:solidFill>
                        <a:srgbClr val="000000"/>
                      </a:solidFill>
                      <a:prstDash val="solid"/>
                      <a:round/>
                      <a:headEnd type="none" w="med" len="med"/>
                      <a:tailEnd type="none" w="med" len="med"/>
                    </a:lnL>
                    <a:lnR w="10678" cap="flat" cmpd="sng" algn="ctr">
                      <a:solidFill>
                        <a:srgbClr val="000000"/>
                      </a:solidFill>
                      <a:prstDash val="solid"/>
                      <a:round/>
                      <a:headEnd type="none" w="med" len="med"/>
                      <a:tailEnd type="none" w="med" len="med"/>
                    </a:lnR>
                    <a:lnT w="10678" cap="flat" cmpd="sng" algn="ctr">
                      <a:solidFill>
                        <a:srgbClr val="000000"/>
                      </a:solidFill>
                      <a:prstDash val="solid"/>
                      <a:round/>
                      <a:headEnd type="none" w="med" len="med"/>
                      <a:tailEnd type="none" w="med" len="med"/>
                    </a:lnT>
                    <a:lnB w="10678" cap="flat" cmpd="sng" algn="ctr">
                      <a:solidFill>
                        <a:srgbClr val="000000"/>
                      </a:solidFill>
                      <a:prstDash val="solid"/>
                      <a:round/>
                      <a:headEnd type="none" w="med" len="med"/>
                      <a:tailEnd type="none" w="med" len="med"/>
                    </a:lnB>
                    <a:solidFill>
                      <a:srgbClr val="E7E7E7"/>
                    </a:solidFill>
                  </a:tcPr>
                </a:tc>
                <a:tc>
                  <a:txBody>
                    <a:bodyPr/>
                    <a:lstStyle/>
                    <a:p>
                      <a:pPr algn="ctr" fontAlgn="base">
                        <a:lnSpc>
                          <a:spcPts val="1350"/>
                        </a:lnSpc>
                      </a:pPr>
                      <a:r>
                        <a:rPr lang="fr-FR" sz="900" b="0" i="0" u="none" strike="noStrike">
                          <a:solidFill>
                            <a:srgbClr val="000000"/>
                          </a:solidFill>
                          <a:effectLst/>
                          <a:latin typeface="Calibri" panose="020F0502020204030204" pitchFamily="34" charset="0"/>
                        </a:rPr>
                        <a:t>Trimestrielle</a:t>
                      </a:r>
                      <a:r>
                        <a:rPr lang="fr-FR" sz="900" b="0" i="0">
                          <a:solidFill>
                            <a:srgbClr val="000000"/>
                          </a:solidFill>
                          <a:effectLst/>
                          <a:latin typeface="Calibri" panose="020F0502020204030204" pitchFamily="34" charset="0"/>
                        </a:rPr>
                        <a:t>​</a:t>
                      </a:r>
                      <a:endParaRPr lang="fr-FR" sz="1500" b="0" i="0">
                        <a:solidFill>
                          <a:srgbClr val="000000"/>
                        </a:solidFill>
                        <a:effectLst/>
                      </a:endParaRPr>
                    </a:p>
                  </a:txBody>
                  <a:tcPr marL="74561" marR="74561" marT="37281" marB="37281" anchor="ctr">
                    <a:lnL w="10678" cap="flat" cmpd="sng" algn="ctr">
                      <a:solidFill>
                        <a:srgbClr val="000000"/>
                      </a:solidFill>
                      <a:prstDash val="solid"/>
                      <a:round/>
                      <a:headEnd type="none" w="med" len="med"/>
                      <a:tailEnd type="none" w="med" len="med"/>
                    </a:lnL>
                    <a:lnR w="10678" cap="flat" cmpd="sng" algn="ctr">
                      <a:solidFill>
                        <a:srgbClr val="000000"/>
                      </a:solidFill>
                      <a:prstDash val="solid"/>
                      <a:round/>
                      <a:headEnd type="none" w="med" len="med"/>
                      <a:tailEnd type="none" w="med" len="med"/>
                    </a:lnR>
                    <a:lnT w="10678" cap="flat" cmpd="sng" algn="ctr">
                      <a:solidFill>
                        <a:srgbClr val="000000"/>
                      </a:solidFill>
                      <a:prstDash val="solid"/>
                      <a:round/>
                      <a:headEnd type="none" w="med" len="med"/>
                      <a:tailEnd type="none" w="med" len="med"/>
                    </a:lnT>
                    <a:lnB w="10678" cap="flat" cmpd="sng" algn="ctr">
                      <a:solidFill>
                        <a:srgbClr val="000000"/>
                      </a:solidFill>
                      <a:prstDash val="solid"/>
                      <a:round/>
                      <a:headEnd type="none" w="med" len="med"/>
                      <a:tailEnd type="none" w="med" len="med"/>
                    </a:lnB>
                    <a:solidFill>
                      <a:srgbClr val="E7E7E7"/>
                    </a:solidFill>
                  </a:tcPr>
                </a:tc>
                <a:tc>
                  <a:txBody>
                    <a:bodyPr/>
                    <a:lstStyle/>
                    <a:p>
                      <a:pPr algn="ctr" fontAlgn="base">
                        <a:lnSpc>
                          <a:spcPts val="1350"/>
                        </a:lnSpc>
                      </a:pPr>
                      <a:r>
                        <a:rPr lang="fr-FR" sz="900" b="0" i="0" u="none" strike="noStrike">
                          <a:solidFill>
                            <a:srgbClr val="000000"/>
                          </a:solidFill>
                          <a:effectLst/>
                          <a:latin typeface="Calibri" panose="020F0502020204030204" pitchFamily="34" charset="0"/>
                        </a:rPr>
                        <a:t>80</a:t>
                      </a:r>
                      <a:r>
                        <a:rPr lang="fr-FR" sz="900" b="0" i="0">
                          <a:solidFill>
                            <a:srgbClr val="000000"/>
                          </a:solidFill>
                          <a:effectLst/>
                          <a:latin typeface="Calibri" panose="020F0502020204030204" pitchFamily="34" charset="0"/>
                        </a:rPr>
                        <a:t>​</a:t>
                      </a:r>
                      <a:endParaRPr lang="fr-FR" sz="1500" b="0" i="0">
                        <a:solidFill>
                          <a:srgbClr val="000000"/>
                        </a:solidFill>
                        <a:effectLst/>
                      </a:endParaRPr>
                    </a:p>
                  </a:txBody>
                  <a:tcPr marL="74561" marR="74561" marT="37281" marB="37281" anchor="ctr">
                    <a:lnL w="10678" cap="flat" cmpd="sng" algn="ctr">
                      <a:solidFill>
                        <a:srgbClr val="000000"/>
                      </a:solidFill>
                      <a:prstDash val="solid"/>
                      <a:round/>
                      <a:headEnd type="none" w="med" len="med"/>
                      <a:tailEnd type="none" w="med" len="med"/>
                    </a:lnL>
                    <a:lnR w="10678" cap="flat" cmpd="sng" algn="ctr">
                      <a:solidFill>
                        <a:srgbClr val="000000"/>
                      </a:solidFill>
                      <a:prstDash val="solid"/>
                      <a:round/>
                      <a:headEnd type="none" w="med" len="med"/>
                      <a:tailEnd type="none" w="med" len="med"/>
                    </a:lnR>
                    <a:lnT w="10678" cap="flat" cmpd="sng" algn="ctr">
                      <a:solidFill>
                        <a:srgbClr val="000000"/>
                      </a:solidFill>
                      <a:prstDash val="solid"/>
                      <a:round/>
                      <a:headEnd type="none" w="med" len="med"/>
                      <a:tailEnd type="none" w="med" len="med"/>
                    </a:lnT>
                    <a:lnB w="10678" cap="flat" cmpd="sng" algn="ctr">
                      <a:solidFill>
                        <a:srgbClr val="000000"/>
                      </a:solidFill>
                      <a:prstDash val="solid"/>
                      <a:round/>
                      <a:headEnd type="none" w="med" len="med"/>
                      <a:tailEnd type="none" w="med" len="med"/>
                    </a:lnB>
                    <a:solidFill>
                      <a:srgbClr val="E7E7E7"/>
                    </a:solidFill>
                  </a:tcPr>
                </a:tc>
                <a:extLst>
                  <a:ext uri="{0D108BD9-81ED-4DB2-BD59-A6C34878D82A}">
                    <a16:rowId xmlns:a16="http://schemas.microsoft.com/office/drawing/2014/main" val="3365710852"/>
                  </a:ext>
                </a:extLst>
              </a:tr>
              <a:tr h="439314">
                <a:tc>
                  <a:txBody>
                    <a:bodyPr/>
                    <a:lstStyle/>
                    <a:p>
                      <a:pPr algn="ctr" fontAlgn="base">
                        <a:lnSpc>
                          <a:spcPts val="1350"/>
                        </a:lnSpc>
                      </a:pPr>
                      <a:r>
                        <a:rPr lang="fr-FR" sz="900" b="1" i="0" u="none" strike="noStrike">
                          <a:solidFill>
                            <a:srgbClr val="000000"/>
                          </a:solidFill>
                          <a:effectLst/>
                          <a:latin typeface="Calibri" panose="020F0502020204030204" pitchFamily="34" charset="0"/>
                        </a:rPr>
                        <a:t>Maintenance Matérielle</a:t>
                      </a:r>
                      <a:r>
                        <a:rPr lang="fr-FR" sz="900" b="0" i="0">
                          <a:solidFill>
                            <a:srgbClr val="000000"/>
                          </a:solidFill>
                          <a:effectLst/>
                          <a:latin typeface="Calibri" panose="020F0502020204030204" pitchFamily="34" charset="0"/>
                        </a:rPr>
                        <a:t>​</a:t>
                      </a:r>
                      <a:endParaRPr lang="fr-FR" sz="1500" b="0" i="0">
                        <a:solidFill>
                          <a:srgbClr val="000000"/>
                        </a:solidFill>
                        <a:effectLst/>
                      </a:endParaRPr>
                    </a:p>
                  </a:txBody>
                  <a:tcPr marL="74561" marR="74561" marT="37281" marB="37281" anchor="ctr">
                    <a:lnL w="10678" cap="flat" cmpd="sng" algn="ctr">
                      <a:solidFill>
                        <a:srgbClr val="000000"/>
                      </a:solidFill>
                      <a:prstDash val="solid"/>
                      <a:round/>
                      <a:headEnd type="none" w="med" len="med"/>
                      <a:tailEnd type="none" w="med" len="med"/>
                    </a:lnL>
                    <a:lnR w="10678" cap="flat" cmpd="sng" algn="ctr">
                      <a:solidFill>
                        <a:srgbClr val="000000"/>
                      </a:solidFill>
                      <a:prstDash val="solid"/>
                      <a:round/>
                      <a:headEnd type="none" w="med" len="med"/>
                      <a:tailEnd type="none" w="med" len="med"/>
                    </a:lnR>
                    <a:lnT w="10678" cap="flat" cmpd="sng" algn="ctr">
                      <a:solidFill>
                        <a:srgbClr val="000000"/>
                      </a:solidFill>
                      <a:prstDash val="solid"/>
                      <a:round/>
                      <a:headEnd type="none" w="med" len="med"/>
                      <a:tailEnd type="none" w="med" len="med"/>
                    </a:lnT>
                    <a:lnB w="10678" cap="flat" cmpd="sng" algn="ctr">
                      <a:solidFill>
                        <a:srgbClr val="000000"/>
                      </a:solidFill>
                      <a:prstDash val="solid"/>
                      <a:round/>
                      <a:headEnd type="none" w="med" len="med"/>
                      <a:tailEnd type="none" w="med" len="med"/>
                    </a:lnB>
                    <a:solidFill>
                      <a:srgbClr val="FFFFFF"/>
                    </a:solidFill>
                  </a:tcPr>
                </a:tc>
                <a:tc>
                  <a:txBody>
                    <a:bodyPr/>
                    <a:lstStyle/>
                    <a:p>
                      <a:pPr algn="ctr" fontAlgn="base">
                        <a:lnSpc>
                          <a:spcPts val="1350"/>
                        </a:lnSpc>
                      </a:pPr>
                      <a:r>
                        <a:rPr lang="fr-FR" sz="900" b="0" i="0" u="none" strike="noStrike">
                          <a:solidFill>
                            <a:srgbClr val="000000"/>
                          </a:solidFill>
                          <a:effectLst/>
                          <a:latin typeface="Calibri" panose="020F0502020204030204" pitchFamily="34" charset="0"/>
                        </a:rPr>
                        <a:t>Vérification et remplacement des équipements défectueux</a:t>
                      </a:r>
                      <a:r>
                        <a:rPr lang="fr-FR" sz="900" b="0" i="0">
                          <a:solidFill>
                            <a:srgbClr val="000000"/>
                          </a:solidFill>
                          <a:effectLst/>
                          <a:latin typeface="Calibri" panose="020F0502020204030204" pitchFamily="34" charset="0"/>
                        </a:rPr>
                        <a:t>​</a:t>
                      </a:r>
                      <a:endParaRPr lang="fr-FR" sz="1500" b="0" i="0">
                        <a:solidFill>
                          <a:srgbClr val="000000"/>
                        </a:solidFill>
                        <a:effectLst/>
                      </a:endParaRPr>
                    </a:p>
                  </a:txBody>
                  <a:tcPr marL="74561" marR="74561" marT="37281" marB="37281" anchor="ctr">
                    <a:lnL w="10678" cap="flat" cmpd="sng" algn="ctr">
                      <a:solidFill>
                        <a:srgbClr val="000000"/>
                      </a:solidFill>
                      <a:prstDash val="solid"/>
                      <a:round/>
                      <a:headEnd type="none" w="med" len="med"/>
                      <a:tailEnd type="none" w="med" len="med"/>
                    </a:lnL>
                    <a:lnR w="10678" cap="flat" cmpd="sng" algn="ctr">
                      <a:solidFill>
                        <a:srgbClr val="000000"/>
                      </a:solidFill>
                      <a:prstDash val="solid"/>
                      <a:round/>
                      <a:headEnd type="none" w="med" len="med"/>
                      <a:tailEnd type="none" w="med" len="med"/>
                    </a:lnR>
                    <a:lnT w="10678" cap="flat" cmpd="sng" algn="ctr">
                      <a:solidFill>
                        <a:srgbClr val="000000"/>
                      </a:solidFill>
                      <a:prstDash val="solid"/>
                      <a:round/>
                      <a:headEnd type="none" w="med" len="med"/>
                      <a:tailEnd type="none" w="med" len="med"/>
                    </a:lnT>
                    <a:lnB w="10678" cap="flat" cmpd="sng" algn="ctr">
                      <a:solidFill>
                        <a:srgbClr val="000000"/>
                      </a:solidFill>
                      <a:prstDash val="solid"/>
                      <a:round/>
                      <a:headEnd type="none" w="med" len="med"/>
                      <a:tailEnd type="none" w="med" len="med"/>
                    </a:lnB>
                    <a:solidFill>
                      <a:srgbClr val="FFFFFF"/>
                    </a:solidFill>
                  </a:tcPr>
                </a:tc>
                <a:tc>
                  <a:txBody>
                    <a:bodyPr/>
                    <a:lstStyle/>
                    <a:p>
                      <a:pPr algn="ctr" fontAlgn="base">
                        <a:lnSpc>
                          <a:spcPts val="1350"/>
                        </a:lnSpc>
                      </a:pPr>
                      <a:r>
                        <a:rPr lang="fr-FR" sz="900" b="0" i="0" u="none" strike="noStrike">
                          <a:solidFill>
                            <a:srgbClr val="000000"/>
                          </a:solidFill>
                          <a:effectLst/>
                          <a:latin typeface="Calibri" panose="020F0502020204030204" pitchFamily="34" charset="0"/>
                        </a:rPr>
                        <a:t>Annuellement</a:t>
                      </a:r>
                      <a:r>
                        <a:rPr lang="fr-FR" sz="900" b="0" i="0">
                          <a:solidFill>
                            <a:srgbClr val="000000"/>
                          </a:solidFill>
                          <a:effectLst/>
                          <a:latin typeface="Calibri" panose="020F0502020204030204" pitchFamily="34" charset="0"/>
                        </a:rPr>
                        <a:t>​</a:t>
                      </a:r>
                      <a:endParaRPr lang="fr-FR" sz="1500" b="0" i="0">
                        <a:solidFill>
                          <a:srgbClr val="000000"/>
                        </a:solidFill>
                        <a:effectLst/>
                      </a:endParaRPr>
                    </a:p>
                  </a:txBody>
                  <a:tcPr marL="74561" marR="74561" marT="37281" marB="37281" anchor="ctr">
                    <a:lnL w="10678" cap="flat" cmpd="sng" algn="ctr">
                      <a:solidFill>
                        <a:srgbClr val="000000"/>
                      </a:solidFill>
                      <a:prstDash val="solid"/>
                      <a:round/>
                      <a:headEnd type="none" w="med" len="med"/>
                      <a:tailEnd type="none" w="med" len="med"/>
                    </a:lnL>
                    <a:lnR w="10678" cap="flat" cmpd="sng" algn="ctr">
                      <a:solidFill>
                        <a:srgbClr val="000000"/>
                      </a:solidFill>
                      <a:prstDash val="solid"/>
                      <a:round/>
                      <a:headEnd type="none" w="med" len="med"/>
                      <a:tailEnd type="none" w="med" len="med"/>
                    </a:lnR>
                    <a:lnT w="10678" cap="flat" cmpd="sng" algn="ctr">
                      <a:solidFill>
                        <a:srgbClr val="000000"/>
                      </a:solidFill>
                      <a:prstDash val="solid"/>
                      <a:round/>
                      <a:headEnd type="none" w="med" len="med"/>
                      <a:tailEnd type="none" w="med" len="med"/>
                    </a:lnT>
                    <a:lnB w="10678" cap="flat" cmpd="sng" algn="ctr">
                      <a:solidFill>
                        <a:srgbClr val="000000"/>
                      </a:solidFill>
                      <a:prstDash val="solid"/>
                      <a:round/>
                      <a:headEnd type="none" w="med" len="med"/>
                      <a:tailEnd type="none" w="med" len="med"/>
                    </a:lnB>
                    <a:solidFill>
                      <a:srgbClr val="FFFFFF"/>
                    </a:solidFill>
                  </a:tcPr>
                </a:tc>
                <a:tc>
                  <a:txBody>
                    <a:bodyPr/>
                    <a:lstStyle/>
                    <a:p>
                      <a:pPr algn="ctr" fontAlgn="base">
                        <a:lnSpc>
                          <a:spcPts val="1350"/>
                        </a:lnSpc>
                      </a:pPr>
                      <a:r>
                        <a:rPr lang="fr-FR" sz="900" b="0" i="0" u="none" strike="noStrike">
                          <a:solidFill>
                            <a:srgbClr val="000000"/>
                          </a:solidFill>
                          <a:effectLst/>
                          <a:latin typeface="Calibri" panose="020F0502020204030204" pitchFamily="34" charset="0"/>
                        </a:rPr>
                        <a:t>300</a:t>
                      </a:r>
                      <a:r>
                        <a:rPr lang="fr-FR" sz="900" b="0" i="0">
                          <a:solidFill>
                            <a:srgbClr val="000000"/>
                          </a:solidFill>
                          <a:effectLst/>
                          <a:latin typeface="Calibri" panose="020F0502020204030204" pitchFamily="34" charset="0"/>
                        </a:rPr>
                        <a:t>​</a:t>
                      </a:r>
                      <a:endParaRPr lang="fr-FR" sz="1500" b="0" i="0">
                        <a:solidFill>
                          <a:srgbClr val="000000"/>
                        </a:solidFill>
                        <a:effectLst/>
                      </a:endParaRPr>
                    </a:p>
                  </a:txBody>
                  <a:tcPr marL="74561" marR="74561" marT="37281" marB="37281" anchor="ctr">
                    <a:lnL w="10678" cap="flat" cmpd="sng" algn="ctr">
                      <a:solidFill>
                        <a:srgbClr val="000000"/>
                      </a:solidFill>
                      <a:prstDash val="solid"/>
                      <a:round/>
                      <a:headEnd type="none" w="med" len="med"/>
                      <a:tailEnd type="none" w="med" len="med"/>
                    </a:lnL>
                    <a:lnR w="10678" cap="flat" cmpd="sng" algn="ctr">
                      <a:solidFill>
                        <a:srgbClr val="000000"/>
                      </a:solidFill>
                      <a:prstDash val="solid"/>
                      <a:round/>
                      <a:headEnd type="none" w="med" len="med"/>
                      <a:tailEnd type="none" w="med" len="med"/>
                    </a:lnR>
                    <a:lnT w="10678" cap="flat" cmpd="sng" algn="ctr">
                      <a:solidFill>
                        <a:srgbClr val="000000"/>
                      </a:solidFill>
                      <a:prstDash val="solid"/>
                      <a:round/>
                      <a:headEnd type="none" w="med" len="med"/>
                      <a:tailEnd type="none" w="med" len="med"/>
                    </a:lnT>
                    <a:lnB w="1067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232204458"/>
                  </a:ext>
                </a:extLst>
              </a:tr>
              <a:tr h="439314">
                <a:tc>
                  <a:txBody>
                    <a:bodyPr/>
                    <a:lstStyle/>
                    <a:p>
                      <a:pPr algn="ctr" fontAlgn="base">
                        <a:lnSpc>
                          <a:spcPts val="1350"/>
                        </a:lnSpc>
                      </a:pPr>
                      <a:r>
                        <a:rPr lang="fr-FR" sz="900" b="1" i="0" u="none" strike="noStrike">
                          <a:solidFill>
                            <a:srgbClr val="000000"/>
                          </a:solidFill>
                          <a:effectLst/>
                          <a:latin typeface="Calibri" panose="020F0502020204030204" pitchFamily="34" charset="0"/>
                        </a:rPr>
                        <a:t>Intervention sur site</a:t>
                      </a:r>
                      <a:r>
                        <a:rPr lang="fr-FR" sz="900" b="0" i="0">
                          <a:solidFill>
                            <a:srgbClr val="000000"/>
                          </a:solidFill>
                          <a:effectLst/>
                          <a:latin typeface="Calibri" panose="020F0502020204030204" pitchFamily="34" charset="0"/>
                        </a:rPr>
                        <a:t>​</a:t>
                      </a:r>
                      <a:endParaRPr lang="fr-FR" sz="1500" b="0" i="0">
                        <a:solidFill>
                          <a:srgbClr val="000000"/>
                        </a:solidFill>
                        <a:effectLst/>
                      </a:endParaRPr>
                    </a:p>
                  </a:txBody>
                  <a:tcPr marL="74561" marR="74561" marT="37281" marB="37281" anchor="ctr">
                    <a:lnL w="10678" cap="flat" cmpd="sng" algn="ctr">
                      <a:solidFill>
                        <a:srgbClr val="000000"/>
                      </a:solidFill>
                      <a:prstDash val="solid"/>
                      <a:round/>
                      <a:headEnd type="none" w="med" len="med"/>
                      <a:tailEnd type="none" w="med" len="med"/>
                    </a:lnL>
                    <a:lnR w="10678" cap="flat" cmpd="sng" algn="ctr">
                      <a:solidFill>
                        <a:srgbClr val="000000"/>
                      </a:solidFill>
                      <a:prstDash val="solid"/>
                      <a:round/>
                      <a:headEnd type="none" w="med" len="med"/>
                      <a:tailEnd type="none" w="med" len="med"/>
                    </a:lnR>
                    <a:lnT w="10678" cap="flat" cmpd="sng" algn="ctr">
                      <a:solidFill>
                        <a:srgbClr val="000000"/>
                      </a:solidFill>
                      <a:prstDash val="solid"/>
                      <a:round/>
                      <a:headEnd type="none" w="med" len="med"/>
                      <a:tailEnd type="none" w="med" len="med"/>
                    </a:lnT>
                    <a:lnB w="10678" cap="flat" cmpd="sng" algn="ctr">
                      <a:solidFill>
                        <a:srgbClr val="000000"/>
                      </a:solidFill>
                      <a:prstDash val="solid"/>
                      <a:round/>
                      <a:headEnd type="none" w="med" len="med"/>
                      <a:tailEnd type="none" w="med" len="med"/>
                    </a:lnB>
                    <a:solidFill>
                      <a:srgbClr val="E7E7E7"/>
                    </a:solidFill>
                  </a:tcPr>
                </a:tc>
                <a:tc>
                  <a:txBody>
                    <a:bodyPr/>
                    <a:lstStyle/>
                    <a:p>
                      <a:pPr algn="ctr" fontAlgn="base">
                        <a:lnSpc>
                          <a:spcPts val="1350"/>
                        </a:lnSpc>
                      </a:pPr>
                      <a:r>
                        <a:rPr lang="fr-FR" sz="900" b="0" i="0" u="none" strike="noStrike">
                          <a:solidFill>
                            <a:srgbClr val="000000"/>
                          </a:solidFill>
                          <a:effectLst/>
                          <a:latin typeface="Calibri" panose="020F0502020204030204" pitchFamily="34" charset="0"/>
                        </a:rPr>
                        <a:t>Intervention physique en cas de panne matérielle ou réseau</a:t>
                      </a:r>
                      <a:r>
                        <a:rPr lang="fr-FR" sz="900" b="0" i="0">
                          <a:solidFill>
                            <a:srgbClr val="000000"/>
                          </a:solidFill>
                          <a:effectLst/>
                          <a:latin typeface="Calibri" panose="020F0502020204030204" pitchFamily="34" charset="0"/>
                        </a:rPr>
                        <a:t>​</a:t>
                      </a:r>
                      <a:endParaRPr lang="fr-FR" sz="1500" b="0" i="0">
                        <a:solidFill>
                          <a:srgbClr val="000000"/>
                        </a:solidFill>
                        <a:effectLst/>
                      </a:endParaRPr>
                    </a:p>
                  </a:txBody>
                  <a:tcPr marL="74561" marR="74561" marT="37281" marB="37281" anchor="ctr">
                    <a:lnL w="10678" cap="flat" cmpd="sng" algn="ctr">
                      <a:solidFill>
                        <a:srgbClr val="000000"/>
                      </a:solidFill>
                      <a:prstDash val="solid"/>
                      <a:round/>
                      <a:headEnd type="none" w="med" len="med"/>
                      <a:tailEnd type="none" w="med" len="med"/>
                    </a:lnL>
                    <a:lnR w="10678" cap="flat" cmpd="sng" algn="ctr">
                      <a:solidFill>
                        <a:srgbClr val="000000"/>
                      </a:solidFill>
                      <a:prstDash val="solid"/>
                      <a:round/>
                      <a:headEnd type="none" w="med" len="med"/>
                      <a:tailEnd type="none" w="med" len="med"/>
                    </a:lnR>
                    <a:lnT w="10678" cap="flat" cmpd="sng" algn="ctr">
                      <a:solidFill>
                        <a:srgbClr val="000000"/>
                      </a:solidFill>
                      <a:prstDash val="solid"/>
                      <a:round/>
                      <a:headEnd type="none" w="med" len="med"/>
                      <a:tailEnd type="none" w="med" len="med"/>
                    </a:lnT>
                    <a:lnB w="10678" cap="flat" cmpd="sng" algn="ctr">
                      <a:solidFill>
                        <a:srgbClr val="000000"/>
                      </a:solidFill>
                      <a:prstDash val="solid"/>
                      <a:round/>
                      <a:headEnd type="none" w="med" len="med"/>
                      <a:tailEnd type="none" w="med" len="med"/>
                    </a:lnB>
                    <a:solidFill>
                      <a:srgbClr val="E7E7E7"/>
                    </a:solidFill>
                  </a:tcPr>
                </a:tc>
                <a:tc>
                  <a:txBody>
                    <a:bodyPr/>
                    <a:lstStyle/>
                    <a:p>
                      <a:pPr algn="ctr" fontAlgn="base">
                        <a:lnSpc>
                          <a:spcPts val="1350"/>
                        </a:lnSpc>
                      </a:pPr>
                      <a:r>
                        <a:rPr lang="fr-FR" sz="900" b="0" i="0" u="none" strike="noStrike">
                          <a:solidFill>
                            <a:srgbClr val="000000"/>
                          </a:solidFill>
                          <a:effectLst/>
                          <a:latin typeface="Calibri" panose="020F0502020204030204" pitchFamily="34" charset="0"/>
                        </a:rPr>
                        <a:t>Sous 48h</a:t>
                      </a:r>
                      <a:r>
                        <a:rPr lang="fr-FR" sz="900" b="0" i="0">
                          <a:solidFill>
                            <a:srgbClr val="000000"/>
                          </a:solidFill>
                          <a:effectLst/>
                          <a:latin typeface="Calibri" panose="020F0502020204030204" pitchFamily="34" charset="0"/>
                        </a:rPr>
                        <a:t>​</a:t>
                      </a:r>
                      <a:endParaRPr lang="fr-FR" sz="1500" b="0" i="0">
                        <a:solidFill>
                          <a:srgbClr val="000000"/>
                        </a:solidFill>
                        <a:effectLst/>
                      </a:endParaRPr>
                    </a:p>
                  </a:txBody>
                  <a:tcPr marL="74561" marR="74561" marT="37281" marB="37281" anchor="ctr">
                    <a:lnL w="10678" cap="flat" cmpd="sng" algn="ctr">
                      <a:solidFill>
                        <a:srgbClr val="000000"/>
                      </a:solidFill>
                      <a:prstDash val="solid"/>
                      <a:round/>
                      <a:headEnd type="none" w="med" len="med"/>
                      <a:tailEnd type="none" w="med" len="med"/>
                    </a:lnL>
                    <a:lnR w="10678" cap="flat" cmpd="sng" algn="ctr">
                      <a:solidFill>
                        <a:srgbClr val="000000"/>
                      </a:solidFill>
                      <a:prstDash val="solid"/>
                      <a:round/>
                      <a:headEnd type="none" w="med" len="med"/>
                      <a:tailEnd type="none" w="med" len="med"/>
                    </a:lnR>
                    <a:lnT w="10678" cap="flat" cmpd="sng" algn="ctr">
                      <a:solidFill>
                        <a:srgbClr val="000000"/>
                      </a:solidFill>
                      <a:prstDash val="solid"/>
                      <a:round/>
                      <a:headEnd type="none" w="med" len="med"/>
                      <a:tailEnd type="none" w="med" len="med"/>
                    </a:lnT>
                    <a:lnB w="10678" cap="flat" cmpd="sng" algn="ctr">
                      <a:solidFill>
                        <a:srgbClr val="000000"/>
                      </a:solidFill>
                      <a:prstDash val="solid"/>
                      <a:round/>
                      <a:headEnd type="none" w="med" len="med"/>
                      <a:tailEnd type="none" w="med" len="med"/>
                    </a:lnB>
                    <a:solidFill>
                      <a:srgbClr val="E7E7E7"/>
                    </a:solidFill>
                  </a:tcPr>
                </a:tc>
                <a:tc>
                  <a:txBody>
                    <a:bodyPr/>
                    <a:lstStyle/>
                    <a:p>
                      <a:pPr algn="ctr" fontAlgn="base">
                        <a:lnSpc>
                          <a:spcPts val="1350"/>
                        </a:lnSpc>
                      </a:pPr>
                      <a:r>
                        <a:rPr lang="fr-FR" sz="900" b="0" i="0" u="none" strike="noStrike">
                          <a:solidFill>
                            <a:srgbClr val="000000"/>
                          </a:solidFill>
                          <a:effectLst/>
                          <a:latin typeface="Calibri" panose="020F0502020204030204" pitchFamily="34" charset="0"/>
                        </a:rPr>
                        <a:t>550</a:t>
                      </a:r>
                      <a:r>
                        <a:rPr lang="fr-FR" sz="900" b="0" i="0">
                          <a:solidFill>
                            <a:srgbClr val="000000"/>
                          </a:solidFill>
                          <a:effectLst/>
                          <a:latin typeface="Calibri" panose="020F0502020204030204" pitchFamily="34" charset="0"/>
                        </a:rPr>
                        <a:t>​</a:t>
                      </a:r>
                      <a:endParaRPr lang="fr-FR" sz="1500" b="0" i="0">
                        <a:solidFill>
                          <a:srgbClr val="000000"/>
                        </a:solidFill>
                        <a:effectLst/>
                      </a:endParaRPr>
                    </a:p>
                  </a:txBody>
                  <a:tcPr marL="74561" marR="74561" marT="37281" marB="37281" anchor="ctr">
                    <a:lnL w="10678" cap="flat" cmpd="sng" algn="ctr">
                      <a:solidFill>
                        <a:srgbClr val="000000"/>
                      </a:solidFill>
                      <a:prstDash val="solid"/>
                      <a:round/>
                      <a:headEnd type="none" w="med" len="med"/>
                      <a:tailEnd type="none" w="med" len="med"/>
                    </a:lnL>
                    <a:lnR w="10678" cap="flat" cmpd="sng" algn="ctr">
                      <a:solidFill>
                        <a:srgbClr val="000000"/>
                      </a:solidFill>
                      <a:prstDash val="solid"/>
                      <a:round/>
                      <a:headEnd type="none" w="med" len="med"/>
                      <a:tailEnd type="none" w="med" len="med"/>
                    </a:lnR>
                    <a:lnT w="10678" cap="flat" cmpd="sng" algn="ctr">
                      <a:solidFill>
                        <a:srgbClr val="000000"/>
                      </a:solidFill>
                      <a:prstDash val="solid"/>
                      <a:round/>
                      <a:headEnd type="none" w="med" len="med"/>
                      <a:tailEnd type="none" w="med" len="med"/>
                    </a:lnT>
                    <a:lnB w="10678" cap="flat" cmpd="sng" algn="ctr">
                      <a:solidFill>
                        <a:srgbClr val="000000"/>
                      </a:solidFill>
                      <a:prstDash val="solid"/>
                      <a:round/>
                      <a:headEnd type="none" w="med" len="med"/>
                      <a:tailEnd type="none" w="med" len="med"/>
                    </a:lnB>
                    <a:solidFill>
                      <a:srgbClr val="E7E7E7"/>
                    </a:solidFill>
                  </a:tcPr>
                </a:tc>
                <a:extLst>
                  <a:ext uri="{0D108BD9-81ED-4DB2-BD59-A6C34878D82A}">
                    <a16:rowId xmlns:a16="http://schemas.microsoft.com/office/drawing/2014/main" val="389567188"/>
                  </a:ext>
                </a:extLst>
              </a:tr>
              <a:tr h="439314">
                <a:tc>
                  <a:txBody>
                    <a:bodyPr/>
                    <a:lstStyle/>
                    <a:p>
                      <a:pPr algn="ctr" fontAlgn="base">
                        <a:lnSpc>
                          <a:spcPts val="1350"/>
                        </a:lnSpc>
                      </a:pPr>
                      <a:r>
                        <a:rPr lang="fr-FR" sz="900" b="1" i="0" u="none" strike="noStrike">
                          <a:solidFill>
                            <a:srgbClr val="000000"/>
                          </a:solidFill>
                          <a:effectLst/>
                          <a:latin typeface="Calibri" panose="020F0502020204030204" pitchFamily="34" charset="0"/>
                        </a:rPr>
                        <a:t>Formation</a:t>
                      </a:r>
                      <a:r>
                        <a:rPr lang="fr-FR" sz="900" b="0" i="0">
                          <a:solidFill>
                            <a:srgbClr val="000000"/>
                          </a:solidFill>
                          <a:effectLst/>
                          <a:latin typeface="Calibri" panose="020F0502020204030204" pitchFamily="34" charset="0"/>
                        </a:rPr>
                        <a:t>​</a:t>
                      </a:r>
                      <a:endParaRPr lang="fr-FR" sz="1500" b="0" i="0">
                        <a:solidFill>
                          <a:srgbClr val="000000"/>
                        </a:solidFill>
                        <a:effectLst/>
                      </a:endParaRPr>
                    </a:p>
                  </a:txBody>
                  <a:tcPr marL="74561" marR="74561" marT="37281" marB="37281" anchor="ctr">
                    <a:lnL w="10678" cap="flat" cmpd="sng" algn="ctr">
                      <a:solidFill>
                        <a:srgbClr val="000000"/>
                      </a:solidFill>
                      <a:prstDash val="solid"/>
                      <a:round/>
                      <a:headEnd type="none" w="med" len="med"/>
                      <a:tailEnd type="none" w="med" len="med"/>
                    </a:lnL>
                    <a:lnR w="10678" cap="flat" cmpd="sng" algn="ctr">
                      <a:solidFill>
                        <a:srgbClr val="000000"/>
                      </a:solidFill>
                      <a:prstDash val="solid"/>
                      <a:round/>
                      <a:headEnd type="none" w="med" len="med"/>
                      <a:tailEnd type="none" w="med" len="med"/>
                    </a:lnR>
                    <a:lnT w="10678" cap="flat" cmpd="sng" algn="ctr">
                      <a:solidFill>
                        <a:srgbClr val="000000"/>
                      </a:solidFill>
                      <a:prstDash val="solid"/>
                      <a:round/>
                      <a:headEnd type="none" w="med" len="med"/>
                      <a:tailEnd type="none" w="med" len="med"/>
                    </a:lnT>
                    <a:lnB w="10678" cap="flat" cmpd="sng" algn="ctr">
                      <a:solidFill>
                        <a:srgbClr val="000000"/>
                      </a:solidFill>
                      <a:prstDash val="solid"/>
                      <a:round/>
                      <a:headEnd type="none" w="med" len="med"/>
                      <a:tailEnd type="none" w="med" len="med"/>
                    </a:lnB>
                    <a:solidFill>
                      <a:srgbClr val="FFFFFF"/>
                    </a:solidFill>
                  </a:tcPr>
                </a:tc>
                <a:tc>
                  <a:txBody>
                    <a:bodyPr/>
                    <a:lstStyle/>
                    <a:p>
                      <a:pPr algn="ctr" fontAlgn="base">
                        <a:lnSpc>
                          <a:spcPts val="1350"/>
                        </a:lnSpc>
                      </a:pPr>
                      <a:r>
                        <a:rPr lang="fr-FR" sz="900" b="0" i="0" u="none" strike="noStrike">
                          <a:solidFill>
                            <a:srgbClr val="000000"/>
                          </a:solidFill>
                          <a:effectLst/>
                          <a:latin typeface="Calibri" panose="020F0502020204030204" pitchFamily="34" charset="0"/>
                        </a:rPr>
                        <a:t>Sessions de formation pour maintenir les compétences à jour</a:t>
                      </a:r>
                      <a:r>
                        <a:rPr lang="fr-FR" sz="900" b="0" i="0">
                          <a:solidFill>
                            <a:srgbClr val="000000"/>
                          </a:solidFill>
                          <a:effectLst/>
                          <a:latin typeface="Calibri" panose="020F0502020204030204" pitchFamily="34" charset="0"/>
                        </a:rPr>
                        <a:t>​</a:t>
                      </a:r>
                      <a:endParaRPr lang="fr-FR" sz="1500" b="0" i="0">
                        <a:solidFill>
                          <a:srgbClr val="000000"/>
                        </a:solidFill>
                        <a:effectLst/>
                      </a:endParaRPr>
                    </a:p>
                  </a:txBody>
                  <a:tcPr marL="74561" marR="74561" marT="37281" marB="37281" anchor="ctr">
                    <a:lnL w="10678" cap="flat" cmpd="sng" algn="ctr">
                      <a:solidFill>
                        <a:srgbClr val="000000"/>
                      </a:solidFill>
                      <a:prstDash val="solid"/>
                      <a:round/>
                      <a:headEnd type="none" w="med" len="med"/>
                      <a:tailEnd type="none" w="med" len="med"/>
                    </a:lnL>
                    <a:lnR w="10678" cap="flat" cmpd="sng" algn="ctr">
                      <a:solidFill>
                        <a:srgbClr val="000000"/>
                      </a:solidFill>
                      <a:prstDash val="solid"/>
                      <a:round/>
                      <a:headEnd type="none" w="med" len="med"/>
                      <a:tailEnd type="none" w="med" len="med"/>
                    </a:lnR>
                    <a:lnT w="10678" cap="flat" cmpd="sng" algn="ctr">
                      <a:solidFill>
                        <a:srgbClr val="000000"/>
                      </a:solidFill>
                      <a:prstDash val="solid"/>
                      <a:round/>
                      <a:headEnd type="none" w="med" len="med"/>
                      <a:tailEnd type="none" w="med" len="med"/>
                    </a:lnT>
                    <a:lnB w="10678" cap="flat" cmpd="sng" algn="ctr">
                      <a:solidFill>
                        <a:srgbClr val="000000"/>
                      </a:solidFill>
                      <a:prstDash val="solid"/>
                      <a:round/>
                      <a:headEnd type="none" w="med" len="med"/>
                      <a:tailEnd type="none" w="med" len="med"/>
                    </a:lnB>
                    <a:solidFill>
                      <a:srgbClr val="FFFFFF"/>
                    </a:solidFill>
                  </a:tcPr>
                </a:tc>
                <a:tc>
                  <a:txBody>
                    <a:bodyPr/>
                    <a:lstStyle/>
                    <a:p>
                      <a:pPr algn="ctr" fontAlgn="base">
                        <a:lnSpc>
                          <a:spcPts val="1350"/>
                        </a:lnSpc>
                      </a:pPr>
                      <a:r>
                        <a:rPr lang="fr-FR" sz="900" b="0" i="0" u="none" strike="noStrike">
                          <a:solidFill>
                            <a:srgbClr val="000000"/>
                          </a:solidFill>
                          <a:effectLst/>
                          <a:latin typeface="Calibri" panose="020F0502020204030204" pitchFamily="34" charset="0"/>
                        </a:rPr>
                        <a:t>Semestrielle</a:t>
                      </a:r>
                      <a:r>
                        <a:rPr lang="fr-FR" sz="900" b="0" i="0">
                          <a:solidFill>
                            <a:srgbClr val="000000"/>
                          </a:solidFill>
                          <a:effectLst/>
                          <a:latin typeface="Calibri" panose="020F0502020204030204" pitchFamily="34" charset="0"/>
                        </a:rPr>
                        <a:t>​</a:t>
                      </a:r>
                      <a:endParaRPr lang="fr-FR" sz="1500" b="0" i="0">
                        <a:solidFill>
                          <a:srgbClr val="000000"/>
                        </a:solidFill>
                        <a:effectLst/>
                      </a:endParaRPr>
                    </a:p>
                  </a:txBody>
                  <a:tcPr marL="74561" marR="74561" marT="37281" marB="37281" anchor="ctr">
                    <a:lnL w="10678" cap="flat" cmpd="sng" algn="ctr">
                      <a:solidFill>
                        <a:srgbClr val="000000"/>
                      </a:solidFill>
                      <a:prstDash val="solid"/>
                      <a:round/>
                      <a:headEnd type="none" w="med" len="med"/>
                      <a:tailEnd type="none" w="med" len="med"/>
                    </a:lnL>
                    <a:lnR w="10678" cap="flat" cmpd="sng" algn="ctr">
                      <a:solidFill>
                        <a:srgbClr val="000000"/>
                      </a:solidFill>
                      <a:prstDash val="solid"/>
                      <a:round/>
                      <a:headEnd type="none" w="med" len="med"/>
                      <a:tailEnd type="none" w="med" len="med"/>
                    </a:lnR>
                    <a:lnT w="10678" cap="flat" cmpd="sng" algn="ctr">
                      <a:solidFill>
                        <a:srgbClr val="000000"/>
                      </a:solidFill>
                      <a:prstDash val="solid"/>
                      <a:round/>
                      <a:headEnd type="none" w="med" len="med"/>
                      <a:tailEnd type="none" w="med" len="med"/>
                    </a:lnT>
                    <a:lnB w="10678" cap="flat" cmpd="sng" algn="ctr">
                      <a:solidFill>
                        <a:srgbClr val="000000"/>
                      </a:solidFill>
                      <a:prstDash val="solid"/>
                      <a:round/>
                      <a:headEnd type="none" w="med" len="med"/>
                      <a:tailEnd type="none" w="med" len="med"/>
                    </a:lnB>
                    <a:solidFill>
                      <a:srgbClr val="FFFFFF"/>
                    </a:solidFill>
                  </a:tcPr>
                </a:tc>
                <a:tc>
                  <a:txBody>
                    <a:bodyPr/>
                    <a:lstStyle/>
                    <a:p>
                      <a:pPr algn="ctr" fontAlgn="base">
                        <a:lnSpc>
                          <a:spcPts val="1350"/>
                        </a:lnSpc>
                      </a:pPr>
                      <a:r>
                        <a:rPr lang="fr-FR" sz="900" b="0" i="0" u="none" strike="noStrike">
                          <a:solidFill>
                            <a:srgbClr val="000000"/>
                          </a:solidFill>
                          <a:effectLst/>
                          <a:latin typeface="Calibri" panose="020F0502020204030204" pitchFamily="34" charset="0"/>
                        </a:rPr>
                        <a:t>300</a:t>
                      </a:r>
                      <a:r>
                        <a:rPr lang="fr-FR" sz="900" b="0" i="0">
                          <a:solidFill>
                            <a:srgbClr val="000000"/>
                          </a:solidFill>
                          <a:effectLst/>
                          <a:latin typeface="Calibri" panose="020F0502020204030204" pitchFamily="34" charset="0"/>
                        </a:rPr>
                        <a:t>​</a:t>
                      </a:r>
                      <a:endParaRPr lang="fr-FR" sz="1500" b="0" i="0">
                        <a:solidFill>
                          <a:srgbClr val="000000"/>
                        </a:solidFill>
                        <a:effectLst/>
                      </a:endParaRPr>
                    </a:p>
                  </a:txBody>
                  <a:tcPr marL="74561" marR="74561" marT="37281" marB="37281" anchor="ctr">
                    <a:lnL w="10678" cap="flat" cmpd="sng" algn="ctr">
                      <a:solidFill>
                        <a:srgbClr val="000000"/>
                      </a:solidFill>
                      <a:prstDash val="solid"/>
                      <a:round/>
                      <a:headEnd type="none" w="med" len="med"/>
                      <a:tailEnd type="none" w="med" len="med"/>
                    </a:lnL>
                    <a:lnR w="10678" cap="flat" cmpd="sng" algn="ctr">
                      <a:solidFill>
                        <a:srgbClr val="000000"/>
                      </a:solidFill>
                      <a:prstDash val="solid"/>
                      <a:round/>
                      <a:headEnd type="none" w="med" len="med"/>
                      <a:tailEnd type="none" w="med" len="med"/>
                    </a:lnR>
                    <a:lnT w="10678" cap="flat" cmpd="sng" algn="ctr">
                      <a:solidFill>
                        <a:srgbClr val="000000"/>
                      </a:solidFill>
                      <a:prstDash val="solid"/>
                      <a:round/>
                      <a:headEnd type="none" w="med" len="med"/>
                      <a:tailEnd type="none" w="med" len="med"/>
                    </a:lnT>
                    <a:lnB w="1067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0701085"/>
                  </a:ext>
                </a:extLst>
              </a:tr>
              <a:tr h="439314">
                <a:tc>
                  <a:txBody>
                    <a:bodyPr/>
                    <a:lstStyle/>
                    <a:p>
                      <a:pPr algn="ctr" fontAlgn="base">
                        <a:lnSpc>
                          <a:spcPts val="1350"/>
                        </a:lnSpc>
                      </a:pPr>
                      <a:r>
                        <a:rPr lang="fr-FR" sz="900" b="1" i="0" u="none" strike="noStrike">
                          <a:solidFill>
                            <a:srgbClr val="000000"/>
                          </a:solidFill>
                          <a:effectLst/>
                          <a:latin typeface="Calibri" panose="020F0502020204030204" pitchFamily="34" charset="0"/>
                        </a:rPr>
                        <a:t>Assistance Utilisateurs</a:t>
                      </a:r>
                      <a:r>
                        <a:rPr lang="fr-FR" sz="900" b="0" i="0">
                          <a:solidFill>
                            <a:srgbClr val="000000"/>
                          </a:solidFill>
                          <a:effectLst/>
                          <a:latin typeface="Calibri" panose="020F0502020204030204" pitchFamily="34" charset="0"/>
                        </a:rPr>
                        <a:t>​</a:t>
                      </a:r>
                      <a:endParaRPr lang="fr-FR" sz="1500" b="0" i="0">
                        <a:solidFill>
                          <a:srgbClr val="000000"/>
                        </a:solidFill>
                        <a:effectLst/>
                      </a:endParaRPr>
                    </a:p>
                  </a:txBody>
                  <a:tcPr marL="74561" marR="74561" marT="37281" marB="37281" anchor="ctr">
                    <a:lnL w="10678" cap="flat" cmpd="sng" algn="ctr">
                      <a:solidFill>
                        <a:srgbClr val="000000"/>
                      </a:solidFill>
                      <a:prstDash val="solid"/>
                      <a:round/>
                      <a:headEnd type="none" w="med" len="med"/>
                      <a:tailEnd type="none" w="med" len="med"/>
                    </a:lnL>
                    <a:lnR w="10678" cap="flat" cmpd="sng" algn="ctr">
                      <a:solidFill>
                        <a:srgbClr val="000000"/>
                      </a:solidFill>
                      <a:prstDash val="solid"/>
                      <a:round/>
                      <a:headEnd type="none" w="med" len="med"/>
                      <a:tailEnd type="none" w="med" len="med"/>
                    </a:lnR>
                    <a:lnT w="10678" cap="flat" cmpd="sng" algn="ctr">
                      <a:solidFill>
                        <a:srgbClr val="000000"/>
                      </a:solidFill>
                      <a:prstDash val="solid"/>
                      <a:round/>
                      <a:headEnd type="none" w="med" len="med"/>
                      <a:tailEnd type="none" w="med" len="med"/>
                    </a:lnT>
                    <a:lnB w="10678" cap="flat" cmpd="sng" algn="ctr">
                      <a:solidFill>
                        <a:srgbClr val="000000"/>
                      </a:solidFill>
                      <a:prstDash val="solid"/>
                      <a:round/>
                      <a:headEnd type="none" w="med" len="med"/>
                      <a:tailEnd type="none" w="med" len="med"/>
                    </a:lnB>
                    <a:solidFill>
                      <a:srgbClr val="E7E7E7"/>
                    </a:solidFill>
                  </a:tcPr>
                </a:tc>
                <a:tc>
                  <a:txBody>
                    <a:bodyPr/>
                    <a:lstStyle/>
                    <a:p>
                      <a:pPr algn="ctr" fontAlgn="base">
                        <a:lnSpc>
                          <a:spcPts val="1350"/>
                        </a:lnSpc>
                      </a:pPr>
                      <a:r>
                        <a:rPr lang="fr-FR" sz="900" b="0" i="0" u="none" strike="noStrike">
                          <a:solidFill>
                            <a:srgbClr val="000000"/>
                          </a:solidFill>
                          <a:effectLst/>
                          <a:latin typeface="Calibri" panose="020F0502020204030204" pitchFamily="34" charset="0"/>
                        </a:rPr>
                        <a:t>Support aux utilisateurs finaux (administration, laboratoire)</a:t>
                      </a:r>
                      <a:r>
                        <a:rPr lang="fr-FR" sz="900" b="0" i="0">
                          <a:solidFill>
                            <a:srgbClr val="000000"/>
                          </a:solidFill>
                          <a:effectLst/>
                          <a:latin typeface="Calibri" panose="020F0502020204030204" pitchFamily="34" charset="0"/>
                        </a:rPr>
                        <a:t>​</a:t>
                      </a:r>
                      <a:endParaRPr lang="fr-FR" sz="1500" b="0" i="0">
                        <a:solidFill>
                          <a:srgbClr val="000000"/>
                        </a:solidFill>
                        <a:effectLst/>
                      </a:endParaRPr>
                    </a:p>
                  </a:txBody>
                  <a:tcPr marL="74561" marR="74561" marT="37281" marB="37281" anchor="ctr">
                    <a:lnL w="10678" cap="flat" cmpd="sng" algn="ctr">
                      <a:solidFill>
                        <a:srgbClr val="000000"/>
                      </a:solidFill>
                      <a:prstDash val="solid"/>
                      <a:round/>
                      <a:headEnd type="none" w="med" len="med"/>
                      <a:tailEnd type="none" w="med" len="med"/>
                    </a:lnL>
                    <a:lnR w="10678" cap="flat" cmpd="sng" algn="ctr">
                      <a:solidFill>
                        <a:srgbClr val="000000"/>
                      </a:solidFill>
                      <a:prstDash val="solid"/>
                      <a:round/>
                      <a:headEnd type="none" w="med" len="med"/>
                      <a:tailEnd type="none" w="med" len="med"/>
                    </a:lnR>
                    <a:lnT w="10678" cap="flat" cmpd="sng" algn="ctr">
                      <a:solidFill>
                        <a:srgbClr val="000000"/>
                      </a:solidFill>
                      <a:prstDash val="solid"/>
                      <a:round/>
                      <a:headEnd type="none" w="med" len="med"/>
                      <a:tailEnd type="none" w="med" len="med"/>
                    </a:lnT>
                    <a:lnB w="10678" cap="flat" cmpd="sng" algn="ctr">
                      <a:solidFill>
                        <a:srgbClr val="000000"/>
                      </a:solidFill>
                      <a:prstDash val="solid"/>
                      <a:round/>
                      <a:headEnd type="none" w="med" len="med"/>
                      <a:tailEnd type="none" w="med" len="med"/>
                    </a:lnB>
                    <a:solidFill>
                      <a:srgbClr val="E7E7E7"/>
                    </a:solidFill>
                  </a:tcPr>
                </a:tc>
                <a:tc>
                  <a:txBody>
                    <a:bodyPr/>
                    <a:lstStyle/>
                    <a:p>
                      <a:pPr algn="ctr" fontAlgn="base">
                        <a:lnSpc>
                          <a:spcPts val="1350"/>
                        </a:lnSpc>
                      </a:pPr>
                      <a:r>
                        <a:rPr lang="fr-FR" sz="900" b="0" i="0" u="none" strike="noStrike">
                          <a:solidFill>
                            <a:srgbClr val="000000"/>
                          </a:solidFill>
                          <a:effectLst/>
                          <a:latin typeface="Calibri" panose="020F0502020204030204" pitchFamily="34" charset="0"/>
                        </a:rPr>
                        <a:t>Jours ouvrés</a:t>
                      </a:r>
                      <a:r>
                        <a:rPr lang="fr-FR" sz="900" b="0" i="0">
                          <a:solidFill>
                            <a:srgbClr val="000000"/>
                          </a:solidFill>
                          <a:effectLst/>
                          <a:latin typeface="Calibri" panose="020F0502020204030204" pitchFamily="34" charset="0"/>
                        </a:rPr>
                        <a:t>​</a:t>
                      </a:r>
                      <a:endParaRPr lang="fr-FR" sz="1500" b="0" i="0">
                        <a:solidFill>
                          <a:srgbClr val="000000"/>
                        </a:solidFill>
                        <a:effectLst/>
                      </a:endParaRPr>
                    </a:p>
                  </a:txBody>
                  <a:tcPr marL="74561" marR="74561" marT="37281" marB="37281" anchor="ctr">
                    <a:lnL w="10678" cap="flat" cmpd="sng" algn="ctr">
                      <a:solidFill>
                        <a:srgbClr val="000000"/>
                      </a:solidFill>
                      <a:prstDash val="solid"/>
                      <a:round/>
                      <a:headEnd type="none" w="med" len="med"/>
                      <a:tailEnd type="none" w="med" len="med"/>
                    </a:lnL>
                    <a:lnR w="10678" cap="flat" cmpd="sng" algn="ctr">
                      <a:solidFill>
                        <a:srgbClr val="000000"/>
                      </a:solidFill>
                      <a:prstDash val="solid"/>
                      <a:round/>
                      <a:headEnd type="none" w="med" len="med"/>
                      <a:tailEnd type="none" w="med" len="med"/>
                    </a:lnR>
                    <a:lnT w="10678" cap="flat" cmpd="sng" algn="ctr">
                      <a:solidFill>
                        <a:srgbClr val="000000"/>
                      </a:solidFill>
                      <a:prstDash val="solid"/>
                      <a:round/>
                      <a:headEnd type="none" w="med" len="med"/>
                      <a:tailEnd type="none" w="med" len="med"/>
                    </a:lnT>
                    <a:lnB w="10678" cap="flat" cmpd="sng" algn="ctr">
                      <a:solidFill>
                        <a:srgbClr val="000000"/>
                      </a:solidFill>
                      <a:prstDash val="solid"/>
                      <a:round/>
                      <a:headEnd type="none" w="med" len="med"/>
                      <a:tailEnd type="none" w="med" len="med"/>
                    </a:lnB>
                    <a:solidFill>
                      <a:srgbClr val="E7E7E7"/>
                    </a:solidFill>
                  </a:tcPr>
                </a:tc>
                <a:tc>
                  <a:txBody>
                    <a:bodyPr/>
                    <a:lstStyle/>
                    <a:p>
                      <a:pPr algn="ctr" fontAlgn="base">
                        <a:lnSpc>
                          <a:spcPts val="1350"/>
                        </a:lnSpc>
                      </a:pPr>
                      <a:r>
                        <a:rPr lang="fr-FR" sz="900" b="0" i="0" u="none" strike="noStrike">
                          <a:solidFill>
                            <a:srgbClr val="000000"/>
                          </a:solidFill>
                          <a:effectLst/>
                          <a:latin typeface="Calibri" panose="020F0502020204030204" pitchFamily="34" charset="0"/>
                        </a:rPr>
                        <a:t>60</a:t>
                      </a:r>
                      <a:r>
                        <a:rPr lang="fr-FR" sz="900" b="0" i="0">
                          <a:solidFill>
                            <a:srgbClr val="000000"/>
                          </a:solidFill>
                          <a:effectLst/>
                          <a:latin typeface="Calibri" panose="020F0502020204030204" pitchFamily="34" charset="0"/>
                        </a:rPr>
                        <a:t>​</a:t>
                      </a:r>
                      <a:endParaRPr lang="fr-FR" sz="1500" b="0" i="0">
                        <a:solidFill>
                          <a:srgbClr val="000000"/>
                        </a:solidFill>
                        <a:effectLst/>
                      </a:endParaRPr>
                    </a:p>
                  </a:txBody>
                  <a:tcPr marL="74561" marR="74561" marT="37281" marB="37281" anchor="ctr">
                    <a:lnL w="10678" cap="flat" cmpd="sng" algn="ctr">
                      <a:solidFill>
                        <a:srgbClr val="000000"/>
                      </a:solidFill>
                      <a:prstDash val="solid"/>
                      <a:round/>
                      <a:headEnd type="none" w="med" len="med"/>
                      <a:tailEnd type="none" w="med" len="med"/>
                    </a:lnL>
                    <a:lnR w="10678" cap="flat" cmpd="sng" algn="ctr">
                      <a:solidFill>
                        <a:srgbClr val="000000"/>
                      </a:solidFill>
                      <a:prstDash val="solid"/>
                      <a:round/>
                      <a:headEnd type="none" w="med" len="med"/>
                      <a:tailEnd type="none" w="med" len="med"/>
                    </a:lnR>
                    <a:lnT w="10678" cap="flat" cmpd="sng" algn="ctr">
                      <a:solidFill>
                        <a:srgbClr val="000000"/>
                      </a:solidFill>
                      <a:prstDash val="solid"/>
                      <a:round/>
                      <a:headEnd type="none" w="med" len="med"/>
                      <a:tailEnd type="none" w="med" len="med"/>
                    </a:lnT>
                    <a:lnB w="10678" cap="flat" cmpd="sng" algn="ctr">
                      <a:solidFill>
                        <a:srgbClr val="000000"/>
                      </a:solidFill>
                      <a:prstDash val="solid"/>
                      <a:round/>
                      <a:headEnd type="none" w="med" len="med"/>
                      <a:tailEnd type="none" w="med" len="med"/>
                    </a:lnB>
                    <a:solidFill>
                      <a:srgbClr val="E7E7E7"/>
                    </a:solidFill>
                  </a:tcPr>
                </a:tc>
                <a:extLst>
                  <a:ext uri="{0D108BD9-81ED-4DB2-BD59-A6C34878D82A}">
                    <a16:rowId xmlns:a16="http://schemas.microsoft.com/office/drawing/2014/main" val="2567542188"/>
                  </a:ext>
                </a:extLst>
              </a:tr>
              <a:tr h="548199">
                <a:tc>
                  <a:txBody>
                    <a:bodyPr/>
                    <a:lstStyle/>
                    <a:p>
                      <a:pPr algn="ctr" fontAlgn="base">
                        <a:lnSpc>
                          <a:spcPts val="1350"/>
                        </a:lnSpc>
                      </a:pPr>
                      <a:r>
                        <a:rPr lang="fr-FR" sz="900" b="1" i="0" u="none" strike="noStrike">
                          <a:solidFill>
                            <a:srgbClr val="000000"/>
                          </a:solidFill>
                          <a:effectLst/>
                          <a:latin typeface="Calibri" panose="020F0502020204030204" pitchFamily="34" charset="0"/>
                        </a:rPr>
                        <a:t>Audit Annuel</a:t>
                      </a:r>
                      <a:r>
                        <a:rPr lang="fr-FR" sz="900" b="0" i="0">
                          <a:solidFill>
                            <a:srgbClr val="000000"/>
                          </a:solidFill>
                          <a:effectLst/>
                          <a:latin typeface="Calibri" panose="020F0502020204030204" pitchFamily="34" charset="0"/>
                        </a:rPr>
                        <a:t>​</a:t>
                      </a:r>
                      <a:endParaRPr lang="fr-FR" sz="1500" b="0" i="0">
                        <a:solidFill>
                          <a:srgbClr val="000000"/>
                        </a:solidFill>
                        <a:effectLst/>
                      </a:endParaRPr>
                    </a:p>
                  </a:txBody>
                  <a:tcPr marL="74561" marR="74561" marT="37281" marB="37281" anchor="ctr">
                    <a:lnL w="10678" cap="flat" cmpd="sng" algn="ctr">
                      <a:solidFill>
                        <a:srgbClr val="000000"/>
                      </a:solidFill>
                      <a:prstDash val="solid"/>
                      <a:round/>
                      <a:headEnd type="none" w="med" len="med"/>
                      <a:tailEnd type="none" w="med" len="med"/>
                    </a:lnL>
                    <a:lnR w="10678" cap="flat" cmpd="sng" algn="ctr">
                      <a:solidFill>
                        <a:srgbClr val="000000"/>
                      </a:solidFill>
                      <a:prstDash val="solid"/>
                      <a:round/>
                      <a:headEnd type="none" w="med" len="med"/>
                      <a:tailEnd type="none" w="med" len="med"/>
                    </a:lnR>
                    <a:lnT w="10678" cap="flat" cmpd="sng" algn="ctr">
                      <a:solidFill>
                        <a:srgbClr val="000000"/>
                      </a:solidFill>
                      <a:prstDash val="solid"/>
                      <a:round/>
                      <a:headEnd type="none" w="med" len="med"/>
                      <a:tailEnd type="none" w="med" len="med"/>
                    </a:lnT>
                    <a:lnB w="10678" cap="flat" cmpd="sng" algn="ctr">
                      <a:solidFill>
                        <a:srgbClr val="000000"/>
                      </a:solidFill>
                      <a:prstDash val="solid"/>
                      <a:round/>
                      <a:headEnd type="none" w="med" len="med"/>
                      <a:tailEnd type="none" w="med" len="med"/>
                    </a:lnB>
                    <a:solidFill>
                      <a:srgbClr val="FFFFFF"/>
                    </a:solidFill>
                  </a:tcPr>
                </a:tc>
                <a:tc>
                  <a:txBody>
                    <a:bodyPr/>
                    <a:lstStyle/>
                    <a:p>
                      <a:pPr algn="ctr" fontAlgn="base">
                        <a:lnSpc>
                          <a:spcPts val="1350"/>
                        </a:lnSpc>
                      </a:pPr>
                      <a:r>
                        <a:rPr lang="fr-FR" sz="900" b="0" i="0" u="none" strike="noStrike">
                          <a:solidFill>
                            <a:srgbClr val="000000"/>
                          </a:solidFill>
                          <a:effectLst/>
                          <a:latin typeface="Calibri" panose="020F0502020204030204" pitchFamily="34" charset="0"/>
                        </a:rPr>
                        <a:t>Audit annuel de l'infrastructure réseau, système et cloud</a:t>
                      </a:r>
                      <a:r>
                        <a:rPr lang="fr-FR" sz="900" b="0" i="0">
                          <a:solidFill>
                            <a:srgbClr val="000000"/>
                          </a:solidFill>
                          <a:effectLst/>
                          <a:latin typeface="Calibri" panose="020F0502020204030204" pitchFamily="34" charset="0"/>
                        </a:rPr>
                        <a:t>​</a:t>
                      </a:r>
                      <a:endParaRPr lang="fr-FR" sz="1500" b="0" i="0">
                        <a:solidFill>
                          <a:srgbClr val="000000"/>
                        </a:solidFill>
                        <a:effectLst/>
                      </a:endParaRPr>
                    </a:p>
                  </a:txBody>
                  <a:tcPr marL="74561" marR="74561" marT="37281" marB="37281" anchor="ctr">
                    <a:lnL w="10678" cap="flat" cmpd="sng" algn="ctr">
                      <a:solidFill>
                        <a:srgbClr val="000000"/>
                      </a:solidFill>
                      <a:prstDash val="solid"/>
                      <a:round/>
                      <a:headEnd type="none" w="med" len="med"/>
                      <a:tailEnd type="none" w="med" len="med"/>
                    </a:lnL>
                    <a:lnR w="10678" cap="flat" cmpd="sng" algn="ctr">
                      <a:solidFill>
                        <a:srgbClr val="000000"/>
                      </a:solidFill>
                      <a:prstDash val="solid"/>
                      <a:round/>
                      <a:headEnd type="none" w="med" len="med"/>
                      <a:tailEnd type="none" w="med" len="med"/>
                    </a:lnR>
                    <a:lnT w="10678" cap="flat" cmpd="sng" algn="ctr">
                      <a:solidFill>
                        <a:srgbClr val="000000"/>
                      </a:solidFill>
                      <a:prstDash val="solid"/>
                      <a:round/>
                      <a:headEnd type="none" w="med" len="med"/>
                      <a:tailEnd type="none" w="med" len="med"/>
                    </a:lnT>
                    <a:lnB w="10678" cap="flat" cmpd="sng" algn="ctr">
                      <a:solidFill>
                        <a:srgbClr val="000000"/>
                      </a:solidFill>
                      <a:prstDash val="solid"/>
                      <a:round/>
                      <a:headEnd type="none" w="med" len="med"/>
                      <a:tailEnd type="none" w="med" len="med"/>
                    </a:lnB>
                    <a:solidFill>
                      <a:srgbClr val="FFFFFF"/>
                    </a:solidFill>
                  </a:tcPr>
                </a:tc>
                <a:tc>
                  <a:txBody>
                    <a:bodyPr/>
                    <a:lstStyle/>
                    <a:p>
                      <a:pPr algn="ctr" fontAlgn="base">
                        <a:lnSpc>
                          <a:spcPts val="1350"/>
                        </a:lnSpc>
                      </a:pPr>
                      <a:r>
                        <a:rPr lang="fr-FR" sz="900" b="0" i="0" u="none" strike="noStrike">
                          <a:solidFill>
                            <a:srgbClr val="000000"/>
                          </a:solidFill>
                          <a:effectLst/>
                          <a:latin typeface="Calibri" panose="020F0502020204030204" pitchFamily="34" charset="0"/>
                        </a:rPr>
                        <a:t>Annuellement</a:t>
                      </a:r>
                      <a:r>
                        <a:rPr lang="fr-FR" sz="900" b="0" i="0">
                          <a:solidFill>
                            <a:srgbClr val="000000"/>
                          </a:solidFill>
                          <a:effectLst/>
                          <a:latin typeface="Calibri" panose="020F0502020204030204" pitchFamily="34" charset="0"/>
                        </a:rPr>
                        <a:t>​</a:t>
                      </a:r>
                      <a:endParaRPr lang="fr-FR" sz="1500" b="0" i="0">
                        <a:solidFill>
                          <a:srgbClr val="000000"/>
                        </a:solidFill>
                        <a:effectLst/>
                      </a:endParaRPr>
                    </a:p>
                  </a:txBody>
                  <a:tcPr marL="74561" marR="74561" marT="37281" marB="37281" anchor="ctr">
                    <a:lnL w="10678" cap="flat" cmpd="sng" algn="ctr">
                      <a:solidFill>
                        <a:srgbClr val="000000"/>
                      </a:solidFill>
                      <a:prstDash val="solid"/>
                      <a:round/>
                      <a:headEnd type="none" w="med" len="med"/>
                      <a:tailEnd type="none" w="med" len="med"/>
                    </a:lnL>
                    <a:lnR w="10678" cap="flat" cmpd="sng" algn="ctr">
                      <a:solidFill>
                        <a:srgbClr val="000000"/>
                      </a:solidFill>
                      <a:prstDash val="solid"/>
                      <a:round/>
                      <a:headEnd type="none" w="med" len="med"/>
                      <a:tailEnd type="none" w="med" len="med"/>
                    </a:lnR>
                    <a:lnT w="10678" cap="flat" cmpd="sng" algn="ctr">
                      <a:solidFill>
                        <a:srgbClr val="000000"/>
                      </a:solidFill>
                      <a:prstDash val="solid"/>
                      <a:round/>
                      <a:headEnd type="none" w="med" len="med"/>
                      <a:tailEnd type="none" w="med" len="med"/>
                    </a:lnT>
                    <a:lnB w="10678" cap="flat" cmpd="sng" algn="ctr">
                      <a:solidFill>
                        <a:srgbClr val="000000"/>
                      </a:solidFill>
                      <a:prstDash val="solid"/>
                      <a:round/>
                      <a:headEnd type="none" w="med" len="med"/>
                      <a:tailEnd type="none" w="med" len="med"/>
                    </a:lnB>
                    <a:solidFill>
                      <a:srgbClr val="FFFFFF"/>
                    </a:solidFill>
                  </a:tcPr>
                </a:tc>
                <a:tc>
                  <a:txBody>
                    <a:bodyPr/>
                    <a:lstStyle/>
                    <a:p>
                      <a:pPr algn="ctr" fontAlgn="base">
                        <a:lnSpc>
                          <a:spcPts val="1350"/>
                        </a:lnSpc>
                      </a:pPr>
                      <a:r>
                        <a:rPr lang="fr-FR" sz="900" b="0" i="0" u="none" strike="noStrike" dirty="0">
                          <a:solidFill>
                            <a:srgbClr val="000000"/>
                          </a:solidFill>
                          <a:effectLst/>
                          <a:latin typeface="Calibri" panose="020F0502020204030204" pitchFamily="34" charset="0"/>
                        </a:rPr>
                        <a:t>5000</a:t>
                      </a:r>
                      <a:r>
                        <a:rPr lang="fr-FR" sz="900" b="0" i="0" dirty="0">
                          <a:solidFill>
                            <a:srgbClr val="000000"/>
                          </a:solidFill>
                          <a:effectLst/>
                          <a:latin typeface="Calibri" panose="020F0502020204030204" pitchFamily="34" charset="0"/>
                        </a:rPr>
                        <a:t>​</a:t>
                      </a:r>
                      <a:endParaRPr lang="fr-FR" sz="1500" b="0" i="0" dirty="0">
                        <a:solidFill>
                          <a:srgbClr val="000000"/>
                        </a:solidFill>
                        <a:effectLst/>
                      </a:endParaRPr>
                    </a:p>
                  </a:txBody>
                  <a:tcPr marL="74561" marR="74561" marT="37281" marB="37281" anchor="ctr">
                    <a:lnL w="10678" cap="flat" cmpd="sng" algn="ctr">
                      <a:solidFill>
                        <a:srgbClr val="000000"/>
                      </a:solidFill>
                      <a:prstDash val="solid"/>
                      <a:round/>
                      <a:headEnd type="none" w="med" len="med"/>
                      <a:tailEnd type="none" w="med" len="med"/>
                    </a:lnL>
                    <a:lnR w="10678" cap="flat" cmpd="sng" algn="ctr">
                      <a:solidFill>
                        <a:srgbClr val="000000"/>
                      </a:solidFill>
                      <a:prstDash val="solid"/>
                      <a:round/>
                      <a:headEnd type="none" w="med" len="med"/>
                      <a:tailEnd type="none" w="med" len="med"/>
                    </a:lnR>
                    <a:lnT w="10678" cap="flat" cmpd="sng" algn="ctr">
                      <a:solidFill>
                        <a:srgbClr val="000000"/>
                      </a:solidFill>
                      <a:prstDash val="solid"/>
                      <a:round/>
                      <a:headEnd type="none" w="med" len="med"/>
                      <a:tailEnd type="none" w="med" len="med"/>
                    </a:lnT>
                    <a:lnB w="10678"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191828626"/>
                  </a:ext>
                </a:extLst>
              </a:tr>
            </a:tbl>
          </a:graphicData>
        </a:graphic>
      </p:graphicFrame>
      <p:sp>
        <p:nvSpPr>
          <p:cNvPr id="36" name="Rectangle 1">
            <a:extLst>
              <a:ext uri="{FF2B5EF4-FFF2-40B4-BE49-F238E27FC236}">
                <a16:creationId xmlns:a16="http://schemas.microsoft.com/office/drawing/2014/main" id="{8A5E6A02-FBBC-A2FD-A05B-6ACB2836DE79}"/>
              </a:ext>
            </a:extLst>
          </p:cNvPr>
          <p:cNvSpPr>
            <a:spLocks noChangeArrowheads="1"/>
          </p:cNvSpPr>
          <p:nvPr/>
        </p:nvSpPr>
        <p:spPr bwMode="auto">
          <a:xfrm>
            <a:off x="3094038" y="514416"/>
            <a:ext cx="1482143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fr-FR" altLang="fr-FR"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163405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1159</TotalTime>
  <Words>5271</Words>
  <Application>Microsoft Office PowerPoint</Application>
  <PresentationFormat>Grand écran</PresentationFormat>
  <Paragraphs>1078</Paragraphs>
  <Slides>44</Slides>
  <Notes>6</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44</vt:i4>
      </vt:variant>
    </vt:vector>
  </HeadingPairs>
  <TitlesOfParts>
    <vt:vector size="50" baseType="lpstr">
      <vt:lpstr>Aptos</vt:lpstr>
      <vt:lpstr>Aptos Narrow</vt:lpstr>
      <vt:lpstr>Arial</vt:lpstr>
      <vt:lpstr>Calibri</vt:lpstr>
      <vt:lpstr>Times New Roman</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Info STC</dc:creator>
  <cp:lastModifiedBy>BORTOLOTTO THÉO</cp:lastModifiedBy>
  <cp:revision>93</cp:revision>
  <dcterms:created xsi:type="dcterms:W3CDTF">2025-02-13T08:40:28Z</dcterms:created>
  <dcterms:modified xsi:type="dcterms:W3CDTF">2025-03-04T13:42:28Z</dcterms:modified>
</cp:coreProperties>
</file>